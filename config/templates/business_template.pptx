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简约商务风格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400">
                <a:solidFill>
                  <a:srgbClr val="666666"/>
                </a:solidFill>
              </a:defRPr>
            </a:pPr>
            <a:r>
              <a:t>适合商务汇报、项目展示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003366"/>
                </a:solidFill>
              </a:defRPr>
            </a:pPr>
            <a:r>
              <a:t>内容页示例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第一个要点</a:t>
            </a:r>
          </a:p>
          <a:p>
            <a:pPr>
              <a:defRPr sz="1800"/>
            </a:pPr>
            <a:r>
              <a:t>第二个要点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