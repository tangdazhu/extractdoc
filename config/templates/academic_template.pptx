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6644"/>
            </a:gs>
            <a:gs pos="100000">
              <a:srgbClr val="4CAF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7432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学术研究报告标题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5313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副标题或研究方向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66928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作者: XXX</a:t>
            </a:r>
          </a:p>
          <a:p>
            <a:r>
              <a:t>单位: XXX大学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59436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日期: 2025/01/01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6644"/>
            </a:gs>
            <a:gs pos="100000">
              <a:srgbClr val="4CAF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7432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9144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969696"/>
                </a:solidFill>
              </a:defRPr>
            </a:pPr>
            <a:r>
              <a:t>CONTENTS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011680"/>
            <a:ext cx="9144000" cy="548640"/>
          </a:xfrm>
          <a:prstGeom prst="roundRect">
            <a:avLst/>
          </a:prstGeom>
          <a:solidFill>
            <a:srgbClr val="FFFFFF">
              <a:lumMod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>
              <a:defRPr sz="2000">
                <a:solidFill>
                  <a:srgbClr val="323232"/>
                </a:solidFill>
              </a:defRPr>
            </a:pPr>
            <a:r>
              <a:t>01  研究背景与意义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9144000" cy="548640"/>
          </a:xfrm>
          <a:prstGeom prst="roundRect">
            <a:avLst/>
          </a:prstGeom>
          <a:solidFill>
            <a:srgbClr val="FFFFFF">
              <a:lumMod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>
              <a:defRPr sz="2000">
                <a:solidFill>
                  <a:srgbClr val="323232"/>
                </a:solidFill>
              </a:defRPr>
            </a:pPr>
            <a:r>
              <a:t>02  文献综述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3474720"/>
            <a:ext cx="9144000" cy="548640"/>
          </a:xfrm>
          <a:prstGeom prst="roundRect">
            <a:avLst/>
          </a:prstGeom>
          <a:solidFill>
            <a:srgbClr val="FFFFFF">
              <a:lumMod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>
              <a:defRPr sz="2000">
                <a:solidFill>
                  <a:srgbClr val="323232"/>
                </a:solidFill>
              </a:defRPr>
            </a:pPr>
            <a:r>
              <a:t>03  研究方法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206240"/>
            <a:ext cx="9144000" cy="548640"/>
          </a:xfrm>
          <a:prstGeom prst="roundRect">
            <a:avLst/>
          </a:prstGeom>
          <a:solidFill>
            <a:srgbClr val="FFFFFF">
              <a:lumMod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>
              <a:defRPr sz="2000">
                <a:solidFill>
                  <a:srgbClr val="323232"/>
                </a:solidFill>
              </a:defRPr>
            </a:pPr>
            <a:r>
              <a:t>04  实验结果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4937760"/>
            <a:ext cx="9144000" cy="548640"/>
          </a:xfrm>
          <a:prstGeom prst="roundRect">
            <a:avLst/>
          </a:prstGeom>
          <a:solidFill>
            <a:srgbClr val="FFFFFF">
              <a:lumMod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>
              <a:defRPr sz="2000">
                <a:solidFill>
                  <a:srgbClr val="323232"/>
                </a:solidFill>
              </a:defRPr>
            </a:pPr>
            <a:r>
              <a:t>05  结论与展望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6644"/>
            </a:gs>
            <a:gs pos="100000">
              <a:srgbClr val="4CAF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7432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12188952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>
              <a:defRPr sz="3200" b="1">
                <a:solidFill>
                  <a:srgbClr val="006644"/>
                </a:solidFill>
              </a:defRPr>
            </a:pPr>
            <a:r>
              <a:t>内容页标题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5912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>
              <a:defRPr sz="2200">
                <a:solidFill>
                  <a:srgbClr val="323232"/>
                </a:solidFill>
              </a:defRPr>
            </a:pPr>
            <a:r>
              <a:t>• 研究要点1</a:t>
            </a:r>
          </a:p>
          <a:p>
            <a:r>
              <a:t>• 研究要点2</a:t>
            </a:r>
          </a:p>
          <a:p>
            <a:r>
              <a:t>• 研究要点3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6644"/>
            </a:gs>
            <a:gs pos="100000">
              <a:srgbClr val="4CAF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7432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0" y="2286000"/>
            <a:ext cx="6702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0" b="1">
                <a:solidFill>
                  <a:srgbClr val="FFC107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840480"/>
            <a:ext cx="6702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章节标题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