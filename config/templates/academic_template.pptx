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C3E50"/>
            </a:gs>
            <a:gs pos="100000">
              <a:srgbClr val="34495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学术报告风格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ECF0F1"/>
                </a:solidFill>
              </a:defRPr>
            </a:pPr>
            <a:r>
              <a:t>Research · Innovation · Excellence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0" y="0"/>
            <a:ext cx="2286000" cy="137160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C3E50"/>
            </a:gs>
            <a:gs pos="100000">
              <a:srgbClr val="34495E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研究内容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ECF0F1"/>
                </a:solidFill>
              </a:defRPr>
            </a:pPr>
            <a:r>
              <a:t>研究背景与动机</a:t>
            </a:r>
          </a:p>
          <a:p>
            <a:pPr>
              <a:defRPr sz="1800">
                <a:solidFill>
                  <a:srgbClr val="ECF0F1"/>
                </a:solidFill>
              </a:defRPr>
            </a:pPr>
            <a:r>
              <a:t>研究方法与实验设计</a:t>
            </a:r>
          </a:p>
          <a:p>
            <a:pPr>
              <a:defRPr sz="1800">
                <a:solidFill>
                  <a:srgbClr val="ECF0F1"/>
                </a:solidFill>
              </a:defRPr>
            </a:pPr>
            <a:r>
              <a:t>结果分析与讨论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274320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