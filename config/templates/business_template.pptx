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B3E"/>
            </a:gs>
            <a:gs pos="100000">
              <a:srgbClr val="19376D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现代商务风格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800">
                <a:solidFill>
                  <a:srgbClr val="ECF0F1"/>
                </a:solidFill>
              </a:defRPr>
            </a:pPr>
            <a:r>
              <a:t>专业 · 简洁 · 高效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-914400" y="3200400"/>
            <a:ext cx="3200400" cy="32004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0" y="-914400"/>
            <a:ext cx="2743200" cy="27432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D1B3E"/>
            </a:gs>
            <a:gs pos="100000">
              <a:srgbClr val="19376D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内容页示例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ECF0F1"/>
                </a:solidFill>
              </a:defRPr>
            </a:pPr>
            <a:r>
              <a:t>核心业务指标</a:t>
            </a:r>
          </a:p>
          <a:p>
            <a:pPr>
              <a:defRPr sz="2000">
                <a:solidFill>
                  <a:srgbClr val="ECF0F1"/>
                </a:solidFill>
              </a:defRPr>
            </a:pPr>
            <a:r>
              <a:t>市场增长策略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