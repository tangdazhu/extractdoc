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>
                <a:solidFill>
                  <a:srgbClr val="333333"/>
                </a:solidFill>
              </a:defRPr>
            </a:pPr>
            <a:r>
              <a:t>学术报告风格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666666"/>
                </a:solidFill>
              </a:defRPr>
            </a:pPr>
            <a:r>
              <a:t>适合学术论文、研究报告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333333"/>
                </a:solidFill>
              </a:defRPr>
            </a:pPr>
            <a:r>
              <a:t>研究内容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研究背景与动机</a:t>
            </a:r>
          </a:p>
          <a:p>
            <a:pPr>
              <a:defRPr sz="1600"/>
            </a:pPr>
            <a:r>
              <a:t>研究方法与实验设计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