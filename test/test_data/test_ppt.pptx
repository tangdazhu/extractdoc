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3.xml" ContentType="application/vnd.openxmlformats-officedocument.theme+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4.xml" ContentType="application/vnd.openxmlformats-officedocument.theme+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theme/theme5.xml" ContentType="application/vnd.openxmlformats-officedocument.theme+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55" r:id="rId4"/>
    <p:sldMasterId id="2147483650" r:id="rId5"/>
    <p:sldMasterId id="2147483667" r:id="rId6"/>
    <p:sldMasterId id="2147483691" r:id="rId7"/>
    <p:sldMasterId id="2147483707" r:id="rId8"/>
    <p:sldMasterId id="2147483718" r:id="rId9"/>
  </p:sldMasterIdLst>
  <p:notesMasterIdLst>
    <p:notesMasterId r:id="rId15"/>
  </p:notesMasterIdLst>
  <p:sldIdLst>
    <p:sldId id="2147472923" r:id="rId10"/>
    <p:sldId id="2147472929" r:id="rId11"/>
    <p:sldId id="2147472928" r:id="rId12"/>
    <p:sldId id="2563" r:id="rId13"/>
    <p:sldId id="16141037" r:id="rId14"/>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ntent" id="{03330ED3-600B-7D4D-9EAC-6D4CE18A9460}">
          <p14:sldIdLst>
            <p14:sldId id="2147472923"/>
            <p14:sldId id="2147472929"/>
            <p14:sldId id="2147472928"/>
            <p14:sldId id="2563"/>
            <p14:sldId id="16141037"/>
          </p14:sldIdLst>
        </p14:section>
        <p14:section name="2025 appendix" id="{DEBCF2F9-8EFC-0A47-B30E-73E4D5D22696}">
          <p14:sldIdLst/>
        </p14:section>
      </p14:sectionLst>
    </p:ext>
    <p:ext uri="{EFAFB233-063F-42B5-8137-9DF3F51BA10A}">
      <p15:sldGuideLst xmlns:p15="http://schemas.microsoft.com/office/powerpoint/2012/main">
        <p15:guide id="1" orient="horz" pos="640" userDrawn="1">
          <p15:clr>
            <a:srgbClr val="A4A3A4"/>
          </p15:clr>
        </p15:guide>
        <p15:guide id="2" pos="257" userDrawn="1">
          <p15:clr>
            <a:srgbClr val="A4A3A4"/>
          </p15:clr>
        </p15:guide>
        <p15:guide id="3" orient="horz" pos="3566" userDrawn="1">
          <p15:clr>
            <a:srgbClr val="A4A3A4"/>
          </p15:clr>
        </p15:guide>
        <p15:guide id="4" pos="39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BE5D6"/>
    <a:srgbClr val="E6E6E6"/>
    <a:srgbClr val="F8CBAD"/>
    <a:srgbClr val="D2D2D2"/>
    <a:srgbClr val="8C8C8C"/>
    <a:srgbClr val="646464"/>
    <a:srgbClr val="1E1E1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8D0C97F-CD2B-43D2-8A5D-D0DEAFABF265}" v="362" dt="2025-03-19T07:57:19.740"/>
    <p1510:client id="{C0FC64F5-72D1-42F2-B51B-A35F7E893786}" v="2400" dt="2025-03-19T08:55:39.479"/>
  </p1510:revLst>
</p1510:revInfo>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中度样式 1 - 强调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9DCAF9ED-07DC-4A11-8D7F-57B35C25682E}" styleName="中度样式 1 - 强调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793D81CF-94F2-401A-BA57-92F5A7B2D0C5}" styleName="中度样式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BDBED569-4797-4DF1-A0F4-6AAB3CD982D8}" styleName="浅色样式 3 - 强调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E8B1032C-EA38-4F05-BA0D-38AFFFC7BED3}" styleName="浅色样式 3 - 强调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10A1B5D5-9B99-4C35-A422-299274C87663}" styleName="中度样式 1 - 强调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576" y="114"/>
      </p:cViewPr>
      <p:guideLst>
        <p:guide orient="horz" pos="640"/>
        <p:guide pos="257"/>
        <p:guide orient="horz" pos="3566"/>
        <p:guide pos="39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5.xml"/><Relationship Id="rId13" Type="http://schemas.openxmlformats.org/officeDocument/2006/relationships/slide" Target="slides/slide4.xml"/><Relationship Id="rId18" Type="http://schemas.openxmlformats.org/officeDocument/2006/relationships/theme" Target="theme/theme1.xml"/><Relationship Id="rId3" Type="http://schemas.openxmlformats.org/officeDocument/2006/relationships/customXml" Target="../customXml/item3.xml"/><Relationship Id="rId21" Type="http://schemas.microsoft.com/office/2015/10/relationships/revisionInfo" Target="revisionInfo.xml"/><Relationship Id="rId7" Type="http://schemas.openxmlformats.org/officeDocument/2006/relationships/slideMaster" Target="slideMasters/slideMaster4.xml"/><Relationship Id="rId12" Type="http://schemas.openxmlformats.org/officeDocument/2006/relationships/slide" Target="slides/slide3.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2.xml"/><Relationship Id="rId5" Type="http://schemas.openxmlformats.org/officeDocument/2006/relationships/slideMaster" Target="slideMasters/slideMaster2.xml"/><Relationship Id="rId15" Type="http://schemas.openxmlformats.org/officeDocument/2006/relationships/notesMaster" Target="notesMasters/notesMaster1.xml"/><Relationship Id="rId10" Type="http://schemas.openxmlformats.org/officeDocument/2006/relationships/slide" Target="slides/slide1.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ichael Huang" userId="ba1d1a36-58c2-4f9c-9c80-2a82e30bd94c" providerId="ADAL" clId="{CE23CCE2-B45C-184B-8C82-46EE95F61177}"/>
    <pc:docChg chg="custSel addSld delSld modSld modSection">
      <pc:chgData name="Michael Huang" userId="ba1d1a36-58c2-4f9c-9c80-2a82e30bd94c" providerId="ADAL" clId="{CE23CCE2-B45C-184B-8C82-46EE95F61177}" dt="2025-02-24T08:28:36.721" v="62" actId="2696"/>
      <pc:docMkLst>
        <pc:docMk/>
      </pc:docMkLst>
      <pc:sldChg chg="del">
        <pc:chgData name="Michael Huang" userId="ba1d1a36-58c2-4f9c-9c80-2a82e30bd94c" providerId="ADAL" clId="{CE23CCE2-B45C-184B-8C82-46EE95F61177}" dt="2025-02-24T08:28:14.166" v="57" actId="2696"/>
        <pc:sldMkLst>
          <pc:docMk/>
          <pc:sldMk cId="3614298489" sldId="2576"/>
        </pc:sldMkLst>
      </pc:sldChg>
      <pc:sldChg chg="del">
        <pc:chgData name="Michael Huang" userId="ba1d1a36-58c2-4f9c-9c80-2a82e30bd94c" providerId="ADAL" clId="{CE23CCE2-B45C-184B-8C82-46EE95F61177}" dt="2025-02-24T08:28:15.290" v="58" actId="2696"/>
        <pc:sldMkLst>
          <pc:docMk/>
          <pc:sldMk cId="3056097364" sldId="2577"/>
        </pc:sldMkLst>
      </pc:sldChg>
      <pc:sldChg chg="del">
        <pc:chgData name="Michael Huang" userId="ba1d1a36-58c2-4f9c-9c80-2a82e30bd94c" providerId="ADAL" clId="{CE23CCE2-B45C-184B-8C82-46EE95F61177}" dt="2025-02-24T08:28:19.668" v="59" actId="2696"/>
        <pc:sldMkLst>
          <pc:docMk/>
          <pc:sldMk cId="3299096906" sldId="2578"/>
        </pc:sldMkLst>
      </pc:sldChg>
      <pc:sldChg chg="delSp add setBg delDesignElem">
        <pc:chgData name="Michael Huang" userId="ba1d1a36-58c2-4f9c-9c80-2a82e30bd94c" providerId="ADAL" clId="{CE23CCE2-B45C-184B-8C82-46EE95F61177}" dt="2025-02-24T08:23:55.400" v="7"/>
        <pc:sldMkLst>
          <pc:docMk/>
          <pc:sldMk cId="2259183995" sldId="2076138241"/>
        </pc:sldMkLst>
      </pc:sldChg>
      <pc:sldChg chg="del">
        <pc:chgData name="Michael Huang" userId="ba1d1a36-58c2-4f9c-9c80-2a82e30bd94c" providerId="ADAL" clId="{CE23CCE2-B45C-184B-8C82-46EE95F61177}" dt="2025-02-24T08:28:12.136" v="56" actId="2696"/>
        <pc:sldMkLst>
          <pc:docMk/>
          <pc:sldMk cId="1749088917" sldId="2147481436"/>
        </pc:sldMkLst>
      </pc:sldChg>
      <pc:sldChg chg="del">
        <pc:chgData name="Michael Huang" userId="ba1d1a36-58c2-4f9c-9c80-2a82e30bd94c" providerId="ADAL" clId="{CE23CCE2-B45C-184B-8C82-46EE95F61177}" dt="2025-02-24T08:28:36.721" v="62" actId="2696"/>
        <pc:sldMkLst>
          <pc:docMk/>
          <pc:sldMk cId="3371821387" sldId="2147481442"/>
        </pc:sldMkLst>
      </pc:sldChg>
      <pc:sldChg chg="delSp modSp add setBg delDesignElem">
        <pc:chgData name="Michael Huang" userId="ba1d1a36-58c2-4f9c-9c80-2a82e30bd94c" providerId="ADAL" clId="{CE23CCE2-B45C-184B-8C82-46EE95F61177}" dt="2025-02-24T08:24:17.236" v="8" actId="404"/>
        <pc:sldMkLst>
          <pc:docMk/>
          <pc:sldMk cId="4148570387" sldId="2147481443"/>
        </pc:sldMkLst>
        <pc:spChg chg="mod">
          <ac:chgData name="Michael Huang" userId="ba1d1a36-58c2-4f9c-9c80-2a82e30bd94c" providerId="ADAL" clId="{CE23CCE2-B45C-184B-8C82-46EE95F61177}" dt="2025-02-24T08:24:17.236" v="8" actId="404"/>
          <ac:spMkLst>
            <pc:docMk/>
            <pc:sldMk cId="4148570387" sldId="2147481443"/>
            <ac:spMk id="2" creationId="{F9AF5C5B-07DF-6804-AC48-6066E6F9055B}"/>
          </ac:spMkLst>
        </pc:spChg>
      </pc:sldChg>
      <pc:sldChg chg="modSp add mod">
        <pc:chgData name="Michael Huang" userId="ba1d1a36-58c2-4f9c-9c80-2a82e30bd94c" providerId="ADAL" clId="{CE23CCE2-B45C-184B-8C82-46EE95F61177}" dt="2025-02-24T08:26:39.356" v="38" actId="1076"/>
        <pc:sldMkLst>
          <pc:docMk/>
          <pc:sldMk cId="442938749" sldId="2147481444"/>
        </pc:sldMkLst>
        <pc:spChg chg="mod">
          <ac:chgData name="Michael Huang" userId="ba1d1a36-58c2-4f9c-9c80-2a82e30bd94c" providerId="ADAL" clId="{CE23CCE2-B45C-184B-8C82-46EE95F61177}" dt="2025-02-24T08:26:39.356" v="38" actId="1076"/>
          <ac:spMkLst>
            <pc:docMk/>
            <pc:sldMk cId="442938749" sldId="2147481444"/>
            <ac:spMk id="9" creationId="{0D865A06-2CB4-63E7-93FA-12D4D480852F}"/>
          </ac:spMkLst>
        </pc:spChg>
        <pc:graphicFrameChg chg="modGraphic">
          <ac:chgData name="Michael Huang" userId="ba1d1a36-58c2-4f9c-9c80-2a82e30bd94c" providerId="ADAL" clId="{CE23CCE2-B45C-184B-8C82-46EE95F61177}" dt="2025-02-24T08:25:52.207" v="22" actId="404"/>
          <ac:graphicFrameMkLst>
            <pc:docMk/>
            <pc:sldMk cId="442938749" sldId="2147481444"/>
            <ac:graphicFrameMk id="13" creationId="{BBCBA292-79EC-1F46-4219-0FBB3C8B12DE}"/>
          </ac:graphicFrameMkLst>
        </pc:graphicFrameChg>
      </pc:sldChg>
      <pc:sldChg chg="delSp modSp add mod setBg delDesignElem">
        <pc:chgData name="Michael Huang" userId="ba1d1a36-58c2-4f9c-9c80-2a82e30bd94c" providerId="ADAL" clId="{CE23CCE2-B45C-184B-8C82-46EE95F61177}" dt="2025-02-24T08:26:58.885" v="44" actId="1076"/>
        <pc:sldMkLst>
          <pc:docMk/>
          <pc:sldMk cId="3806047591" sldId="2147481445"/>
        </pc:sldMkLst>
      </pc:sldChg>
      <pc:sldChg chg="delSp modSp add mod setBg delDesignElem">
        <pc:chgData name="Michael Huang" userId="ba1d1a36-58c2-4f9c-9c80-2a82e30bd94c" providerId="ADAL" clId="{CE23CCE2-B45C-184B-8C82-46EE95F61177}" dt="2025-02-24T08:27:17.292" v="47" actId="404"/>
        <pc:sldMkLst>
          <pc:docMk/>
          <pc:sldMk cId="1834077522" sldId="2147481446"/>
        </pc:sldMkLst>
        <pc:graphicFrameChg chg="modGraphic">
          <ac:chgData name="Michael Huang" userId="ba1d1a36-58c2-4f9c-9c80-2a82e30bd94c" providerId="ADAL" clId="{CE23CCE2-B45C-184B-8C82-46EE95F61177}" dt="2025-02-24T08:27:17.292" v="47" actId="404"/>
          <ac:graphicFrameMkLst>
            <pc:docMk/>
            <pc:sldMk cId="1834077522" sldId="2147481446"/>
            <ac:graphicFrameMk id="7" creationId="{9FC89B4C-341C-74F4-123A-1475A322B136}"/>
          </ac:graphicFrameMkLst>
        </pc:graphicFrameChg>
      </pc:sldChg>
      <pc:sldChg chg="add">
        <pc:chgData name="Michael Huang" userId="ba1d1a36-58c2-4f9c-9c80-2a82e30bd94c" providerId="ADAL" clId="{CE23CCE2-B45C-184B-8C82-46EE95F61177}" dt="2025-02-24T08:23:55.400" v="7"/>
        <pc:sldMkLst>
          <pc:docMk/>
          <pc:sldMk cId="2716750537" sldId="2147481447"/>
        </pc:sldMkLst>
      </pc:sldChg>
      <pc:sldChg chg="delSp modSp add mod setBg delDesignElem">
        <pc:chgData name="Michael Huang" userId="ba1d1a36-58c2-4f9c-9c80-2a82e30bd94c" providerId="ADAL" clId="{CE23CCE2-B45C-184B-8C82-46EE95F61177}" dt="2025-02-24T08:27:47.711" v="51" actId="1076"/>
        <pc:sldMkLst>
          <pc:docMk/>
          <pc:sldMk cId="2920789387" sldId="2147481448"/>
        </pc:sldMkLst>
        <pc:spChg chg="mod">
          <ac:chgData name="Michael Huang" userId="ba1d1a36-58c2-4f9c-9c80-2a82e30bd94c" providerId="ADAL" clId="{CE23CCE2-B45C-184B-8C82-46EE95F61177}" dt="2025-02-24T08:27:47.711" v="51" actId="1076"/>
          <ac:spMkLst>
            <pc:docMk/>
            <pc:sldMk cId="2920789387" sldId="2147481448"/>
            <ac:spMk id="16" creationId="{C77919AB-C12C-936F-AB66-3B41F7578920}"/>
          </ac:spMkLst>
        </pc:spChg>
        <pc:spChg chg="mod">
          <ac:chgData name="Michael Huang" userId="ba1d1a36-58c2-4f9c-9c80-2a82e30bd94c" providerId="ADAL" clId="{CE23CCE2-B45C-184B-8C82-46EE95F61177}" dt="2025-02-24T08:27:47.711" v="51" actId="1076"/>
          <ac:spMkLst>
            <pc:docMk/>
            <pc:sldMk cId="2920789387" sldId="2147481448"/>
            <ac:spMk id="18" creationId="{484F4606-0A6E-27A6-5B66-0AE81129CB3C}"/>
          </ac:spMkLst>
        </pc:spChg>
        <pc:spChg chg="mod">
          <ac:chgData name="Michael Huang" userId="ba1d1a36-58c2-4f9c-9c80-2a82e30bd94c" providerId="ADAL" clId="{CE23CCE2-B45C-184B-8C82-46EE95F61177}" dt="2025-02-24T08:27:47.711" v="51" actId="1076"/>
          <ac:spMkLst>
            <pc:docMk/>
            <pc:sldMk cId="2920789387" sldId="2147481448"/>
            <ac:spMk id="27" creationId="{7EDB82DC-8954-DA01-0B6D-C15B4EC0C2AA}"/>
          </ac:spMkLst>
        </pc:spChg>
        <pc:spChg chg="mod">
          <ac:chgData name="Michael Huang" userId="ba1d1a36-58c2-4f9c-9c80-2a82e30bd94c" providerId="ADAL" clId="{CE23CCE2-B45C-184B-8C82-46EE95F61177}" dt="2025-02-24T08:27:47.711" v="51" actId="1076"/>
          <ac:spMkLst>
            <pc:docMk/>
            <pc:sldMk cId="2920789387" sldId="2147481448"/>
            <ac:spMk id="29" creationId="{CE3FAB37-9DCA-A344-9108-69BE3E51B4A0}"/>
          </ac:spMkLst>
        </pc:spChg>
        <pc:spChg chg="mod">
          <ac:chgData name="Michael Huang" userId="ba1d1a36-58c2-4f9c-9c80-2a82e30bd94c" providerId="ADAL" clId="{CE23CCE2-B45C-184B-8C82-46EE95F61177}" dt="2025-02-24T08:27:47.711" v="51" actId="1076"/>
          <ac:spMkLst>
            <pc:docMk/>
            <pc:sldMk cId="2920789387" sldId="2147481448"/>
            <ac:spMk id="31" creationId="{ECF269DA-0370-E666-BCA3-B0135D11679A}"/>
          </ac:spMkLst>
        </pc:spChg>
        <pc:spChg chg="mod">
          <ac:chgData name="Michael Huang" userId="ba1d1a36-58c2-4f9c-9c80-2a82e30bd94c" providerId="ADAL" clId="{CE23CCE2-B45C-184B-8C82-46EE95F61177}" dt="2025-02-24T08:27:47.711" v="51" actId="1076"/>
          <ac:spMkLst>
            <pc:docMk/>
            <pc:sldMk cId="2920789387" sldId="2147481448"/>
            <ac:spMk id="32" creationId="{E2C6797E-B92C-5DD9-CD9D-BF99DC2C3308}"/>
          </ac:spMkLst>
        </pc:spChg>
        <pc:spChg chg="mod">
          <ac:chgData name="Michael Huang" userId="ba1d1a36-58c2-4f9c-9c80-2a82e30bd94c" providerId="ADAL" clId="{CE23CCE2-B45C-184B-8C82-46EE95F61177}" dt="2025-02-24T08:27:47.711" v="51" actId="1076"/>
          <ac:spMkLst>
            <pc:docMk/>
            <pc:sldMk cId="2920789387" sldId="2147481448"/>
            <ac:spMk id="36" creationId="{86455A6A-AB8C-68E8-8205-BEE162DE8AF9}"/>
          </ac:spMkLst>
        </pc:spChg>
        <pc:spChg chg="mod">
          <ac:chgData name="Michael Huang" userId="ba1d1a36-58c2-4f9c-9c80-2a82e30bd94c" providerId="ADAL" clId="{CE23CCE2-B45C-184B-8C82-46EE95F61177}" dt="2025-02-24T08:27:47.711" v="51" actId="1076"/>
          <ac:spMkLst>
            <pc:docMk/>
            <pc:sldMk cId="2920789387" sldId="2147481448"/>
            <ac:spMk id="38" creationId="{C33E426C-722E-70FF-FB04-CA72F36CC1AA}"/>
          </ac:spMkLst>
        </pc:spChg>
        <pc:spChg chg="mod">
          <ac:chgData name="Michael Huang" userId="ba1d1a36-58c2-4f9c-9c80-2a82e30bd94c" providerId="ADAL" clId="{CE23CCE2-B45C-184B-8C82-46EE95F61177}" dt="2025-02-24T08:27:47.711" v="51" actId="1076"/>
          <ac:spMkLst>
            <pc:docMk/>
            <pc:sldMk cId="2920789387" sldId="2147481448"/>
            <ac:spMk id="39" creationId="{86BC1326-AE23-FFD4-D41E-23194AF3C7E0}"/>
          </ac:spMkLst>
        </pc:spChg>
        <pc:spChg chg="mod">
          <ac:chgData name="Michael Huang" userId="ba1d1a36-58c2-4f9c-9c80-2a82e30bd94c" providerId="ADAL" clId="{CE23CCE2-B45C-184B-8C82-46EE95F61177}" dt="2025-02-24T08:27:47.711" v="51" actId="1076"/>
          <ac:spMkLst>
            <pc:docMk/>
            <pc:sldMk cId="2920789387" sldId="2147481448"/>
            <ac:spMk id="41" creationId="{61F3E4FC-F0B6-19DD-B2E3-A2FC9A46D8BC}"/>
          </ac:spMkLst>
        </pc:spChg>
      </pc:sldChg>
      <pc:sldChg chg="delSp modSp add mod setBg delDesignElem">
        <pc:chgData name="Michael Huang" userId="ba1d1a36-58c2-4f9c-9c80-2a82e30bd94c" providerId="ADAL" clId="{CE23CCE2-B45C-184B-8C82-46EE95F61177}" dt="2025-02-24T08:27:55.317" v="54" actId="120"/>
        <pc:sldMkLst>
          <pc:docMk/>
          <pc:sldMk cId="2124823796" sldId="2147481449"/>
        </pc:sldMkLst>
      </pc:sldChg>
      <pc:sldChg chg="delSp modSp add mod setBg delDesignElem">
        <pc:chgData name="Michael Huang" userId="ba1d1a36-58c2-4f9c-9c80-2a82e30bd94c" providerId="ADAL" clId="{CE23CCE2-B45C-184B-8C82-46EE95F61177}" dt="2025-02-24T08:28:04.986" v="55" actId="1076"/>
        <pc:sldMkLst>
          <pc:docMk/>
          <pc:sldMk cId="1060397346" sldId="2147481450"/>
        </pc:sldMkLst>
      </pc:sldChg>
      <pc:sldChg chg="delSp modSp add mod setBg delDesignElem">
        <pc:chgData name="Michael Huang" userId="ba1d1a36-58c2-4f9c-9c80-2a82e30bd94c" providerId="ADAL" clId="{CE23CCE2-B45C-184B-8C82-46EE95F61177}" dt="2025-02-24T08:28:30.253" v="61" actId="120"/>
        <pc:sldMkLst>
          <pc:docMk/>
          <pc:sldMk cId="3892864869" sldId="2147481451"/>
        </pc:sldMkLst>
        <pc:spChg chg="mod">
          <ac:chgData name="Michael Huang" userId="ba1d1a36-58c2-4f9c-9c80-2a82e30bd94c" providerId="ADAL" clId="{CE23CCE2-B45C-184B-8C82-46EE95F61177}" dt="2025-02-24T08:28:30.253" v="61" actId="120"/>
          <ac:spMkLst>
            <pc:docMk/>
            <pc:sldMk cId="3892864869" sldId="2147481451"/>
            <ac:spMk id="2" creationId="{11DC3BFA-E052-ABD1-389D-C76393DCCCB5}"/>
          </ac:spMkLst>
        </pc:spChg>
      </pc:sldChg>
    </pc:docChg>
  </pc:docChgLst>
  <pc:docChgLst>
    <pc:chgData name="Yun Li" userId="S::yun.li3@univers.com::a841c0d6-47bd-4aed-9498-daed041134e9" providerId="AD" clId="Web-{3FE3BF1F-5C5E-2B9E-FF15-51B2F88AA71E}"/>
    <pc:docChg chg="modSld">
      <pc:chgData name="Yun Li" userId="S::yun.li3@univers.com::a841c0d6-47bd-4aed-9498-daed041134e9" providerId="AD" clId="Web-{3FE3BF1F-5C5E-2B9E-FF15-51B2F88AA71E}" dt="2025-02-24T03:20:51.866" v="2" actId="1076"/>
      <pc:docMkLst>
        <pc:docMk/>
      </pc:docMkLst>
      <pc:sldChg chg="modSp">
        <pc:chgData name="Yun Li" userId="S::yun.li3@univers.com::a841c0d6-47bd-4aed-9498-daed041134e9" providerId="AD" clId="Web-{3FE3BF1F-5C5E-2B9E-FF15-51B2F88AA71E}" dt="2025-02-24T03:20:51.866" v="2" actId="1076"/>
        <pc:sldMkLst>
          <pc:docMk/>
          <pc:sldMk cId="599804268" sldId="2147481441"/>
        </pc:sldMkLst>
        <pc:picChg chg="mod">
          <ac:chgData name="Yun Li" userId="S::yun.li3@univers.com::a841c0d6-47bd-4aed-9498-daed041134e9" providerId="AD" clId="Web-{3FE3BF1F-5C5E-2B9E-FF15-51B2F88AA71E}" dt="2025-02-24T03:20:51.866" v="2" actId="1076"/>
          <ac:picMkLst>
            <pc:docMk/>
            <pc:sldMk cId="599804268" sldId="2147481441"/>
            <ac:picMk id="7" creationId="{9509721C-5EBC-9015-F926-08BA8C9417B2}"/>
          </ac:picMkLst>
        </pc:picChg>
      </pc:sldChg>
    </pc:docChg>
  </pc:docChgLst>
  <pc:docChgLst>
    <pc:chgData name="Terence Wu" userId="S::fucheng.wu@univers.com::1a4127b0-a93e-4d38-b431-3271db581723" providerId="AD" clId="Web-{CFCC794E-B168-4FA9-EC15-3433734DDA9F}"/>
    <pc:docChg chg="modSld">
      <pc:chgData name="Terence Wu" userId="S::fucheng.wu@univers.com::1a4127b0-a93e-4d38-b431-3271db581723" providerId="AD" clId="Web-{CFCC794E-B168-4FA9-EC15-3433734DDA9F}" dt="2025-02-12T02:04:03.611" v="9"/>
      <pc:docMkLst>
        <pc:docMk/>
      </pc:docMkLst>
      <pc:sldChg chg="modSp">
        <pc:chgData name="Terence Wu" userId="S::fucheng.wu@univers.com::1a4127b0-a93e-4d38-b431-3271db581723" providerId="AD" clId="Web-{CFCC794E-B168-4FA9-EC15-3433734DDA9F}" dt="2025-02-12T02:04:03.611" v="9"/>
        <pc:sldMkLst>
          <pc:docMk/>
          <pc:sldMk cId="2493562175" sldId="2147472929"/>
        </pc:sldMkLst>
        <pc:graphicFrameChg chg="mod modGraphic">
          <ac:chgData name="Terence Wu" userId="S::fucheng.wu@univers.com::1a4127b0-a93e-4d38-b431-3271db581723" providerId="AD" clId="Web-{CFCC794E-B168-4FA9-EC15-3433734DDA9F}" dt="2025-02-12T02:04:03.611" v="9"/>
          <ac:graphicFrameMkLst>
            <pc:docMk/>
            <pc:sldMk cId="2493562175" sldId="2147472929"/>
            <ac:graphicFrameMk id="5" creationId="{C51A2D60-1696-65BE-4A86-67A9672D1211}"/>
          </ac:graphicFrameMkLst>
        </pc:graphicFrameChg>
      </pc:sldChg>
    </pc:docChg>
  </pc:docChgLst>
  <pc:docChgLst>
    <pc:chgData name="Yun Li" userId="S::yun.li3@univers.com::a841c0d6-47bd-4aed-9498-daed041134e9" providerId="AD" clId="Web-{FFDAB543-9763-E878-3A43-BFA7F88CEE3B}"/>
    <pc:docChg chg="modSld">
      <pc:chgData name="Yun Li" userId="S::yun.li3@univers.com::a841c0d6-47bd-4aed-9498-daed041134e9" providerId="AD" clId="Web-{FFDAB543-9763-E878-3A43-BFA7F88CEE3B}" dt="2025-02-12T03:35:43.575" v="7" actId="1076"/>
      <pc:docMkLst>
        <pc:docMk/>
      </pc:docMkLst>
      <pc:sldChg chg="modSp">
        <pc:chgData name="Yun Li" userId="S::yun.li3@univers.com::a841c0d6-47bd-4aed-9498-daed041134e9" providerId="AD" clId="Web-{FFDAB543-9763-E878-3A43-BFA7F88CEE3B}" dt="2025-02-12T03:35:23.606" v="3" actId="20577"/>
        <pc:sldMkLst>
          <pc:docMk/>
          <pc:sldMk cId="3342544623" sldId="2147472928"/>
        </pc:sldMkLst>
        <pc:spChg chg="mod">
          <ac:chgData name="Yun Li" userId="S::yun.li3@univers.com::a841c0d6-47bd-4aed-9498-daed041134e9" providerId="AD" clId="Web-{FFDAB543-9763-E878-3A43-BFA7F88CEE3B}" dt="2025-02-12T03:35:23.606" v="3" actId="20577"/>
          <ac:spMkLst>
            <pc:docMk/>
            <pc:sldMk cId="3342544623" sldId="2147472928"/>
            <ac:spMk id="6" creationId="{DB22A06F-D5AA-8A29-33EF-78B1978269BE}"/>
          </ac:spMkLst>
        </pc:spChg>
      </pc:sldChg>
      <pc:sldChg chg="addSp modSp">
        <pc:chgData name="Yun Li" userId="S::yun.li3@univers.com::a841c0d6-47bd-4aed-9498-daed041134e9" providerId="AD" clId="Web-{FFDAB543-9763-E878-3A43-BFA7F88CEE3B}" dt="2025-02-12T03:35:43.575" v="7" actId="1076"/>
        <pc:sldMkLst>
          <pc:docMk/>
          <pc:sldMk cId="1749088917" sldId="2147481436"/>
        </pc:sldMkLst>
      </pc:sldChg>
    </pc:docChg>
  </pc:docChgLst>
  <pc:docChgLst>
    <pc:chgData name="Michael Huang" userId="S::michael.huang@univers.com::ba1d1a36-58c2-4f9c-9c80-2a82e30bd94c" providerId="AD" clId="Web-{E9656A5D-B975-D4C1-5C5D-D556692B0EFD}"/>
    <pc:docChg chg="addSld modSld modSection">
      <pc:chgData name="Michael Huang" userId="S::michael.huang@univers.com::ba1d1a36-58c2-4f9c-9c80-2a82e30bd94c" providerId="AD" clId="Web-{E9656A5D-B975-D4C1-5C5D-D556692B0EFD}" dt="2025-02-24T08:22:21.011" v="2"/>
      <pc:docMkLst>
        <pc:docMk/>
      </pc:docMkLst>
      <pc:sldChg chg="addSp delSp modSp">
        <pc:chgData name="Michael Huang" userId="S::michael.huang@univers.com::ba1d1a36-58c2-4f9c-9c80-2a82e30bd94c" providerId="AD" clId="Web-{E9656A5D-B975-D4C1-5C5D-D556692B0EFD}" dt="2025-02-24T08:22:14.558" v="1"/>
        <pc:sldMkLst>
          <pc:docMk/>
          <pc:sldMk cId="992260" sldId="2147472951"/>
        </pc:sldMkLst>
      </pc:sldChg>
      <pc:sldChg chg="new">
        <pc:chgData name="Michael Huang" userId="S::michael.huang@univers.com::ba1d1a36-58c2-4f9c-9c80-2a82e30bd94c" providerId="AD" clId="Web-{E9656A5D-B975-D4C1-5C5D-D556692B0EFD}" dt="2025-02-24T08:22:21.011" v="2"/>
        <pc:sldMkLst>
          <pc:docMk/>
          <pc:sldMk cId="3371821387" sldId="2147481442"/>
        </pc:sldMkLst>
      </pc:sldChg>
    </pc:docChg>
  </pc:docChgLst>
  <pc:docChgLst>
    <pc:chgData name="Allen Huang" userId="S::aijun.huang@univers.com::6e6227cb-b64a-4466-9740-ad512428c4f8" providerId="AD" clId="Web-{4CD30EA5-A557-AD8A-88B0-930EA037666E}"/>
    <pc:docChg chg="sldOrd">
      <pc:chgData name="Allen Huang" userId="S::aijun.huang@univers.com::6e6227cb-b64a-4466-9740-ad512428c4f8" providerId="AD" clId="Web-{4CD30EA5-A557-AD8A-88B0-930EA037666E}" dt="2025-02-04T04:56:14.728" v="0"/>
      <pc:docMkLst>
        <pc:docMk/>
      </pc:docMkLst>
      <pc:sldChg chg="ord">
        <pc:chgData name="Allen Huang" userId="S::aijun.huang@univers.com::6e6227cb-b64a-4466-9740-ad512428c4f8" providerId="AD" clId="Web-{4CD30EA5-A557-AD8A-88B0-930EA037666E}" dt="2025-02-04T04:56:14.728" v="0"/>
        <pc:sldMkLst>
          <pc:docMk/>
          <pc:sldMk cId="2493562175" sldId="2147472929"/>
        </pc:sldMkLst>
      </pc:sldChg>
    </pc:docChg>
  </pc:docChgLst>
  <pc:docChgLst>
    <pc:chgData name="Yun Li" userId="S::yun.li3@univers.com::a841c0d6-47bd-4aed-9498-daed041134e9" providerId="AD" clId="Web-{1228B7C6-D9B1-2ECE-D088-6F3948F14D3D}"/>
    <pc:docChg chg="modSld">
      <pc:chgData name="Yun Li" userId="S::yun.li3@univers.com::a841c0d6-47bd-4aed-9498-daed041134e9" providerId="AD" clId="Web-{1228B7C6-D9B1-2ECE-D088-6F3948F14D3D}" dt="2025-02-11T06:20:50.248" v="227"/>
      <pc:docMkLst>
        <pc:docMk/>
      </pc:docMkLst>
      <pc:sldChg chg="modSp">
        <pc:chgData name="Yun Li" userId="S::yun.li3@univers.com::a841c0d6-47bd-4aed-9498-daed041134e9" providerId="AD" clId="Web-{1228B7C6-D9B1-2ECE-D088-6F3948F14D3D}" dt="2025-02-11T06:02:43.237" v="7"/>
        <pc:sldMkLst>
          <pc:docMk/>
          <pc:sldMk cId="3520859013" sldId="2147472923"/>
        </pc:sldMkLst>
        <pc:graphicFrameChg chg="mod modGraphic">
          <ac:chgData name="Yun Li" userId="S::yun.li3@univers.com::a841c0d6-47bd-4aed-9498-daed041134e9" providerId="AD" clId="Web-{1228B7C6-D9B1-2ECE-D088-6F3948F14D3D}" dt="2025-02-11T06:02:43.237" v="7"/>
          <ac:graphicFrameMkLst>
            <pc:docMk/>
            <pc:sldMk cId="3520859013" sldId="2147472923"/>
            <ac:graphicFrameMk id="4" creationId="{F3170F78-BF77-BB85-16EE-D682C6AADDC0}"/>
          </ac:graphicFrameMkLst>
        </pc:graphicFrameChg>
      </pc:sldChg>
      <pc:sldChg chg="modSp">
        <pc:chgData name="Yun Li" userId="S::yun.li3@univers.com::a841c0d6-47bd-4aed-9498-daed041134e9" providerId="AD" clId="Web-{1228B7C6-D9B1-2ECE-D088-6F3948F14D3D}" dt="2025-02-11T06:15:15.335" v="193" actId="14100"/>
        <pc:sldMkLst>
          <pc:docMk/>
          <pc:sldMk cId="3342544623" sldId="2147472928"/>
        </pc:sldMkLst>
        <pc:spChg chg="mod">
          <ac:chgData name="Yun Li" userId="S::yun.li3@univers.com::a841c0d6-47bd-4aed-9498-daed041134e9" providerId="AD" clId="Web-{1228B7C6-D9B1-2ECE-D088-6F3948F14D3D}" dt="2025-02-11T06:15:15.335" v="193" actId="14100"/>
          <ac:spMkLst>
            <pc:docMk/>
            <pc:sldMk cId="3342544623" sldId="2147472928"/>
            <ac:spMk id="6" creationId="{DB22A06F-D5AA-8A29-33EF-78B1978269BE}"/>
          </ac:spMkLst>
        </pc:spChg>
      </pc:sldChg>
      <pc:sldChg chg="modSp">
        <pc:chgData name="Yun Li" userId="S::yun.li3@univers.com::a841c0d6-47bd-4aed-9498-daed041134e9" providerId="AD" clId="Web-{1228B7C6-D9B1-2ECE-D088-6F3948F14D3D}" dt="2025-02-11T06:20:50.248" v="227"/>
        <pc:sldMkLst>
          <pc:docMk/>
          <pc:sldMk cId="2493562175" sldId="2147472929"/>
        </pc:sldMkLst>
        <pc:graphicFrameChg chg="mod modGraphic">
          <ac:chgData name="Yun Li" userId="S::yun.li3@univers.com::a841c0d6-47bd-4aed-9498-daed041134e9" providerId="AD" clId="Web-{1228B7C6-D9B1-2ECE-D088-6F3948F14D3D}" dt="2025-02-11T06:20:50.248" v="227"/>
          <ac:graphicFrameMkLst>
            <pc:docMk/>
            <pc:sldMk cId="2493562175" sldId="2147472929"/>
            <ac:graphicFrameMk id="5" creationId="{C51A2D60-1696-65BE-4A86-67A9672D1211}"/>
          </ac:graphicFrameMkLst>
        </pc:graphicFrameChg>
      </pc:sldChg>
    </pc:docChg>
  </pc:docChgLst>
  <pc:docChgLst>
    <pc:chgData name="Yun Li" userId="S::yun.li3@univers.com::a841c0d6-47bd-4aed-9498-daed041134e9" providerId="AD" clId="Web-{E6D1A647-557E-0B59-04DF-0AD85FD5E463}"/>
    <pc:docChg chg="addSld modSld modSection">
      <pc:chgData name="Yun Li" userId="S::yun.li3@univers.com::a841c0d6-47bd-4aed-9498-daed041134e9" providerId="AD" clId="Web-{E6D1A647-557E-0B59-04DF-0AD85FD5E463}" dt="2025-02-24T01:43:07.952" v="135" actId="20577"/>
      <pc:docMkLst>
        <pc:docMk/>
      </pc:docMkLst>
      <pc:sldChg chg="modSp">
        <pc:chgData name="Yun Li" userId="S::yun.li3@univers.com::a841c0d6-47bd-4aed-9498-daed041134e9" providerId="AD" clId="Web-{E6D1A647-557E-0B59-04DF-0AD85FD5E463}" dt="2025-02-24T01:05:58.935" v="16"/>
        <pc:sldMkLst>
          <pc:docMk/>
          <pc:sldMk cId="394225246" sldId="2147472942"/>
        </pc:sldMkLst>
      </pc:sldChg>
      <pc:sldChg chg="addSp delSp modSp">
        <pc:chgData name="Yun Li" userId="S::yun.li3@univers.com::a841c0d6-47bd-4aed-9498-daed041134e9" providerId="AD" clId="Web-{E6D1A647-557E-0B59-04DF-0AD85FD5E463}" dt="2025-02-24T01:10:26.143" v="85" actId="20577"/>
        <pc:sldMkLst>
          <pc:docMk/>
          <pc:sldMk cId="3294941897" sldId="2147481432"/>
        </pc:sldMkLst>
      </pc:sldChg>
      <pc:sldChg chg="addSp delSp modSp add replId">
        <pc:chgData name="Yun Li" userId="S::yun.li3@univers.com::a841c0d6-47bd-4aed-9498-daed041134e9" providerId="AD" clId="Web-{E6D1A647-557E-0B59-04DF-0AD85FD5E463}" dt="2025-02-24T01:43:07.952" v="135" actId="20577"/>
        <pc:sldMkLst>
          <pc:docMk/>
          <pc:sldMk cId="3984713003" sldId="2147481440"/>
        </pc:sldMkLst>
        <pc:spChg chg="add mod">
          <ac:chgData name="Yun Li" userId="S::yun.li3@univers.com::a841c0d6-47bd-4aed-9498-daed041134e9" providerId="AD" clId="Web-{E6D1A647-557E-0B59-04DF-0AD85FD5E463}" dt="2025-02-24T01:43:07.952" v="135" actId="20577"/>
          <ac:spMkLst>
            <pc:docMk/>
            <pc:sldMk cId="3984713003" sldId="2147481440"/>
            <ac:spMk id="4" creationId="{030C6D2F-ADDB-92A8-E487-482564995341}"/>
          </ac:spMkLst>
        </pc:spChg>
      </pc:sldChg>
    </pc:docChg>
  </pc:docChgLst>
  <pc:docChgLst>
    <pc:chgData name="Xiangnan Jia" userId="3f7abff9-3970-4741-bba6-40cce96316c9" providerId="ADAL" clId="{A8D0C97F-CD2B-43D2-8A5D-D0DEAFABF265}"/>
    <pc:docChg chg="undo custSel addSld delSld modSld modSection">
      <pc:chgData name="Xiangnan Jia" userId="3f7abff9-3970-4741-bba6-40cce96316c9" providerId="ADAL" clId="{A8D0C97F-CD2B-43D2-8A5D-D0DEAFABF265}" dt="2025-03-19T07:57:19.740" v="362" actId="2696"/>
      <pc:docMkLst>
        <pc:docMk/>
      </pc:docMkLst>
      <pc:sldChg chg="addSp delSp modSp add mod">
        <pc:chgData name="Xiangnan Jia" userId="3f7abff9-3970-4741-bba6-40cce96316c9" providerId="ADAL" clId="{A8D0C97F-CD2B-43D2-8A5D-D0DEAFABF265}" dt="2025-03-19T07:42:38.480" v="337" actId="1076"/>
        <pc:sldMkLst>
          <pc:docMk/>
          <pc:sldMk cId="1168972737" sldId="2147481464"/>
        </pc:sldMkLst>
        <pc:spChg chg="add mod">
          <ac:chgData name="Xiangnan Jia" userId="3f7abff9-3970-4741-bba6-40cce96316c9" providerId="ADAL" clId="{A8D0C97F-CD2B-43D2-8A5D-D0DEAFABF265}" dt="2025-03-19T07:19:49.866" v="5" actId="1076"/>
          <ac:spMkLst>
            <pc:docMk/>
            <pc:sldMk cId="1168972737" sldId="2147481464"/>
            <ac:spMk id="2" creationId="{C33B552A-B797-6155-D300-0E29681A1175}"/>
          </ac:spMkLst>
        </pc:spChg>
        <pc:spChg chg="add del mod">
          <ac:chgData name="Xiangnan Jia" userId="3f7abff9-3970-4741-bba6-40cce96316c9" providerId="ADAL" clId="{A8D0C97F-CD2B-43D2-8A5D-D0DEAFABF265}" dt="2025-03-19T07:23:34.894" v="42" actId="478"/>
          <ac:spMkLst>
            <pc:docMk/>
            <pc:sldMk cId="1168972737" sldId="2147481464"/>
            <ac:spMk id="10" creationId="{08691FA0-6D62-F494-B12C-1A00D0F6527A}"/>
          </ac:spMkLst>
        </pc:spChg>
        <pc:spChg chg="add mod">
          <ac:chgData name="Xiangnan Jia" userId="3f7abff9-3970-4741-bba6-40cce96316c9" providerId="ADAL" clId="{A8D0C97F-CD2B-43D2-8A5D-D0DEAFABF265}" dt="2025-03-19T07:25:59.771" v="163" actId="1076"/>
          <ac:spMkLst>
            <pc:docMk/>
            <pc:sldMk cId="1168972737" sldId="2147481464"/>
            <ac:spMk id="12" creationId="{1FAEC396-F13C-ECE6-1FFF-CCD7F4ECCA3E}"/>
          </ac:spMkLst>
        </pc:spChg>
        <pc:spChg chg="add mod">
          <ac:chgData name="Xiangnan Jia" userId="3f7abff9-3970-4741-bba6-40cce96316c9" providerId="ADAL" clId="{A8D0C97F-CD2B-43D2-8A5D-D0DEAFABF265}" dt="2025-03-19T07:25:59.771" v="163" actId="1076"/>
          <ac:spMkLst>
            <pc:docMk/>
            <pc:sldMk cId="1168972737" sldId="2147481464"/>
            <ac:spMk id="13" creationId="{A71574AA-74F7-9F91-ED22-DDA295F90552}"/>
          </ac:spMkLst>
        </pc:spChg>
        <pc:spChg chg="add mod">
          <ac:chgData name="Xiangnan Jia" userId="3f7abff9-3970-4741-bba6-40cce96316c9" providerId="ADAL" clId="{A8D0C97F-CD2B-43D2-8A5D-D0DEAFABF265}" dt="2025-03-19T07:26:04.338" v="164" actId="1076"/>
          <ac:spMkLst>
            <pc:docMk/>
            <pc:sldMk cId="1168972737" sldId="2147481464"/>
            <ac:spMk id="14" creationId="{67A069B8-12DA-E225-0582-40F5597B8D73}"/>
          </ac:spMkLst>
        </pc:spChg>
        <pc:spChg chg="add mod">
          <ac:chgData name="Xiangnan Jia" userId="3f7abff9-3970-4741-bba6-40cce96316c9" providerId="ADAL" clId="{A8D0C97F-CD2B-43D2-8A5D-D0DEAFABF265}" dt="2025-03-19T07:26:04.338" v="164" actId="1076"/>
          <ac:spMkLst>
            <pc:docMk/>
            <pc:sldMk cId="1168972737" sldId="2147481464"/>
            <ac:spMk id="16" creationId="{748E2266-761D-EA0D-72A9-272DCE6BFA77}"/>
          </ac:spMkLst>
        </pc:spChg>
        <pc:spChg chg="add mod">
          <ac:chgData name="Xiangnan Jia" userId="3f7abff9-3970-4741-bba6-40cce96316c9" providerId="ADAL" clId="{A8D0C97F-CD2B-43D2-8A5D-D0DEAFABF265}" dt="2025-03-19T07:26:10.122" v="165" actId="1076"/>
          <ac:spMkLst>
            <pc:docMk/>
            <pc:sldMk cId="1168972737" sldId="2147481464"/>
            <ac:spMk id="17" creationId="{30F5FF15-8563-2AB0-B54E-CC521142C74C}"/>
          </ac:spMkLst>
        </pc:spChg>
        <pc:spChg chg="add mod">
          <ac:chgData name="Xiangnan Jia" userId="3f7abff9-3970-4741-bba6-40cce96316c9" providerId="ADAL" clId="{A8D0C97F-CD2B-43D2-8A5D-D0DEAFABF265}" dt="2025-03-19T07:26:14.598" v="166" actId="1076"/>
          <ac:spMkLst>
            <pc:docMk/>
            <pc:sldMk cId="1168972737" sldId="2147481464"/>
            <ac:spMk id="22" creationId="{197A82B3-46F6-1BEF-4C5C-DE9D850B7CCA}"/>
          </ac:spMkLst>
        </pc:spChg>
        <pc:spChg chg="mod">
          <ac:chgData name="Xiangnan Jia" userId="3f7abff9-3970-4741-bba6-40cce96316c9" providerId="ADAL" clId="{A8D0C97F-CD2B-43D2-8A5D-D0DEAFABF265}" dt="2025-03-19T07:25:17.132" v="159" actId="1076"/>
          <ac:spMkLst>
            <pc:docMk/>
            <pc:sldMk cId="1168972737" sldId="2147481464"/>
            <ac:spMk id="36" creationId="{0A6034B1-E36B-7575-1891-102245928285}"/>
          </ac:spMkLst>
        </pc:spChg>
        <pc:spChg chg="add mod">
          <ac:chgData name="Xiangnan Jia" userId="3f7abff9-3970-4741-bba6-40cce96316c9" providerId="ADAL" clId="{A8D0C97F-CD2B-43D2-8A5D-D0DEAFABF265}" dt="2025-03-19T07:32:05.161" v="177" actId="1076"/>
          <ac:spMkLst>
            <pc:docMk/>
            <pc:sldMk cId="1168972737" sldId="2147481464"/>
            <ac:spMk id="41" creationId="{1D12D6CF-98DF-C57D-6333-216ACA5FB723}"/>
          </ac:spMkLst>
        </pc:spChg>
        <pc:spChg chg="add mod">
          <ac:chgData name="Xiangnan Jia" userId="3f7abff9-3970-4741-bba6-40cce96316c9" providerId="ADAL" clId="{A8D0C97F-CD2B-43D2-8A5D-D0DEAFABF265}" dt="2025-03-19T07:32:11.633" v="179" actId="1076"/>
          <ac:spMkLst>
            <pc:docMk/>
            <pc:sldMk cId="1168972737" sldId="2147481464"/>
            <ac:spMk id="43" creationId="{CF606E58-C6DB-B260-086E-1EBA5C8EA591}"/>
          </ac:spMkLst>
        </pc:spChg>
        <pc:spChg chg="add mod">
          <ac:chgData name="Xiangnan Jia" userId="3f7abff9-3970-4741-bba6-40cce96316c9" providerId="ADAL" clId="{A8D0C97F-CD2B-43D2-8A5D-D0DEAFABF265}" dt="2025-03-19T07:32:20.441" v="181" actId="1076"/>
          <ac:spMkLst>
            <pc:docMk/>
            <pc:sldMk cId="1168972737" sldId="2147481464"/>
            <ac:spMk id="44" creationId="{44BB714B-7BED-9C6F-2459-1E7B7394CBF1}"/>
          </ac:spMkLst>
        </pc:spChg>
        <pc:spChg chg="add mod">
          <ac:chgData name="Xiangnan Jia" userId="3f7abff9-3970-4741-bba6-40cce96316c9" providerId="ADAL" clId="{A8D0C97F-CD2B-43D2-8A5D-D0DEAFABF265}" dt="2025-03-19T07:32:34.096" v="187" actId="1037"/>
          <ac:spMkLst>
            <pc:docMk/>
            <pc:sldMk cId="1168972737" sldId="2147481464"/>
            <ac:spMk id="45" creationId="{C12B08FA-73A2-39D6-BFCE-B7B792B033F3}"/>
          </ac:spMkLst>
        </pc:spChg>
        <pc:spChg chg="add mod ord">
          <ac:chgData name="Xiangnan Jia" userId="3f7abff9-3970-4741-bba6-40cce96316c9" providerId="ADAL" clId="{A8D0C97F-CD2B-43D2-8A5D-D0DEAFABF265}" dt="2025-03-19T07:39:31.174" v="304" actId="167"/>
          <ac:spMkLst>
            <pc:docMk/>
            <pc:sldMk cId="1168972737" sldId="2147481464"/>
            <ac:spMk id="46" creationId="{5061016C-7473-6C41-6E85-31DAACB2867E}"/>
          </ac:spMkLst>
        </pc:spChg>
        <pc:spChg chg="add mod">
          <ac:chgData name="Xiangnan Jia" userId="3f7abff9-3970-4741-bba6-40cce96316c9" providerId="ADAL" clId="{A8D0C97F-CD2B-43D2-8A5D-D0DEAFABF265}" dt="2025-03-19T07:38:05.449" v="288" actId="1076"/>
          <ac:spMkLst>
            <pc:docMk/>
            <pc:sldMk cId="1168972737" sldId="2147481464"/>
            <ac:spMk id="47" creationId="{9E5F6061-3B24-90FB-7777-1FB0E604F5A2}"/>
          </ac:spMkLst>
        </pc:spChg>
        <pc:spChg chg="add mod">
          <ac:chgData name="Xiangnan Jia" userId="3f7abff9-3970-4741-bba6-40cce96316c9" providerId="ADAL" clId="{A8D0C97F-CD2B-43D2-8A5D-D0DEAFABF265}" dt="2025-03-19T07:38:12.881" v="297" actId="20577"/>
          <ac:spMkLst>
            <pc:docMk/>
            <pc:sldMk cId="1168972737" sldId="2147481464"/>
            <ac:spMk id="48" creationId="{5A7FFACE-2495-32BB-E32E-1C2BE508EC43}"/>
          </ac:spMkLst>
        </pc:spChg>
        <pc:spChg chg="add mod ord">
          <ac:chgData name="Xiangnan Jia" userId="3f7abff9-3970-4741-bba6-40cce96316c9" providerId="ADAL" clId="{A8D0C97F-CD2B-43D2-8A5D-D0DEAFABF265}" dt="2025-03-19T07:38:43.827" v="301" actId="14100"/>
          <ac:spMkLst>
            <pc:docMk/>
            <pc:sldMk cId="1168972737" sldId="2147481464"/>
            <ac:spMk id="49" creationId="{27A58C13-E789-43F6-13E6-FADD4AF11AC0}"/>
          </ac:spMkLst>
        </pc:spChg>
        <pc:spChg chg="add mod">
          <ac:chgData name="Xiangnan Jia" userId="3f7abff9-3970-4741-bba6-40cce96316c9" providerId="ADAL" clId="{A8D0C97F-CD2B-43D2-8A5D-D0DEAFABF265}" dt="2025-03-19T07:37:44.871" v="285" actId="20577"/>
          <ac:spMkLst>
            <pc:docMk/>
            <pc:sldMk cId="1168972737" sldId="2147481464"/>
            <ac:spMk id="50" creationId="{00074156-B424-38AC-DDDF-E53A54C96FC9}"/>
          </ac:spMkLst>
        </pc:spChg>
        <pc:spChg chg="mod">
          <ac:chgData name="Xiangnan Jia" userId="3f7abff9-3970-4741-bba6-40cce96316c9" providerId="ADAL" clId="{A8D0C97F-CD2B-43D2-8A5D-D0DEAFABF265}" dt="2025-03-19T07:32:49.614" v="191" actId="20577"/>
          <ac:spMkLst>
            <pc:docMk/>
            <pc:sldMk cId="1168972737" sldId="2147481464"/>
            <ac:spMk id="55" creationId="{0BE6EF1D-ADBC-484E-5D84-5CD7AFBA62F8}"/>
          </ac:spMkLst>
        </pc:spChg>
        <pc:spChg chg="add mod">
          <ac:chgData name="Xiangnan Jia" userId="3f7abff9-3970-4741-bba6-40cce96316c9" providerId="ADAL" clId="{A8D0C97F-CD2B-43D2-8A5D-D0DEAFABF265}" dt="2025-03-19T07:41:51.700" v="328" actId="1038"/>
          <ac:spMkLst>
            <pc:docMk/>
            <pc:sldMk cId="1168972737" sldId="2147481464"/>
            <ac:spMk id="57" creationId="{E7D83BC3-DA44-63E4-11D3-CC53C4B963C9}"/>
          </ac:spMkLst>
        </pc:spChg>
        <pc:spChg chg="add mod">
          <ac:chgData name="Xiangnan Jia" userId="3f7abff9-3970-4741-bba6-40cce96316c9" providerId="ADAL" clId="{A8D0C97F-CD2B-43D2-8A5D-D0DEAFABF265}" dt="2025-03-19T07:42:30.650" v="335" actId="14100"/>
          <ac:spMkLst>
            <pc:docMk/>
            <pc:sldMk cId="1168972737" sldId="2147481464"/>
            <ac:spMk id="66" creationId="{1E12D16F-F584-C7BF-B98B-AA32766E700E}"/>
          </ac:spMkLst>
        </pc:spChg>
        <pc:spChg chg="add mod">
          <ac:chgData name="Xiangnan Jia" userId="3f7abff9-3970-4741-bba6-40cce96316c9" providerId="ADAL" clId="{A8D0C97F-CD2B-43D2-8A5D-D0DEAFABF265}" dt="2025-03-19T07:42:38.480" v="337" actId="1076"/>
          <ac:spMkLst>
            <pc:docMk/>
            <pc:sldMk cId="1168972737" sldId="2147481464"/>
            <ac:spMk id="67" creationId="{77B8B8E2-AB06-DD5D-2D44-D3339E1C211D}"/>
          </ac:spMkLst>
        </pc:spChg>
        <pc:spChg chg="mod">
          <ac:chgData name="Xiangnan Jia" userId="3f7abff9-3970-4741-bba6-40cce96316c9" providerId="ADAL" clId="{A8D0C97F-CD2B-43D2-8A5D-D0DEAFABF265}" dt="2025-03-19T07:24:15.044" v="113" actId="1036"/>
          <ac:spMkLst>
            <pc:docMk/>
            <pc:sldMk cId="1168972737" sldId="2147481464"/>
            <ac:spMk id="82" creationId="{A48D5451-8E33-C2A4-E957-62438C749F01}"/>
          </ac:spMkLst>
        </pc:spChg>
        <pc:spChg chg="mod">
          <ac:chgData name="Xiangnan Jia" userId="3f7abff9-3970-4741-bba6-40cce96316c9" providerId="ADAL" clId="{A8D0C97F-CD2B-43D2-8A5D-D0DEAFABF265}" dt="2025-03-19T07:24:15.044" v="113" actId="1036"/>
          <ac:spMkLst>
            <pc:docMk/>
            <pc:sldMk cId="1168972737" sldId="2147481464"/>
            <ac:spMk id="88" creationId="{1F3A9C74-90D9-49D3-D78A-A02EFFB96684}"/>
          </ac:spMkLst>
        </pc:spChg>
        <pc:spChg chg="mod">
          <ac:chgData name="Xiangnan Jia" userId="3f7abff9-3970-4741-bba6-40cce96316c9" providerId="ADAL" clId="{A8D0C97F-CD2B-43D2-8A5D-D0DEAFABF265}" dt="2025-03-19T07:24:15.044" v="113" actId="1036"/>
          <ac:spMkLst>
            <pc:docMk/>
            <pc:sldMk cId="1168972737" sldId="2147481464"/>
            <ac:spMk id="110" creationId="{2037E56E-897A-31A6-B5CB-C3F7FCF7828E}"/>
          </ac:spMkLst>
        </pc:spChg>
        <pc:spChg chg="mod">
          <ac:chgData name="Xiangnan Jia" userId="3f7abff9-3970-4741-bba6-40cce96316c9" providerId="ADAL" clId="{A8D0C97F-CD2B-43D2-8A5D-D0DEAFABF265}" dt="2025-03-19T07:24:15.044" v="113" actId="1036"/>
          <ac:spMkLst>
            <pc:docMk/>
            <pc:sldMk cId="1168972737" sldId="2147481464"/>
            <ac:spMk id="118" creationId="{244C03CA-C398-4F9D-648A-3C14413A4218}"/>
          </ac:spMkLst>
        </pc:spChg>
        <pc:spChg chg="mod">
          <ac:chgData name="Xiangnan Jia" userId="3f7abff9-3970-4741-bba6-40cce96316c9" providerId="ADAL" clId="{A8D0C97F-CD2B-43D2-8A5D-D0DEAFABF265}" dt="2025-03-19T07:24:15.044" v="113" actId="1036"/>
          <ac:spMkLst>
            <pc:docMk/>
            <pc:sldMk cId="1168972737" sldId="2147481464"/>
            <ac:spMk id="132" creationId="{93DE0F12-5234-F550-D2B4-2DE6798EA0AE}"/>
          </ac:spMkLst>
        </pc:spChg>
        <pc:spChg chg="mod ord">
          <ac:chgData name="Xiangnan Jia" userId="3f7abff9-3970-4741-bba6-40cce96316c9" providerId="ADAL" clId="{A8D0C97F-CD2B-43D2-8A5D-D0DEAFABF265}" dt="2025-03-19T07:42:17.261" v="331" actId="1076"/>
          <ac:spMkLst>
            <pc:docMk/>
            <pc:sldMk cId="1168972737" sldId="2147481464"/>
            <ac:spMk id="134" creationId="{3FAD62A4-E1D5-CDB4-FD96-D0081D847C25}"/>
          </ac:spMkLst>
        </pc:spChg>
        <pc:spChg chg="mod">
          <ac:chgData name="Xiangnan Jia" userId="3f7abff9-3970-4741-bba6-40cce96316c9" providerId="ADAL" clId="{A8D0C97F-CD2B-43D2-8A5D-D0DEAFABF265}" dt="2025-03-19T07:32:42.393" v="189" actId="20577"/>
          <ac:spMkLst>
            <pc:docMk/>
            <pc:sldMk cId="1168972737" sldId="2147481464"/>
            <ac:spMk id="136" creationId="{C9A94D72-35D6-16BF-B6DB-518FEC2ADCCD}"/>
          </ac:spMkLst>
        </pc:spChg>
        <pc:spChg chg="mod">
          <ac:chgData name="Xiangnan Jia" userId="3f7abff9-3970-4741-bba6-40cce96316c9" providerId="ADAL" clId="{A8D0C97F-CD2B-43D2-8A5D-D0DEAFABF265}" dt="2025-03-19T07:24:15.044" v="113" actId="1036"/>
          <ac:spMkLst>
            <pc:docMk/>
            <pc:sldMk cId="1168972737" sldId="2147481464"/>
            <ac:spMk id="140" creationId="{975EDACD-1100-EE4C-0A04-B5E03A08B1F3}"/>
          </ac:spMkLst>
        </pc:spChg>
        <pc:spChg chg="mod">
          <ac:chgData name="Xiangnan Jia" userId="3f7abff9-3970-4741-bba6-40cce96316c9" providerId="ADAL" clId="{A8D0C97F-CD2B-43D2-8A5D-D0DEAFABF265}" dt="2025-03-19T07:24:15.044" v="113" actId="1036"/>
          <ac:spMkLst>
            <pc:docMk/>
            <pc:sldMk cId="1168972737" sldId="2147481464"/>
            <ac:spMk id="141" creationId="{96F6C2A6-A8B4-54EF-E675-5EE9FB318E86}"/>
          </ac:spMkLst>
        </pc:spChg>
        <pc:spChg chg="mod">
          <ac:chgData name="Xiangnan Jia" userId="3f7abff9-3970-4741-bba6-40cce96316c9" providerId="ADAL" clId="{A8D0C97F-CD2B-43D2-8A5D-D0DEAFABF265}" dt="2025-03-19T07:24:15.044" v="113" actId="1036"/>
          <ac:spMkLst>
            <pc:docMk/>
            <pc:sldMk cId="1168972737" sldId="2147481464"/>
            <ac:spMk id="143" creationId="{13CEF4F5-5493-62E5-2FCB-8364BC96D924}"/>
          </ac:spMkLst>
        </pc:spChg>
        <pc:spChg chg="mod">
          <ac:chgData name="Xiangnan Jia" userId="3f7abff9-3970-4741-bba6-40cce96316c9" providerId="ADAL" clId="{A8D0C97F-CD2B-43D2-8A5D-D0DEAFABF265}" dt="2025-03-19T07:33:46.398" v="193" actId="1076"/>
          <ac:spMkLst>
            <pc:docMk/>
            <pc:sldMk cId="1168972737" sldId="2147481464"/>
            <ac:spMk id="146" creationId="{37271C4E-2EFD-A806-439D-2937EAD1EEB5}"/>
          </ac:spMkLst>
        </pc:spChg>
        <pc:spChg chg="mod">
          <ac:chgData name="Xiangnan Jia" userId="3f7abff9-3970-4741-bba6-40cce96316c9" providerId="ADAL" clId="{A8D0C97F-CD2B-43D2-8A5D-D0DEAFABF265}" dt="2025-03-19T07:39:40.147" v="307" actId="1076"/>
          <ac:spMkLst>
            <pc:docMk/>
            <pc:sldMk cId="1168972737" sldId="2147481464"/>
            <ac:spMk id="147" creationId="{14228D81-1447-FD11-B0ED-E544233AE03A}"/>
          </ac:spMkLst>
        </pc:spChg>
        <pc:spChg chg="mod">
          <ac:chgData name="Xiangnan Jia" userId="3f7abff9-3970-4741-bba6-40cce96316c9" providerId="ADAL" clId="{A8D0C97F-CD2B-43D2-8A5D-D0DEAFABF265}" dt="2025-03-19T07:41:45.459" v="326" actId="1076"/>
          <ac:spMkLst>
            <pc:docMk/>
            <pc:sldMk cId="1168972737" sldId="2147481464"/>
            <ac:spMk id="149" creationId="{06E860BB-0B4C-D947-570D-32035C78014D}"/>
          </ac:spMkLst>
        </pc:spChg>
        <pc:spChg chg="mod">
          <ac:chgData name="Xiangnan Jia" userId="3f7abff9-3970-4741-bba6-40cce96316c9" providerId="ADAL" clId="{A8D0C97F-CD2B-43D2-8A5D-D0DEAFABF265}" dt="2025-03-19T07:33:34.498" v="192" actId="14100"/>
          <ac:spMkLst>
            <pc:docMk/>
            <pc:sldMk cId="1168972737" sldId="2147481464"/>
            <ac:spMk id="168" creationId="{F29DCFCD-87DF-F6B0-505C-E32A615ADEEE}"/>
          </ac:spMkLst>
        </pc:spChg>
        <pc:cxnChg chg="add del">
          <ac:chgData name="Xiangnan Jia" userId="3f7abff9-3970-4741-bba6-40cce96316c9" providerId="ADAL" clId="{A8D0C97F-CD2B-43D2-8A5D-D0DEAFABF265}" dt="2025-03-19T07:25:52.863" v="162" actId="478"/>
          <ac:cxnSpMkLst>
            <pc:docMk/>
            <pc:sldMk cId="1168972737" sldId="2147481464"/>
            <ac:cxnSpMk id="29" creationId="{7B0BA78D-6526-0DB3-8858-D54356A01C63}"/>
          </ac:cxnSpMkLst>
        </pc:cxnChg>
        <pc:cxnChg chg="add mod">
          <ac:chgData name="Xiangnan Jia" userId="3f7abff9-3970-4741-bba6-40cce96316c9" providerId="ADAL" clId="{A8D0C97F-CD2B-43D2-8A5D-D0DEAFABF265}" dt="2025-03-19T07:26:44.698" v="169" actId="693"/>
          <ac:cxnSpMkLst>
            <pc:docMk/>
            <pc:sldMk cId="1168972737" sldId="2147481464"/>
            <ac:cxnSpMk id="31" creationId="{FE22B758-23B8-1686-9B07-444719F0CC2C}"/>
          </ac:cxnSpMkLst>
        </pc:cxnChg>
        <pc:cxnChg chg="add del">
          <ac:chgData name="Xiangnan Jia" userId="3f7abff9-3970-4741-bba6-40cce96316c9" providerId="ADAL" clId="{A8D0C97F-CD2B-43D2-8A5D-D0DEAFABF265}" dt="2025-03-19T07:26:47.047" v="171" actId="478"/>
          <ac:cxnSpMkLst>
            <pc:docMk/>
            <pc:sldMk cId="1168972737" sldId="2147481464"/>
            <ac:cxnSpMk id="34" creationId="{CA69F27F-04CA-80ED-724F-DE59E7EB0CC5}"/>
          </ac:cxnSpMkLst>
        </pc:cxnChg>
        <pc:cxnChg chg="mod">
          <ac:chgData name="Xiangnan Jia" userId="3f7abff9-3970-4741-bba6-40cce96316c9" providerId="ADAL" clId="{A8D0C97F-CD2B-43D2-8A5D-D0DEAFABF265}" dt="2025-03-19T07:41:45.459" v="326" actId="1076"/>
          <ac:cxnSpMkLst>
            <pc:docMk/>
            <pc:sldMk cId="1168972737" sldId="2147481464"/>
            <ac:cxnSpMk id="159" creationId="{DE162EDE-26FA-7A58-0629-D606DEB44782}"/>
          </ac:cxnSpMkLst>
        </pc:cxnChg>
      </pc:sldChg>
      <pc:sldChg chg="delSp new del mod">
        <pc:chgData name="Xiangnan Jia" userId="3f7abff9-3970-4741-bba6-40cce96316c9" providerId="ADAL" clId="{A8D0C97F-CD2B-43D2-8A5D-D0DEAFABF265}" dt="2025-03-19T07:30:02.133" v="174" actId="2696"/>
        <pc:sldMkLst>
          <pc:docMk/>
          <pc:sldMk cId="3456824303" sldId="2147481465"/>
        </pc:sldMkLst>
        <pc:spChg chg="del">
          <ac:chgData name="Xiangnan Jia" userId="3f7abff9-3970-4741-bba6-40cce96316c9" providerId="ADAL" clId="{A8D0C97F-CD2B-43D2-8A5D-D0DEAFABF265}" dt="2025-03-19T07:27:34.229" v="173" actId="478"/>
          <ac:spMkLst>
            <pc:docMk/>
            <pc:sldMk cId="3456824303" sldId="2147481465"/>
            <ac:spMk id="2" creationId="{AC5D21B8-2F46-2287-5176-62C10F6476BB}"/>
          </ac:spMkLst>
        </pc:spChg>
      </pc:sldChg>
      <pc:sldChg chg="addSp modSp new del mod">
        <pc:chgData name="Xiangnan Jia" userId="3f7abff9-3970-4741-bba6-40cce96316c9" providerId="ADAL" clId="{A8D0C97F-CD2B-43D2-8A5D-D0DEAFABF265}" dt="2025-03-19T07:57:19.740" v="362" actId="2696"/>
        <pc:sldMkLst>
          <pc:docMk/>
          <pc:sldMk cId="3999805072" sldId="2147481467"/>
        </pc:sldMkLst>
        <pc:spChg chg="mod">
          <ac:chgData name="Xiangnan Jia" userId="3f7abff9-3970-4741-bba6-40cce96316c9" providerId="ADAL" clId="{A8D0C97F-CD2B-43D2-8A5D-D0DEAFABF265}" dt="2025-03-19T07:44:42.207" v="348" actId="20577"/>
          <ac:spMkLst>
            <pc:docMk/>
            <pc:sldMk cId="3999805072" sldId="2147481467"/>
            <ac:spMk id="2" creationId="{66338860-3D6C-CF03-787A-B1FA890CB409}"/>
          </ac:spMkLst>
        </pc:spChg>
        <pc:spChg chg="add mod">
          <ac:chgData name="Xiangnan Jia" userId="3f7abff9-3970-4741-bba6-40cce96316c9" providerId="ADAL" clId="{A8D0C97F-CD2B-43D2-8A5D-D0DEAFABF265}" dt="2025-03-19T07:52:06.488" v="360" actId="164"/>
          <ac:spMkLst>
            <pc:docMk/>
            <pc:sldMk cId="3999805072" sldId="2147481467"/>
            <ac:spMk id="4" creationId="{310BAAB9-0E13-5EB7-71D8-B0245E09C61E}"/>
          </ac:spMkLst>
        </pc:spChg>
        <pc:grpChg chg="add mod">
          <ac:chgData name="Xiangnan Jia" userId="3f7abff9-3970-4741-bba6-40cce96316c9" providerId="ADAL" clId="{A8D0C97F-CD2B-43D2-8A5D-D0DEAFABF265}" dt="2025-03-19T07:52:07.978" v="361" actId="1076"/>
          <ac:grpSpMkLst>
            <pc:docMk/>
            <pc:sldMk cId="3999805072" sldId="2147481467"/>
            <ac:grpSpMk id="5" creationId="{91A0EF1C-A8C9-2251-57F3-84F253FEBDA7}"/>
          </ac:grpSpMkLst>
        </pc:grpChg>
        <pc:picChg chg="add mod modCrop">
          <ac:chgData name="Xiangnan Jia" userId="3f7abff9-3970-4741-bba6-40cce96316c9" providerId="ADAL" clId="{A8D0C97F-CD2B-43D2-8A5D-D0DEAFABF265}" dt="2025-03-19T07:52:06.488" v="360" actId="164"/>
          <ac:picMkLst>
            <pc:docMk/>
            <pc:sldMk cId="3999805072" sldId="2147481467"/>
            <ac:picMk id="3" creationId="{E82B5805-99F0-B4F8-0B2F-13522044A723}"/>
          </ac:picMkLst>
        </pc:picChg>
      </pc:sldChg>
    </pc:docChg>
  </pc:docChgLst>
  <pc:docChgLst>
    <pc:chgData name="Yun Li" userId="S::yun.li3@univers.com::a841c0d6-47bd-4aed-9498-daed041134e9" providerId="AD" clId="Web-{5D5DB853-A005-1859-D5DB-D7CE51F9101C}"/>
    <pc:docChg chg="modSld">
      <pc:chgData name="Yun Li" userId="S::yun.li3@univers.com::a841c0d6-47bd-4aed-9498-daed041134e9" providerId="AD" clId="Web-{5D5DB853-A005-1859-D5DB-D7CE51F9101C}" dt="2025-02-17T03:12:21.352" v="62"/>
      <pc:docMkLst>
        <pc:docMk/>
      </pc:docMkLst>
      <pc:sldChg chg="modSp">
        <pc:chgData name="Yun Li" userId="S::yun.li3@univers.com::a841c0d6-47bd-4aed-9498-daed041134e9" providerId="AD" clId="Web-{5D5DB853-A005-1859-D5DB-D7CE51F9101C}" dt="2025-02-17T03:12:21.352" v="62"/>
        <pc:sldMkLst>
          <pc:docMk/>
          <pc:sldMk cId="2493562175" sldId="2147472929"/>
        </pc:sldMkLst>
        <pc:graphicFrameChg chg="mod modGraphic">
          <ac:chgData name="Yun Li" userId="S::yun.li3@univers.com::a841c0d6-47bd-4aed-9498-daed041134e9" providerId="AD" clId="Web-{5D5DB853-A005-1859-D5DB-D7CE51F9101C}" dt="2025-02-17T03:12:21.352" v="62"/>
          <ac:graphicFrameMkLst>
            <pc:docMk/>
            <pc:sldMk cId="2493562175" sldId="2147472929"/>
            <ac:graphicFrameMk id="5" creationId="{C51A2D60-1696-65BE-4A86-67A9672D1211}"/>
          </ac:graphicFrameMkLst>
        </pc:graphicFrameChg>
      </pc:sldChg>
    </pc:docChg>
  </pc:docChgLst>
  <pc:docChgLst>
    <pc:chgData name="Michael Huang" userId="S::michael.huang@univers.com::ba1d1a36-58c2-4f9c-9c80-2a82e30bd94c" providerId="AD" clId="Web-{BEDF0E6F-E3B2-046D-0339-03EA4AF1F6D9}"/>
    <pc:docChg chg="addSld delSld modSection">
      <pc:chgData name="Michael Huang" userId="S::michael.huang@univers.com::ba1d1a36-58c2-4f9c-9c80-2a82e30bd94c" providerId="AD" clId="Web-{BEDF0E6F-E3B2-046D-0339-03EA4AF1F6D9}" dt="2025-02-20T09:08:37.998" v="1"/>
      <pc:docMkLst>
        <pc:docMk/>
      </pc:docMkLst>
      <pc:sldChg chg="new del">
        <pc:chgData name="Michael Huang" userId="S::michael.huang@univers.com::ba1d1a36-58c2-4f9c-9c80-2a82e30bd94c" providerId="AD" clId="Web-{BEDF0E6F-E3B2-046D-0339-03EA4AF1F6D9}" dt="2025-02-20T09:08:37.998" v="1"/>
        <pc:sldMkLst>
          <pc:docMk/>
          <pc:sldMk cId="2136877665" sldId="2147481440"/>
        </pc:sldMkLst>
      </pc:sldChg>
    </pc:docChg>
  </pc:docChgLst>
  <pc:docChgLst>
    <pc:chgData name="Yun Li" userId="a841c0d6-47bd-4aed-9498-daed041134e9" providerId="ADAL" clId="{C0FC64F5-72D1-42F2-B51B-A35F7E893786}"/>
    <pc:docChg chg="undo redo custSel addSld delSld modSld sldOrd modSection">
      <pc:chgData name="Yun Li" userId="a841c0d6-47bd-4aed-9498-daed041134e9" providerId="ADAL" clId="{C0FC64F5-72D1-42F2-B51B-A35F7E893786}" dt="2025-03-19T08:55:39.479" v="5528" actId="20577"/>
      <pc:docMkLst>
        <pc:docMk/>
      </pc:docMkLst>
      <pc:sldChg chg="addSp modSp mod">
        <pc:chgData name="Yun Li" userId="a841c0d6-47bd-4aed-9498-daed041134e9" providerId="ADAL" clId="{C0FC64F5-72D1-42F2-B51B-A35F7E893786}" dt="2025-02-24T05:53:52.350" v="408" actId="20577"/>
        <pc:sldMkLst>
          <pc:docMk/>
          <pc:sldMk cId="3571529245" sldId="258"/>
        </pc:sldMkLst>
        <pc:spChg chg="mod">
          <ac:chgData name="Yun Li" userId="a841c0d6-47bd-4aed-9498-daed041134e9" providerId="ADAL" clId="{C0FC64F5-72D1-42F2-B51B-A35F7E893786}" dt="2025-02-24T05:48:03.624" v="179" actId="20577"/>
          <ac:spMkLst>
            <pc:docMk/>
            <pc:sldMk cId="3571529245" sldId="258"/>
            <ac:spMk id="7" creationId="{00000000-0000-0000-0000-000000000000}"/>
          </ac:spMkLst>
        </pc:spChg>
        <pc:spChg chg="mod">
          <ac:chgData name="Yun Li" userId="a841c0d6-47bd-4aed-9498-daed041134e9" providerId="ADAL" clId="{C0FC64F5-72D1-42F2-B51B-A35F7E893786}" dt="2025-02-24T05:45:36.692" v="97" actId="14100"/>
          <ac:spMkLst>
            <pc:docMk/>
            <pc:sldMk cId="3571529245" sldId="258"/>
            <ac:spMk id="8" creationId="{00000000-0000-0000-0000-000000000000}"/>
          </ac:spMkLst>
        </pc:spChg>
        <pc:spChg chg="add mod">
          <ac:chgData name="Yun Li" userId="a841c0d6-47bd-4aed-9498-daed041134e9" providerId="ADAL" clId="{C0FC64F5-72D1-42F2-B51B-A35F7E893786}" dt="2025-02-24T05:52:03.928" v="331" actId="20577"/>
          <ac:spMkLst>
            <pc:docMk/>
            <pc:sldMk cId="3571529245" sldId="258"/>
            <ac:spMk id="11" creationId="{62F27A6A-223B-C053-6FEE-1077C01B327C}"/>
          </ac:spMkLst>
        </pc:spChg>
        <pc:spChg chg="add mod">
          <ac:chgData name="Yun Li" userId="a841c0d6-47bd-4aed-9498-daed041134e9" providerId="ADAL" clId="{C0FC64F5-72D1-42F2-B51B-A35F7E893786}" dt="2025-02-24T05:52:28.948" v="357" actId="20577"/>
          <ac:spMkLst>
            <pc:docMk/>
            <pc:sldMk cId="3571529245" sldId="258"/>
            <ac:spMk id="12" creationId="{1144B5F8-6BFA-26BF-BA26-10D7E61FD915}"/>
          </ac:spMkLst>
        </pc:spChg>
        <pc:spChg chg="add mod">
          <ac:chgData name="Yun Li" userId="a841c0d6-47bd-4aed-9498-daed041134e9" providerId="ADAL" clId="{C0FC64F5-72D1-42F2-B51B-A35F7E893786}" dt="2025-02-24T05:52:50.919" v="372" actId="5793"/>
          <ac:spMkLst>
            <pc:docMk/>
            <pc:sldMk cId="3571529245" sldId="258"/>
            <ac:spMk id="13" creationId="{0547FDF2-5291-B4AC-110D-1634050E3C7D}"/>
          </ac:spMkLst>
        </pc:spChg>
        <pc:spChg chg="mod">
          <ac:chgData name="Yun Li" userId="a841c0d6-47bd-4aed-9498-daed041134e9" providerId="ADAL" clId="{C0FC64F5-72D1-42F2-B51B-A35F7E893786}" dt="2025-02-24T05:45:54.549" v="100" actId="14100"/>
          <ac:spMkLst>
            <pc:docMk/>
            <pc:sldMk cId="3571529245" sldId="258"/>
            <ac:spMk id="14" creationId="{00000000-0000-0000-0000-000000000000}"/>
          </ac:spMkLst>
        </pc:spChg>
        <pc:spChg chg="mod">
          <ac:chgData name="Yun Li" userId="a841c0d6-47bd-4aed-9498-daed041134e9" providerId="ADAL" clId="{C0FC64F5-72D1-42F2-B51B-A35F7E893786}" dt="2025-02-24T05:46:54.616" v="136" actId="255"/>
          <ac:spMkLst>
            <pc:docMk/>
            <pc:sldMk cId="3571529245" sldId="258"/>
            <ac:spMk id="18" creationId="{00000000-0000-0000-0000-000000000000}"/>
          </ac:spMkLst>
        </pc:spChg>
        <pc:spChg chg="mod">
          <ac:chgData name="Yun Li" userId="a841c0d6-47bd-4aed-9498-daed041134e9" providerId="ADAL" clId="{C0FC64F5-72D1-42F2-B51B-A35F7E893786}" dt="2025-02-24T05:47:26.022" v="142" actId="207"/>
          <ac:spMkLst>
            <pc:docMk/>
            <pc:sldMk cId="3571529245" sldId="258"/>
            <ac:spMk id="22" creationId="{00000000-0000-0000-0000-000000000000}"/>
          </ac:spMkLst>
        </pc:spChg>
        <pc:spChg chg="mod">
          <ac:chgData name="Yun Li" userId="a841c0d6-47bd-4aed-9498-daed041134e9" providerId="ADAL" clId="{C0FC64F5-72D1-42F2-B51B-A35F7E893786}" dt="2025-02-24T05:53:52.350" v="408" actId="20577"/>
          <ac:spMkLst>
            <pc:docMk/>
            <pc:sldMk cId="3571529245" sldId="258"/>
            <ac:spMk id="64" creationId="{00000000-0000-0000-0000-000000000000}"/>
          </ac:spMkLst>
        </pc:spChg>
        <pc:spChg chg="mod">
          <ac:chgData name="Yun Li" userId="a841c0d6-47bd-4aed-9498-daed041134e9" providerId="ADAL" clId="{C0FC64F5-72D1-42F2-B51B-A35F7E893786}" dt="2025-02-24T05:46:38.397" v="133" actId="1076"/>
          <ac:spMkLst>
            <pc:docMk/>
            <pc:sldMk cId="3571529245" sldId="258"/>
            <ac:spMk id="65" creationId="{00000000-0000-0000-0000-000000000000}"/>
          </ac:spMkLst>
        </pc:spChg>
        <pc:spChg chg="mod">
          <ac:chgData name="Yun Li" userId="a841c0d6-47bd-4aed-9498-daed041134e9" providerId="ADAL" clId="{C0FC64F5-72D1-42F2-B51B-A35F7E893786}" dt="2025-02-24T05:42:44.200" v="75" actId="20577"/>
          <ac:spMkLst>
            <pc:docMk/>
            <pc:sldMk cId="3571529245" sldId="258"/>
            <ac:spMk id="148" creationId="{00000000-0000-0000-0000-000000000000}"/>
          </ac:spMkLst>
        </pc:spChg>
        <pc:spChg chg="mod">
          <ac:chgData name="Yun Li" userId="a841c0d6-47bd-4aed-9498-daed041134e9" providerId="ADAL" clId="{C0FC64F5-72D1-42F2-B51B-A35F7E893786}" dt="2025-02-24T05:42:28.797" v="67" actId="20577"/>
          <ac:spMkLst>
            <pc:docMk/>
            <pc:sldMk cId="3571529245" sldId="258"/>
            <ac:spMk id="154" creationId="{00000000-0000-0000-0000-000000000000}"/>
          </ac:spMkLst>
        </pc:spChg>
        <pc:spChg chg="mod">
          <ac:chgData name="Yun Li" userId="a841c0d6-47bd-4aed-9498-daed041134e9" providerId="ADAL" clId="{C0FC64F5-72D1-42F2-B51B-A35F7E893786}" dt="2025-02-24T05:49:49.472" v="186" actId="14100"/>
          <ac:spMkLst>
            <pc:docMk/>
            <pc:sldMk cId="3571529245" sldId="258"/>
            <ac:spMk id="159" creationId="{00000000-0000-0000-0000-000000000000}"/>
          </ac:spMkLst>
        </pc:spChg>
        <pc:spChg chg="mod">
          <ac:chgData name="Yun Li" userId="a841c0d6-47bd-4aed-9498-daed041134e9" providerId="ADAL" clId="{C0FC64F5-72D1-42F2-B51B-A35F7E893786}" dt="2025-02-24T05:50:02.135" v="215" actId="1036"/>
          <ac:spMkLst>
            <pc:docMk/>
            <pc:sldMk cId="3571529245" sldId="258"/>
            <ac:spMk id="160" creationId="{00000000-0000-0000-0000-000000000000}"/>
          </ac:spMkLst>
        </pc:spChg>
        <pc:spChg chg="mod">
          <ac:chgData name="Yun Li" userId="a841c0d6-47bd-4aed-9498-daed041134e9" providerId="ADAL" clId="{C0FC64F5-72D1-42F2-B51B-A35F7E893786}" dt="2025-02-24T05:50:00.477" v="210" actId="1036"/>
          <ac:spMkLst>
            <pc:docMk/>
            <pc:sldMk cId="3571529245" sldId="258"/>
            <ac:spMk id="163" creationId="{00000000-0000-0000-0000-000000000000}"/>
          </ac:spMkLst>
        </pc:spChg>
        <pc:spChg chg="mod">
          <ac:chgData name="Yun Li" userId="a841c0d6-47bd-4aed-9498-daed041134e9" providerId="ADAL" clId="{C0FC64F5-72D1-42F2-B51B-A35F7E893786}" dt="2025-02-24T05:46:48.064" v="135" actId="1036"/>
          <ac:spMkLst>
            <pc:docMk/>
            <pc:sldMk cId="3571529245" sldId="258"/>
            <ac:spMk id="168" creationId="{00000000-0000-0000-0000-000000000000}"/>
          </ac:spMkLst>
        </pc:spChg>
        <pc:spChg chg="mod">
          <ac:chgData name="Yun Li" userId="a841c0d6-47bd-4aed-9498-daed041134e9" providerId="ADAL" clId="{C0FC64F5-72D1-42F2-B51B-A35F7E893786}" dt="2025-02-24T05:46:38.397" v="133" actId="1076"/>
          <ac:spMkLst>
            <pc:docMk/>
            <pc:sldMk cId="3571529245" sldId="258"/>
            <ac:spMk id="171" creationId="{00000000-0000-0000-0000-000000000000}"/>
          </ac:spMkLst>
        </pc:spChg>
        <pc:spChg chg="mod">
          <ac:chgData name="Yun Li" userId="a841c0d6-47bd-4aed-9498-daed041134e9" providerId="ADAL" clId="{C0FC64F5-72D1-42F2-B51B-A35F7E893786}" dt="2025-02-24T05:46:48.064" v="135" actId="1036"/>
          <ac:spMkLst>
            <pc:docMk/>
            <pc:sldMk cId="3571529245" sldId="258"/>
            <ac:spMk id="172" creationId="{00000000-0000-0000-0000-000000000000}"/>
          </ac:spMkLst>
        </pc:spChg>
        <pc:spChg chg="mod">
          <ac:chgData name="Yun Li" userId="a841c0d6-47bd-4aed-9498-daed041134e9" providerId="ADAL" clId="{C0FC64F5-72D1-42F2-B51B-A35F7E893786}" dt="2025-02-24T05:50:21.104" v="241" actId="14100"/>
          <ac:spMkLst>
            <pc:docMk/>
            <pc:sldMk cId="3571529245" sldId="258"/>
            <ac:spMk id="174" creationId="{00000000-0000-0000-0000-000000000000}"/>
          </ac:spMkLst>
        </pc:spChg>
        <pc:spChg chg="mod">
          <ac:chgData name="Yun Li" userId="a841c0d6-47bd-4aed-9498-daed041134e9" providerId="ADAL" clId="{C0FC64F5-72D1-42F2-B51B-A35F7E893786}" dt="2025-02-24T05:50:10.416" v="224" actId="1035"/>
          <ac:spMkLst>
            <pc:docMk/>
            <pc:sldMk cId="3571529245" sldId="258"/>
            <ac:spMk id="175" creationId="{00000000-0000-0000-0000-000000000000}"/>
          </ac:spMkLst>
        </pc:spChg>
        <pc:spChg chg="mod">
          <ac:chgData name="Yun Li" userId="a841c0d6-47bd-4aed-9498-daed041134e9" providerId="ADAL" clId="{C0FC64F5-72D1-42F2-B51B-A35F7E893786}" dt="2025-02-24T05:50:10.416" v="224" actId="1035"/>
          <ac:spMkLst>
            <pc:docMk/>
            <pc:sldMk cId="3571529245" sldId="258"/>
            <ac:spMk id="176" creationId="{00000000-0000-0000-0000-000000000000}"/>
          </ac:spMkLst>
        </pc:spChg>
        <pc:spChg chg="mod">
          <ac:chgData name="Yun Li" userId="a841c0d6-47bd-4aed-9498-daed041134e9" providerId="ADAL" clId="{C0FC64F5-72D1-42F2-B51B-A35F7E893786}" dt="2025-02-24T05:50:16.384" v="239" actId="1035"/>
          <ac:spMkLst>
            <pc:docMk/>
            <pc:sldMk cId="3571529245" sldId="258"/>
            <ac:spMk id="177" creationId="{00000000-0000-0000-0000-000000000000}"/>
          </ac:spMkLst>
        </pc:spChg>
        <pc:spChg chg="mod">
          <ac:chgData name="Yun Li" userId="a841c0d6-47bd-4aed-9498-daed041134e9" providerId="ADAL" clId="{C0FC64F5-72D1-42F2-B51B-A35F7E893786}" dt="2025-02-24T05:50:16.384" v="239" actId="1035"/>
          <ac:spMkLst>
            <pc:docMk/>
            <pc:sldMk cId="3571529245" sldId="258"/>
            <ac:spMk id="178" creationId="{00000000-0000-0000-0000-000000000000}"/>
          </ac:spMkLst>
        </pc:spChg>
        <pc:spChg chg="mod">
          <ac:chgData name="Yun Li" userId="a841c0d6-47bd-4aed-9498-daed041134e9" providerId="ADAL" clId="{C0FC64F5-72D1-42F2-B51B-A35F7E893786}" dt="2025-02-24T05:49:18.275" v="185" actId="20577"/>
          <ac:spMkLst>
            <pc:docMk/>
            <pc:sldMk cId="3571529245" sldId="258"/>
            <ac:spMk id="181" creationId="{00000000-0000-0000-0000-000000000000}"/>
          </ac:spMkLst>
        </pc:spChg>
        <pc:spChg chg="mod">
          <ac:chgData name="Yun Li" userId="a841c0d6-47bd-4aed-9498-daed041134e9" providerId="ADAL" clId="{C0FC64F5-72D1-42F2-B51B-A35F7E893786}" dt="2025-02-24T05:49:55.679" v="199" actId="1035"/>
          <ac:spMkLst>
            <pc:docMk/>
            <pc:sldMk cId="3571529245" sldId="258"/>
            <ac:spMk id="199" creationId="{00000000-0000-0000-0000-000000000000}"/>
          </ac:spMkLst>
        </pc:spChg>
        <pc:cxnChg chg="mod">
          <ac:chgData name="Yun Li" userId="a841c0d6-47bd-4aed-9498-daed041134e9" providerId="ADAL" clId="{C0FC64F5-72D1-42F2-B51B-A35F7E893786}" dt="2025-02-24T05:47:15.188" v="141" actId="14100"/>
          <ac:cxnSpMkLst>
            <pc:docMk/>
            <pc:sldMk cId="3571529245" sldId="258"/>
            <ac:cxnSpMk id="196" creationId="{00000000-0000-0000-0000-000000000000}"/>
          </ac:cxnSpMkLst>
        </pc:cxnChg>
        <pc:cxnChg chg="mod">
          <ac:chgData name="Yun Li" userId="a841c0d6-47bd-4aed-9498-daed041134e9" providerId="ADAL" clId="{C0FC64F5-72D1-42F2-B51B-A35F7E893786}" dt="2025-02-24T05:47:15.188" v="141" actId="14100"/>
          <ac:cxnSpMkLst>
            <pc:docMk/>
            <pc:sldMk cId="3571529245" sldId="258"/>
            <ac:cxnSpMk id="197" creationId="{00000000-0000-0000-0000-000000000000}"/>
          </ac:cxnSpMkLst>
        </pc:cxnChg>
      </pc:sldChg>
      <pc:sldChg chg="addSp modSp mod">
        <pc:chgData name="Yun Li" userId="a841c0d6-47bd-4aed-9498-daed041134e9" providerId="ADAL" clId="{C0FC64F5-72D1-42F2-B51B-A35F7E893786}" dt="2025-03-18T07:28:15.232" v="738"/>
        <pc:sldMkLst>
          <pc:docMk/>
          <pc:sldMk cId="2955116448" sldId="2563"/>
        </pc:sldMkLst>
        <pc:spChg chg="mod">
          <ac:chgData name="Yun Li" userId="a841c0d6-47bd-4aed-9498-daed041134e9" providerId="ADAL" clId="{C0FC64F5-72D1-42F2-B51B-A35F7E893786}" dt="2025-03-18T07:28:15.232" v="738"/>
          <ac:spMkLst>
            <pc:docMk/>
            <pc:sldMk cId="2955116448" sldId="2563"/>
            <ac:spMk id="2" creationId="{73713D08-B14A-F5EF-B1DD-1F75841A555B}"/>
          </ac:spMkLst>
        </pc:spChg>
        <pc:picChg chg="add mod">
          <ac:chgData name="Yun Li" userId="a841c0d6-47bd-4aed-9498-daed041134e9" providerId="ADAL" clId="{C0FC64F5-72D1-42F2-B51B-A35F7E893786}" dt="2025-03-18T07:28:02.734" v="737"/>
          <ac:picMkLst>
            <pc:docMk/>
            <pc:sldMk cId="2955116448" sldId="2563"/>
            <ac:picMk id="4" creationId="{1604357C-2E5D-9152-A8DA-7196BA00B49C}"/>
          </ac:picMkLst>
        </pc:picChg>
      </pc:sldChg>
      <pc:sldChg chg="addSp delSp modSp add del mod">
        <pc:chgData name="Yun Li" userId="a841c0d6-47bd-4aed-9498-daed041134e9" providerId="ADAL" clId="{C0FC64F5-72D1-42F2-B51B-A35F7E893786}" dt="2025-03-19T05:11:29.604" v="1001" actId="2696"/>
        <pc:sldMkLst>
          <pc:docMk/>
          <pc:sldMk cId="0" sldId="16141037"/>
        </pc:sldMkLst>
        <pc:spChg chg="add mod">
          <ac:chgData name="Yun Li" userId="a841c0d6-47bd-4aed-9498-daed041134e9" providerId="ADAL" clId="{C0FC64F5-72D1-42F2-B51B-A35F7E893786}" dt="2025-03-18T07:37:41.789" v="960" actId="14100"/>
          <ac:spMkLst>
            <pc:docMk/>
            <pc:sldMk cId="0" sldId="16141037"/>
            <ac:spMk id="2" creationId="{4E9741B1-5FC5-C16E-4430-9216D7D8BDF1}"/>
          </ac:spMkLst>
        </pc:spChg>
        <pc:spChg chg="add mod">
          <ac:chgData name="Yun Li" userId="a841c0d6-47bd-4aed-9498-daed041134e9" providerId="ADAL" clId="{C0FC64F5-72D1-42F2-B51B-A35F7E893786}" dt="2025-03-19T05:11:28.046" v="1000" actId="20577"/>
          <ac:spMkLst>
            <pc:docMk/>
            <pc:sldMk cId="0" sldId="16141037"/>
            <ac:spMk id="5" creationId="{25637219-75C2-B850-CD6E-099AD754496E}"/>
          </ac:spMkLst>
        </pc:spChg>
        <pc:spChg chg="del mod">
          <ac:chgData name="Yun Li" userId="a841c0d6-47bd-4aed-9498-daed041134e9" providerId="ADAL" clId="{C0FC64F5-72D1-42F2-B51B-A35F7E893786}" dt="2025-03-18T07:33:19.125" v="810" actId="478"/>
          <ac:spMkLst>
            <pc:docMk/>
            <pc:sldMk cId="0" sldId="16141037"/>
            <ac:spMk id="8" creationId="{00000000-0000-0000-0000-000000000000}"/>
          </ac:spMkLst>
        </pc:spChg>
        <pc:picChg chg="mod">
          <ac:chgData name="Yun Li" userId="a841c0d6-47bd-4aed-9498-daed041134e9" providerId="ADAL" clId="{C0FC64F5-72D1-42F2-B51B-A35F7E893786}" dt="2025-03-18T07:31:48.158" v="773" actId="1076"/>
          <ac:picMkLst>
            <pc:docMk/>
            <pc:sldMk cId="0" sldId="16141037"/>
            <ac:picMk id="4" creationId="{00000000-0000-0000-0000-000000000000}"/>
          </ac:picMkLst>
        </pc:picChg>
        <pc:picChg chg="mod">
          <ac:chgData name="Yun Li" userId="a841c0d6-47bd-4aed-9498-daed041134e9" providerId="ADAL" clId="{C0FC64F5-72D1-42F2-B51B-A35F7E893786}" dt="2025-03-18T07:31:55.844" v="776" actId="1076"/>
          <ac:picMkLst>
            <pc:docMk/>
            <pc:sldMk cId="0" sldId="16141037"/>
            <ac:picMk id="11" creationId="{00000000-0000-0000-0000-000000000000}"/>
          </ac:picMkLst>
        </pc:picChg>
      </pc:sldChg>
      <pc:sldChg chg="add del">
        <pc:chgData name="Yun Li" userId="a841c0d6-47bd-4aed-9498-daed041134e9" providerId="ADAL" clId="{C0FC64F5-72D1-42F2-B51B-A35F7E893786}" dt="2025-03-19T05:11:33.860" v="1003"/>
        <pc:sldMkLst>
          <pc:docMk/>
          <pc:sldMk cId="1244766765" sldId="16141037"/>
        </pc:sldMkLst>
      </pc:sldChg>
      <pc:sldChg chg="addSp delSp modSp add mod ord">
        <pc:chgData name="Yun Li" userId="a841c0d6-47bd-4aed-9498-daed041134e9" providerId="ADAL" clId="{C0FC64F5-72D1-42F2-B51B-A35F7E893786}" dt="2025-03-19T07:43:39.054" v="3992" actId="20577"/>
        <pc:sldMkLst>
          <pc:docMk/>
          <pc:sldMk cId="1989248955" sldId="16141037"/>
        </pc:sldMkLst>
        <pc:spChg chg="del">
          <ac:chgData name="Yun Li" userId="a841c0d6-47bd-4aed-9498-daed041134e9" providerId="ADAL" clId="{C0FC64F5-72D1-42F2-B51B-A35F7E893786}" dt="2025-03-19T05:11:54.235" v="1036" actId="478"/>
          <ac:spMkLst>
            <pc:docMk/>
            <pc:sldMk cId="1989248955" sldId="16141037"/>
            <ac:spMk id="2" creationId="{A19C515B-F12E-55A0-773D-6394DDFF843D}"/>
          </ac:spMkLst>
        </pc:spChg>
        <pc:spChg chg="del mod">
          <ac:chgData name="Yun Li" userId="a841c0d6-47bd-4aed-9498-daed041134e9" providerId="ADAL" clId="{C0FC64F5-72D1-42F2-B51B-A35F7E893786}" dt="2025-03-19T05:19:06.199" v="1148" actId="478"/>
          <ac:spMkLst>
            <pc:docMk/>
            <pc:sldMk cId="1989248955" sldId="16141037"/>
            <ac:spMk id="5" creationId="{0E3B8C67-A152-CCFA-E9A2-ECEEB7C2FD36}"/>
          </ac:spMkLst>
        </pc:spChg>
        <pc:spChg chg="add mod">
          <ac:chgData name="Yun Li" userId="a841c0d6-47bd-4aed-9498-daed041134e9" providerId="ADAL" clId="{C0FC64F5-72D1-42F2-B51B-A35F7E893786}" dt="2025-03-19T07:43:39.054" v="3992" actId="20577"/>
          <ac:spMkLst>
            <pc:docMk/>
            <pc:sldMk cId="1989248955" sldId="16141037"/>
            <ac:spMk id="6" creationId="{04D189C0-EB83-850F-700F-04D6B7634DA6}"/>
          </ac:spMkLst>
        </pc:spChg>
        <pc:spChg chg="add del mod">
          <ac:chgData name="Yun Li" userId="a841c0d6-47bd-4aed-9498-daed041134e9" providerId="ADAL" clId="{C0FC64F5-72D1-42F2-B51B-A35F7E893786}" dt="2025-03-19T05:19:07.897" v="1149" actId="478"/>
          <ac:spMkLst>
            <pc:docMk/>
            <pc:sldMk cId="1989248955" sldId="16141037"/>
            <ac:spMk id="9" creationId="{20525E5F-3B8A-5019-FE66-C1AA82B5A6FC}"/>
          </ac:spMkLst>
        </pc:spChg>
        <pc:picChg chg="mod">
          <ac:chgData name="Yun Li" userId="a841c0d6-47bd-4aed-9498-daed041134e9" providerId="ADAL" clId="{C0FC64F5-72D1-42F2-B51B-A35F7E893786}" dt="2025-03-19T05:15:42.615" v="1038" actId="14100"/>
          <ac:picMkLst>
            <pc:docMk/>
            <pc:sldMk cId="1989248955" sldId="16141037"/>
            <ac:picMk id="4" creationId="{FE7D69DE-0C17-65B2-8A16-3352B0D25BBF}"/>
          </ac:picMkLst>
        </pc:picChg>
      </pc:sldChg>
      <pc:sldChg chg="addSp delSp modSp add del mod">
        <pc:chgData name="Yun Li" userId="a841c0d6-47bd-4aed-9498-daed041134e9" providerId="ADAL" clId="{C0FC64F5-72D1-42F2-B51B-A35F7E893786}" dt="2025-03-19T08:08:09.051" v="4449" actId="47"/>
        <pc:sldMkLst>
          <pc:docMk/>
          <pc:sldMk cId="0" sldId="16141046"/>
        </pc:sldMkLst>
        <pc:spChg chg="add mod">
          <ac:chgData name="Yun Li" userId="a841c0d6-47bd-4aed-9498-daed041134e9" providerId="ADAL" clId="{C0FC64F5-72D1-42F2-B51B-A35F7E893786}" dt="2025-03-18T07:37:02.565" v="936"/>
          <ac:spMkLst>
            <pc:docMk/>
            <pc:sldMk cId="0" sldId="16141046"/>
            <ac:spMk id="2" creationId="{BDE6FAE4-6413-78C8-D334-01FD607D670F}"/>
          </ac:spMkLst>
        </pc:spChg>
        <pc:spChg chg="del mod">
          <ac:chgData name="Yun Li" userId="a841c0d6-47bd-4aed-9498-daed041134e9" providerId="ADAL" clId="{C0FC64F5-72D1-42F2-B51B-A35F7E893786}" dt="2025-03-18T07:37:04.252" v="937" actId="478"/>
          <ac:spMkLst>
            <pc:docMk/>
            <pc:sldMk cId="0" sldId="16141046"/>
            <ac:spMk id="24" creationId="{00000000-0000-0000-0000-000000000000}"/>
          </ac:spMkLst>
        </pc:spChg>
      </pc:sldChg>
      <pc:sldChg chg="addSp delSp modSp add mod">
        <pc:chgData name="Yun Li" userId="a841c0d6-47bd-4aed-9498-daed041134e9" providerId="ADAL" clId="{C0FC64F5-72D1-42F2-B51B-A35F7E893786}" dt="2025-03-18T07:36:55.203" v="932" actId="478"/>
        <pc:sldMkLst>
          <pc:docMk/>
          <pc:sldMk cId="0" sldId="16141047"/>
        </pc:sldMkLst>
        <pc:spChg chg="add mod">
          <ac:chgData name="Yun Li" userId="a841c0d6-47bd-4aed-9498-daed041134e9" providerId="ADAL" clId="{C0FC64F5-72D1-42F2-B51B-A35F7E893786}" dt="2025-03-18T07:36:53.227" v="931"/>
          <ac:spMkLst>
            <pc:docMk/>
            <pc:sldMk cId="0" sldId="16141047"/>
            <ac:spMk id="2" creationId="{820A0A74-C315-B71A-0BBB-EF805D003102}"/>
          </ac:spMkLst>
        </pc:spChg>
        <pc:spChg chg="del mod">
          <ac:chgData name="Yun Li" userId="a841c0d6-47bd-4aed-9498-daed041134e9" providerId="ADAL" clId="{C0FC64F5-72D1-42F2-B51B-A35F7E893786}" dt="2025-03-18T07:36:55.203" v="932" actId="478"/>
          <ac:spMkLst>
            <pc:docMk/>
            <pc:sldMk cId="0" sldId="16141047"/>
            <ac:spMk id="24" creationId="{00000000-0000-0000-0000-000000000000}"/>
          </ac:spMkLst>
        </pc:spChg>
      </pc:sldChg>
      <pc:sldChg chg="addSp delSp modSp add mod">
        <pc:chgData name="Yun Li" userId="a841c0d6-47bd-4aed-9498-daed041134e9" providerId="ADAL" clId="{C0FC64F5-72D1-42F2-B51B-A35F7E893786}" dt="2025-03-18T07:36:45.369" v="928" actId="478"/>
        <pc:sldMkLst>
          <pc:docMk/>
          <pc:sldMk cId="0" sldId="16141049"/>
        </pc:sldMkLst>
        <pc:spChg chg="del mod">
          <ac:chgData name="Yun Li" userId="a841c0d6-47bd-4aed-9498-daed041134e9" providerId="ADAL" clId="{C0FC64F5-72D1-42F2-B51B-A35F7E893786}" dt="2025-03-18T07:36:43.320" v="927" actId="478"/>
          <ac:spMkLst>
            <pc:docMk/>
            <pc:sldMk cId="0" sldId="16141049"/>
            <ac:spMk id="2" creationId="{00000000-0000-0000-0000-000000000000}"/>
          </ac:spMkLst>
        </pc:spChg>
        <pc:spChg chg="add mod">
          <ac:chgData name="Yun Li" userId="a841c0d6-47bd-4aed-9498-daed041134e9" providerId="ADAL" clId="{C0FC64F5-72D1-42F2-B51B-A35F7E893786}" dt="2025-03-18T07:36:39.984" v="926"/>
          <ac:spMkLst>
            <pc:docMk/>
            <pc:sldMk cId="0" sldId="16141049"/>
            <ac:spMk id="7" creationId="{4AE578EB-B28D-ECE5-6B10-9A4D0A8ECFD6}"/>
          </ac:spMkLst>
        </pc:spChg>
        <pc:spChg chg="add del mod">
          <ac:chgData name="Yun Li" userId="a841c0d6-47bd-4aed-9498-daed041134e9" providerId="ADAL" clId="{C0FC64F5-72D1-42F2-B51B-A35F7E893786}" dt="2025-03-18T07:36:45.369" v="928" actId="478"/>
          <ac:spMkLst>
            <pc:docMk/>
            <pc:sldMk cId="0" sldId="16141049"/>
            <ac:spMk id="9" creationId="{16D6DC1F-B4E8-D41F-5FFE-1F630D380088}"/>
          </ac:spMkLst>
        </pc:spChg>
      </pc:sldChg>
      <pc:sldChg chg="addSp delSp modSp add mod">
        <pc:chgData name="Yun Li" userId="a841c0d6-47bd-4aed-9498-daed041134e9" providerId="ADAL" clId="{C0FC64F5-72D1-42F2-B51B-A35F7E893786}" dt="2025-03-19T08:39:05.833" v="5017" actId="20577"/>
        <pc:sldMkLst>
          <pc:docMk/>
          <pc:sldMk cId="0" sldId="16141050"/>
        </pc:sldMkLst>
        <pc:spChg chg="del">
          <ac:chgData name="Yun Li" userId="a841c0d6-47bd-4aed-9498-daed041134e9" providerId="ADAL" clId="{C0FC64F5-72D1-42F2-B51B-A35F7E893786}" dt="2025-03-18T07:34:27.649" v="833" actId="478"/>
          <ac:spMkLst>
            <pc:docMk/>
            <pc:sldMk cId="0" sldId="16141050"/>
            <ac:spMk id="2" creationId="{00000000-0000-0000-0000-000000000000}"/>
          </ac:spMkLst>
        </pc:spChg>
        <pc:spChg chg="mod">
          <ac:chgData name="Yun Li" userId="a841c0d6-47bd-4aed-9498-daed041134e9" providerId="ADAL" clId="{C0FC64F5-72D1-42F2-B51B-A35F7E893786}" dt="2025-03-19T08:39:05.833" v="5017" actId="20577"/>
          <ac:spMkLst>
            <pc:docMk/>
            <pc:sldMk cId="0" sldId="16141050"/>
            <ac:spMk id="5" creationId="{00000000-0000-0000-0000-000000000000}"/>
          </ac:spMkLst>
        </pc:spChg>
        <pc:spChg chg="mod">
          <ac:chgData name="Yun Li" userId="a841c0d6-47bd-4aed-9498-daed041134e9" providerId="ADAL" clId="{C0FC64F5-72D1-42F2-B51B-A35F7E893786}" dt="2025-03-18T07:36:32.642" v="923" actId="20577"/>
          <ac:spMkLst>
            <pc:docMk/>
            <pc:sldMk cId="0" sldId="16141050"/>
            <ac:spMk id="6" creationId="{00000000-0000-0000-0000-000000000000}"/>
          </ac:spMkLst>
        </pc:spChg>
        <pc:spChg chg="add del mod">
          <ac:chgData name="Yun Li" userId="a841c0d6-47bd-4aed-9498-daed041134e9" providerId="ADAL" clId="{C0FC64F5-72D1-42F2-B51B-A35F7E893786}" dt="2025-03-18T07:34:30.998" v="834" actId="478"/>
          <ac:spMkLst>
            <pc:docMk/>
            <pc:sldMk cId="0" sldId="16141050"/>
            <ac:spMk id="9" creationId="{E56A5649-4675-6934-229C-0429054E1596}"/>
          </ac:spMkLst>
        </pc:spChg>
        <pc:spChg chg="add mod">
          <ac:chgData name="Yun Li" userId="a841c0d6-47bd-4aed-9498-daed041134e9" providerId="ADAL" clId="{C0FC64F5-72D1-42F2-B51B-A35F7E893786}" dt="2025-03-18T07:36:21.215" v="916" actId="20577"/>
          <ac:spMkLst>
            <pc:docMk/>
            <pc:sldMk cId="0" sldId="16141050"/>
            <ac:spMk id="10" creationId="{75A28C7E-FBA8-E611-82BD-8A051D3E5E5B}"/>
          </ac:spMkLst>
        </pc:spChg>
      </pc:sldChg>
      <pc:sldChg chg="addSp delSp modSp add mod">
        <pc:chgData name="Yun Li" userId="a841c0d6-47bd-4aed-9498-daed041134e9" providerId="ADAL" clId="{C0FC64F5-72D1-42F2-B51B-A35F7E893786}" dt="2025-03-19T08:37:26.105" v="4972" actId="20577"/>
        <pc:sldMkLst>
          <pc:docMk/>
          <pc:sldMk cId="0" sldId="16141051"/>
        </pc:sldMkLst>
        <pc:spChg chg="add mod">
          <ac:chgData name="Yun Li" userId="a841c0d6-47bd-4aed-9498-daed041134e9" providerId="ADAL" clId="{C0FC64F5-72D1-42F2-B51B-A35F7E893786}" dt="2025-03-19T08:37:26.105" v="4972" actId="20577"/>
          <ac:spMkLst>
            <pc:docMk/>
            <pc:sldMk cId="0" sldId="16141051"/>
            <ac:spMk id="2" creationId="{3A699AC8-9070-E4E8-6CB1-4DB92783B8DE}"/>
          </ac:spMkLst>
        </pc:spChg>
        <pc:spChg chg="del mod">
          <ac:chgData name="Yun Li" userId="a841c0d6-47bd-4aed-9498-daed041134e9" providerId="ADAL" clId="{C0FC64F5-72D1-42F2-B51B-A35F7E893786}" dt="2025-03-18T07:35:56.029" v="879" actId="478"/>
          <ac:spMkLst>
            <pc:docMk/>
            <pc:sldMk cId="0" sldId="16141051"/>
            <ac:spMk id="4" creationId="{00000000-0000-0000-0000-000000000000}"/>
          </ac:spMkLst>
        </pc:spChg>
      </pc:sldChg>
      <pc:sldChg chg="addSp delSp modSp add mod ord">
        <pc:chgData name="Yun Li" userId="a841c0d6-47bd-4aed-9498-daed041134e9" providerId="ADAL" clId="{C0FC64F5-72D1-42F2-B51B-A35F7E893786}" dt="2025-03-19T08:38:43.609" v="5008" actId="6549"/>
        <pc:sldMkLst>
          <pc:docMk/>
          <pc:sldMk cId="0" sldId="16141052"/>
        </pc:sldMkLst>
        <pc:spChg chg="add mod">
          <ac:chgData name="Yun Li" userId="a841c0d6-47bd-4aed-9498-daed041134e9" providerId="ADAL" clId="{C0FC64F5-72D1-42F2-B51B-A35F7E893786}" dt="2025-03-19T08:09:47.184" v="4452" actId="20577"/>
          <ac:spMkLst>
            <pc:docMk/>
            <pc:sldMk cId="0" sldId="16141052"/>
            <ac:spMk id="2" creationId="{A64F08E8-B4F3-532A-A183-916D8336DEF7}"/>
          </ac:spMkLst>
        </pc:spChg>
        <pc:spChg chg="del mod">
          <ac:chgData name="Yun Li" userId="a841c0d6-47bd-4aed-9498-daed041134e9" providerId="ADAL" clId="{C0FC64F5-72D1-42F2-B51B-A35F7E893786}" dt="2025-03-18T07:35:47.499" v="874" actId="478"/>
          <ac:spMkLst>
            <pc:docMk/>
            <pc:sldMk cId="0" sldId="16141052"/>
            <ac:spMk id="4" creationId="{00000000-0000-0000-0000-000000000000}"/>
          </ac:spMkLst>
        </pc:spChg>
        <pc:spChg chg="mod">
          <ac:chgData name="Yun Li" userId="a841c0d6-47bd-4aed-9498-daed041134e9" providerId="ADAL" clId="{C0FC64F5-72D1-42F2-B51B-A35F7E893786}" dt="2025-03-19T08:38:43.609" v="5008" actId="6549"/>
          <ac:spMkLst>
            <pc:docMk/>
            <pc:sldMk cId="0" sldId="16141052"/>
            <ac:spMk id="5" creationId="{00000000-0000-0000-0000-000000000000}"/>
          </ac:spMkLst>
        </pc:spChg>
      </pc:sldChg>
      <pc:sldChg chg="addSp delSp modSp add mod">
        <pc:chgData name="Yun Li" userId="a841c0d6-47bd-4aed-9498-daed041134e9" providerId="ADAL" clId="{C0FC64F5-72D1-42F2-B51B-A35F7E893786}" dt="2025-03-19T08:37:14.123" v="4955" actId="20577"/>
        <pc:sldMkLst>
          <pc:docMk/>
          <pc:sldMk cId="0" sldId="16141053"/>
        </pc:sldMkLst>
        <pc:spChg chg="add mod">
          <ac:chgData name="Yun Li" userId="a841c0d6-47bd-4aed-9498-daed041134e9" providerId="ADAL" clId="{C0FC64F5-72D1-42F2-B51B-A35F7E893786}" dt="2025-03-19T08:37:14.123" v="4955" actId="20577"/>
          <ac:spMkLst>
            <pc:docMk/>
            <pc:sldMk cId="0" sldId="16141053"/>
            <ac:spMk id="2" creationId="{6705E168-47C0-5586-A545-B20E0855AD1F}"/>
          </ac:spMkLst>
        </pc:spChg>
        <pc:spChg chg="del mod">
          <ac:chgData name="Yun Li" userId="a841c0d6-47bd-4aed-9498-daed041134e9" providerId="ADAL" clId="{C0FC64F5-72D1-42F2-B51B-A35F7E893786}" dt="2025-03-18T07:35:31.362" v="864" actId="478"/>
          <ac:spMkLst>
            <pc:docMk/>
            <pc:sldMk cId="0" sldId="16141053"/>
            <ac:spMk id="4" creationId="{00000000-0000-0000-0000-000000000000}"/>
          </ac:spMkLst>
        </pc:spChg>
        <pc:spChg chg="mod">
          <ac:chgData name="Yun Li" userId="a841c0d6-47bd-4aed-9498-daed041134e9" providerId="ADAL" clId="{C0FC64F5-72D1-42F2-B51B-A35F7E893786}" dt="2025-03-19T08:30:17.482" v="4675" actId="1076"/>
          <ac:spMkLst>
            <pc:docMk/>
            <pc:sldMk cId="0" sldId="16141053"/>
            <ac:spMk id="6" creationId="{00000000-0000-0000-0000-000000000000}"/>
          </ac:spMkLst>
        </pc:spChg>
        <pc:spChg chg="mod">
          <ac:chgData name="Yun Li" userId="a841c0d6-47bd-4aed-9498-daed041134e9" providerId="ADAL" clId="{C0FC64F5-72D1-42F2-B51B-A35F7E893786}" dt="2025-03-19T08:30:17.849" v="4676" actId="1076"/>
          <ac:spMkLst>
            <pc:docMk/>
            <pc:sldMk cId="0" sldId="16141053"/>
            <ac:spMk id="7" creationId="{00000000-0000-0000-0000-000000000000}"/>
          </ac:spMkLst>
        </pc:spChg>
        <pc:spChg chg="mod">
          <ac:chgData name="Yun Li" userId="a841c0d6-47bd-4aed-9498-daed041134e9" providerId="ADAL" clId="{C0FC64F5-72D1-42F2-B51B-A35F7E893786}" dt="2025-03-19T08:30:28.400" v="4680" actId="14100"/>
          <ac:spMkLst>
            <pc:docMk/>
            <pc:sldMk cId="0" sldId="16141053"/>
            <ac:spMk id="8" creationId="{00000000-0000-0000-0000-000000000000}"/>
          </ac:spMkLst>
        </pc:spChg>
        <pc:spChg chg="del mod">
          <ac:chgData name="Yun Li" userId="a841c0d6-47bd-4aed-9498-daed041134e9" providerId="ADAL" clId="{C0FC64F5-72D1-42F2-B51B-A35F7E893786}" dt="2025-03-19T08:30:23.559" v="4678" actId="478"/>
          <ac:spMkLst>
            <pc:docMk/>
            <pc:sldMk cId="0" sldId="16141053"/>
            <ac:spMk id="9" creationId="{00000000-0000-0000-0000-000000000000}"/>
          </ac:spMkLst>
        </pc:spChg>
        <pc:spChg chg="mod">
          <ac:chgData name="Yun Li" userId="a841c0d6-47bd-4aed-9498-daed041134e9" providerId="ADAL" clId="{C0FC64F5-72D1-42F2-B51B-A35F7E893786}" dt="2025-03-19T08:30:36.424" v="4690" actId="1035"/>
          <ac:spMkLst>
            <pc:docMk/>
            <pc:sldMk cId="0" sldId="16141053"/>
            <ac:spMk id="10" creationId="{00000000-0000-0000-0000-000000000000}"/>
          </ac:spMkLst>
        </pc:spChg>
        <pc:picChg chg="mod">
          <ac:chgData name="Yun Li" userId="a841c0d6-47bd-4aed-9498-daed041134e9" providerId="ADAL" clId="{C0FC64F5-72D1-42F2-B51B-A35F7E893786}" dt="2025-03-19T08:30:32.375" v="4687" actId="1036"/>
          <ac:picMkLst>
            <pc:docMk/>
            <pc:sldMk cId="0" sldId="16141053"/>
            <ac:picMk id="5" creationId="{00000000-0000-0000-0000-000000000000}"/>
          </ac:picMkLst>
        </pc:picChg>
      </pc:sldChg>
      <pc:sldChg chg="addSp delSp modSp add del mod">
        <pc:chgData name="Yun Li" userId="a841c0d6-47bd-4aed-9498-daed041134e9" providerId="ADAL" clId="{C0FC64F5-72D1-42F2-B51B-A35F7E893786}" dt="2025-03-19T07:55:02.304" v="4206" actId="47"/>
        <pc:sldMkLst>
          <pc:docMk/>
          <pc:sldMk cId="0" sldId="16141054"/>
        </pc:sldMkLst>
        <pc:spChg chg="add mod">
          <ac:chgData name="Yun Li" userId="a841c0d6-47bd-4aed-9498-daed041134e9" providerId="ADAL" clId="{C0FC64F5-72D1-42F2-B51B-A35F7E893786}" dt="2025-03-18T07:33:26.328" v="813"/>
          <ac:spMkLst>
            <pc:docMk/>
            <pc:sldMk cId="0" sldId="16141054"/>
            <ac:spMk id="2" creationId="{1649188A-102D-09A4-28D3-47AA6F7FD372}"/>
          </ac:spMkLst>
        </pc:spChg>
        <pc:spChg chg="del mod">
          <ac:chgData name="Yun Li" userId="a841c0d6-47bd-4aed-9498-daed041134e9" providerId="ADAL" clId="{C0FC64F5-72D1-42F2-B51B-A35F7E893786}" dt="2025-03-18T07:33:28.365" v="814" actId="478"/>
          <ac:spMkLst>
            <pc:docMk/>
            <pc:sldMk cId="0" sldId="16141054"/>
            <ac:spMk id="8" creationId="{00000000-0000-0000-0000-000000000000}"/>
          </ac:spMkLst>
        </pc:spChg>
      </pc:sldChg>
      <pc:sldChg chg="addSp delSp modSp add del mod">
        <pc:chgData name="Yun Li" userId="a841c0d6-47bd-4aed-9498-daed041134e9" providerId="ADAL" clId="{C0FC64F5-72D1-42F2-B51B-A35F7E893786}" dt="2025-03-19T08:10:36.856" v="4455" actId="47"/>
        <pc:sldMkLst>
          <pc:docMk/>
          <pc:sldMk cId="0" sldId="16141055"/>
        </pc:sldMkLst>
        <pc:spChg chg="add mod">
          <ac:chgData name="Yun Li" userId="a841c0d6-47bd-4aed-9498-daed041134e9" providerId="ADAL" clId="{C0FC64F5-72D1-42F2-B51B-A35F7E893786}" dt="2025-03-18T07:35:20.409" v="858"/>
          <ac:spMkLst>
            <pc:docMk/>
            <pc:sldMk cId="0" sldId="16141055"/>
            <ac:spMk id="2" creationId="{002C178E-D299-B782-F3F5-8A66406E3B10}"/>
          </ac:spMkLst>
        </pc:spChg>
        <pc:spChg chg="del mod">
          <ac:chgData name="Yun Li" userId="a841c0d6-47bd-4aed-9498-daed041134e9" providerId="ADAL" clId="{C0FC64F5-72D1-42F2-B51B-A35F7E893786}" dt="2025-03-18T07:35:22.833" v="859" actId="478"/>
          <ac:spMkLst>
            <pc:docMk/>
            <pc:sldMk cId="0" sldId="16141055"/>
            <ac:spMk id="5" creationId="{00000000-0000-0000-0000-000000000000}"/>
          </ac:spMkLst>
        </pc:spChg>
      </pc:sldChg>
      <pc:sldChg chg="addSp delSp modSp add del mod">
        <pc:chgData name="Yun Li" userId="a841c0d6-47bd-4aed-9498-daed041134e9" providerId="ADAL" clId="{C0FC64F5-72D1-42F2-B51B-A35F7E893786}" dt="2025-03-19T08:11:26.926" v="4456" actId="2696"/>
        <pc:sldMkLst>
          <pc:docMk/>
          <pc:sldMk cId="0" sldId="16141056"/>
        </pc:sldMkLst>
        <pc:spChg chg="add mod">
          <ac:chgData name="Yun Li" userId="a841c0d6-47bd-4aed-9498-daed041134e9" providerId="ADAL" clId="{C0FC64F5-72D1-42F2-B51B-A35F7E893786}" dt="2025-03-18T07:35:11.224" v="853"/>
          <ac:spMkLst>
            <pc:docMk/>
            <pc:sldMk cId="0" sldId="16141056"/>
            <ac:spMk id="2" creationId="{99010509-B175-458C-65E9-0F86B299522A}"/>
          </ac:spMkLst>
        </pc:spChg>
        <pc:spChg chg="del mod">
          <ac:chgData name="Yun Li" userId="a841c0d6-47bd-4aed-9498-daed041134e9" providerId="ADAL" clId="{C0FC64F5-72D1-42F2-B51B-A35F7E893786}" dt="2025-03-18T07:35:13.537" v="854" actId="478"/>
          <ac:spMkLst>
            <pc:docMk/>
            <pc:sldMk cId="0" sldId="16141056"/>
            <ac:spMk id="5" creationId="{00000000-0000-0000-0000-000000000000}"/>
          </ac:spMkLst>
        </pc:spChg>
      </pc:sldChg>
      <pc:sldChg chg="add del">
        <pc:chgData name="Yun Li" userId="a841c0d6-47bd-4aed-9498-daed041134e9" providerId="ADAL" clId="{C0FC64F5-72D1-42F2-B51B-A35F7E893786}" dt="2025-03-19T08:45:43.298" v="5290" actId="47"/>
        <pc:sldMkLst>
          <pc:docMk/>
          <pc:sldMk cId="1567871904" sldId="16141056"/>
        </pc:sldMkLst>
      </pc:sldChg>
      <pc:sldChg chg="addSp delSp modSp add del mod">
        <pc:chgData name="Yun Li" userId="a841c0d6-47bd-4aed-9498-daed041134e9" providerId="ADAL" clId="{C0FC64F5-72D1-42F2-B51B-A35F7E893786}" dt="2025-03-19T08:08:18.901" v="4450" actId="2696"/>
        <pc:sldMkLst>
          <pc:docMk/>
          <pc:sldMk cId="0" sldId="16141057"/>
        </pc:sldMkLst>
        <pc:spChg chg="add mod">
          <ac:chgData name="Yun Li" userId="a841c0d6-47bd-4aed-9498-daed041134e9" providerId="ADAL" clId="{C0FC64F5-72D1-42F2-B51B-A35F7E893786}" dt="2025-03-18T07:37:28.240" v="955"/>
          <ac:spMkLst>
            <pc:docMk/>
            <pc:sldMk cId="0" sldId="16141057"/>
            <ac:spMk id="2" creationId="{F5C7E3AA-1653-0EA9-F887-4CFBAD121EF4}"/>
          </ac:spMkLst>
        </pc:spChg>
        <pc:spChg chg="del mod">
          <ac:chgData name="Yun Li" userId="a841c0d6-47bd-4aed-9498-daed041134e9" providerId="ADAL" clId="{C0FC64F5-72D1-42F2-B51B-A35F7E893786}" dt="2025-03-18T07:37:29.775" v="956" actId="478"/>
          <ac:spMkLst>
            <pc:docMk/>
            <pc:sldMk cId="0" sldId="16141057"/>
            <ac:spMk id="24" creationId="{00000000-0000-0000-0000-000000000000}"/>
          </ac:spMkLst>
        </pc:spChg>
      </pc:sldChg>
      <pc:sldChg chg="add del">
        <pc:chgData name="Yun Li" userId="a841c0d6-47bd-4aed-9498-daed041134e9" providerId="ADAL" clId="{C0FC64F5-72D1-42F2-B51B-A35F7E893786}" dt="2025-03-19T08:31:23.197" v="4698" actId="47"/>
        <pc:sldMkLst>
          <pc:docMk/>
          <pc:sldMk cId="1005453186" sldId="16141057"/>
        </pc:sldMkLst>
      </pc:sldChg>
      <pc:sldChg chg="addSp delSp modSp add mod">
        <pc:chgData name="Yun Li" userId="a841c0d6-47bd-4aed-9498-daed041134e9" providerId="ADAL" clId="{C0FC64F5-72D1-42F2-B51B-A35F7E893786}" dt="2025-03-19T08:45:01.425" v="5289" actId="1076"/>
        <pc:sldMkLst>
          <pc:docMk/>
          <pc:sldMk cId="0" sldId="16141059"/>
        </pc:sldMkLst>
        <pc:spChg chg="add mod">
          <ac:chgData name="Yun Li" userId="a841c0d6-47bd-4aed-9498-daed041134e9" providerId="ADAL" clId="{C0FC64F5-72D1-42F2-B51B-A35F7E893786}" dt="2025-03-18T07:33:40.138" v="819"/>
          <ac:spMkLst>
            <pc:docMk/>
            <pc:sldMk cId="0" sldId="16141059"/>
            <ac:spMk id="2" creationId="{47838FA1-0AB8-1186-1386-92658FB4A85C}"/>
          </ac:spMkLst>
        </pc:spChg>
        <pc:spChg chg="mod">
          <ac:chgData name="Yun Li" userId="a841c0d6-47bd-4aed-9498-daed041134e9" providerId="ADAL" clId="{C0FC64F5-72D1-42F2-B51B-A35F7E893786}" dt="2025-03-19T08:45:01.425" v="5289" actId="1076"/>
          <ac:spMkLst>
            <pc:docMk/>
            <pc:sldMk cId="0" sldId="16141059"/>
            <ac:spMk id="6" creationId="{00000000-0000-0000-0000-000000000000}"/>
          </ac:spMkLst>
        </pc:spChg>
        <pc:spChg chg="del mod">
          <ac:chgData name="Yun Li" userId="a841c0d6-47bd-4aed-9498-daed041134e9" providerId="ADAL" clId="{C0FC64F5-72D1-42F2-B51B-A35F7E893786}" dt="2025-03-18T07:33:42.868" v="820" actId="478"/>
          <ac:spMkLst>
            <pc:docMk/>
            <pc:sldMk cId="0" sldId="16141059"/>
            <ac:spMk id="8" creationId="{00000000-0000-0000-0000-000000000000}"/>
          </ac:spMkLst>
        </pc:spChg>
        <pc:picChg chg="mod">
          <ac:chgData name="Yun Li" userId="a841c0d6-47bd-4aed-9498-daed041134e9" providerId="ADAL" clId="{C0FC64F5-72D1-42F2-B51B-A35F7E893786}" dt="2025-03-19T08:44:54.428" v="5288" actId="1076"/>
          <ac:picMkLst>
            <pc:docMk/>
            <pc:sldMk cId="0" sldId="16141059"/>
            <ac:picMk id="5" creationId="{00000000-0000-0000-0000-000000000000}"/>
          </ac:picMkLst>
        </pc:picChg>
      </pc:sldChg>
      <pc:sldChg chg="addSp delSp modSp add del mod">
        <pc:chgData name="Yun Li" userId="a841c0d6-47bd-4aed-9498-daed041134e9" providerId="ADAL" clId="{C0FC64F5-72D1-42F2-B51B-A35F7E893786}" dt="2025-03-19T08:07:42.153" v="4448" actId="2696"/>
        <pc:sldMkLst>
          <pc:docMk/>
          <pc:sldMk cId="0" sldId="16141060"/>
        </pc:sldMkLst>
        <pc:spChg chg="add mod">
          <ac:chgData name="Yun Li" userId="a841c0d6-47bd-4aed-9498-daed041134e9" providerId="ADAL" clId="{C0FC64F5-72D1-42F2-B51B-A35F7E893786}" dt="2025-03-18T07:37:11.051" v="943"/>
          <ac:spMkLst>
            <pc:docMk/>
            <pc:sldMk cId="0" sldId="16141060"/>
            <ac:spMk id="2" creationId="{1D12B683-D577-6AC1-1B27-1AE6DF065AD0}"/>
          </ac:spMkLst>
        </pc:spChg>
        <pc:spChg chg="del mod">
          <ac:chgData name="Yun Li" userId="a841c0d6-47bd-4aed-9498-daed041134e9" providerId="ADAL" clId="{C0FC64F5-72D1-42F2-B51B-A35F7E893786}" dt="2025-03-18T07:37:13.073" v="944" actId="478"/>
          <ac:spMkLst>
            <pc:docMk/>
            <pc:sldMk cId="0" sldId="16141060"/>
            <ac:spMk id="4" creationId="{00000000-0000-0000-0000-000000000000}"/>
          </ac:spMkLst>
        </pc:spChg>
      </pc:sldChg>
      <pc:sldChg chg="addSp delSp modSp add mod">
        <pc:chgData name="Yun Li" userId="a841c0d6-47bd-4aed-9498-daed041134e9" providerId="ADAL" clId="{C0FC64F5-72D1-42F2-B51B-A35F7E893786}" dt="2025-03-19T08:10:16.088" v="4454" actId="6549"/>
        <pc:sldMkLst>
          <pc:docMk/>
          <pc:sldMk cId="0" sldId="16141061"/>
        </pc:sldMkLst>
        <pc:spChg chg="add mod">
          <ac:chgData name="Yun Li" userId="a841c0d6-47bd-4aed-9498-daed041134e9" providerId="ADAL" clId="{C0FC64F5-72D1-42F2-B51B-A35F7E893786}" dt="2025-03-19T08:10:16.088" v="4454" actId="6549"/>
          <ac:spMkLst>
            <pc:docMk/>
            <pc:sldMk cId="0" sldId="16141061"/>
            <ac:spMk id="2" creationId="{8565376E-92C0-8A6D-D4B6-C7463DFB00D2}"/>
          </ac:spMkLst>
        </pc:spChg>
        <pc:spChg chg="del mod">
          <ac:chgData name="Yun Li" userId="a841c0d6-47bd-4aed-9498-daed041134e9" providerId="ADAL" clId="{C0FC64F5-72D1-42F2-B51B-A35F7E893786}" dt="2025-03-18T07:35:39.945" v="869" actId="478"/>
          <ac:spMkLst>
            <pc:docMk/>
            <pc:sldMk cId="0" sldId="16141061"/>
            <ac:spMk id="4" creationId="{00000000-0000-0000-0000-000000000000}"/>
          </ac:spMkLst>
        </pc:spChg>
        <pc:spChg chg="add mod">
          <ac:chgData name="Yun Li" userId="a841c0d6-47bd-4aed-9498-daed041134e9" providerId="ADAL" clId="{C0FC64F5-72D1-42F2-B51B-A35F7E893786}" dt="2025-03-19T05:17:58.411" v="1116"/>
          <ac:spMkLst>
            <pc:docMk/>
            <pc:sldMk cId="0" sldId="16141061"/>
            <ac:spMk id="4" creationId="{D47BE848-61A5-326D-2222-BF50F23D97B5}"/>
          </ac:spMkLst>
        </pc:spChg>
      </pc:sldChg>
      <pc:sldChg chg="addSp delSp modSp add del mod">
        <pc:chgData name="Yun Li" userId="a841c0d6-47bd-4aed-9498-daed041134e9" providerId="ADAL" clId="{C0FC64F5-72D1-42F2-B51B-A35F7E893786}" dt="2025-03-19T08:07:34.141" v="4447" actId="47"/>
        <pc:sldMkLst>
          <pc:docMk/>
          <pc:sldMk cId="0" sldId="16141062"/>
        </pc:sldMkLst>
        <pc:spChg chg="add mod">
          <ac:chgData name="Yun Li" userId="a841c0d6-47bd-4aed-9498-daed041134e9" providerId="ADAL" clId="{C0FC64F5-72D1-42F2-B51B-A35F7E893786}" dt="2025-03-18T07:37:20.977" v="950"/>
          <ac:spMkLst>
            <pc:docMk/>
            <pc:sldMk cId="0" sldId="16141062"/>
            <ac:spMk id="2" creationId="{CD29530A-ED10-ADDE-B543-26EE093FF946}"/>
          </ac:spMkLst>
        </pc:spChg>
        <pc:spChg chg="del mod">
          <ac:chgData name="Yun Li" userId="a841c0d6-47bd-4aed-9498-daed041134e9" providerId="ADAL" clId="{C0FC64F5-72D1-42F2-B51B-A35F7E893786}" dt="2025-03-18T07:37:22.609" v="951" actId="478"/>
          <ac:spMkLst>
            <pc:docMk/>
            <pc:sldMk cId="0" sldId="16141062"/>
            <ac:spMk id="4" creationId="{00000000-0000-0000-0000-000000000000}"/>
          </ac:spMkLst>
        </pc:spChg>
      </pc:sldChg>
      <pc:sldChg chg="addSp delSp modSp mod">
        <pc:chgData name="Yun Li" userId="a841c0d6-47bd-4aed-9498-daed041134e9" providerId="ADAL" clId="{C0FC64F5-72D1-42F2-B51B-A35F7E893786}" dt="2025-02-26T01:57:08.023" v="436" actId="1076"/>
        <pc:sldMkLst>
          <pc:docMk/>
          <pc:sldMk cId="2259183995" sldId="2076138241"/>
        </pc:sldMkLst>
        <pc:spChg chg="add mod">
          <ac:chgData name="Yun Li" userId="a841c0d6-47bd-4aed-9498-daed041134e9" providerId="ADAL" clId="{C0FC64F5-72D1-42F2-B51B-A35F7E893786}" dt="2025-02-26T01:56:53.757" v="425"/>
          <ac:spMkLst>
            <pc:docMk/>
            <pc:sldMk cId="2259183995" sldId="2076138241"/>
            <ac:spMk id="2" creationId="{2D7FC53F-5023-C564-ECE0-C19D0FDADC50}"/>
          </ac:spMkLst>
        </pc:spChg>
        <pc:spChg chg="mod">
          <ac:chgData name="Yun Li" userId="a841c0d6-47bd-4aed-9498-daed041134e9" providerId="ADAL" clId="{C0FC64F5-72D1-42F2-B51B-A35F7E893786}" dt="2025-02-26T01:57:05.620" v="435" actId="27636"/>
          <ac:spMkLst>
            <pc:docMk/>
            <pc:sldMk cId="2259183995" sldId="2076138241"/>
            <ac:spMk id="12" creationId="{1BA22667-F0B1-069B-0C64-2193A11A5D1A}"/>
          </ac:spMkLst>
        </pc:spChg>
        <pc:picChg chg="mod">
          <ac:chgData name="Yun Li" userId="a841c0d6-47bd-4aed-9498-daed041134e9" providerId="ADAL" clId="{C0FC64F5-72D1-42F2-B51B-A35F7E893786}" dt="2025-02-26T01:57:08.023" v="436" actId="1076"/>
          <ac:picMkLst>
            <pc:docMk/>
            <pc:sldMk cId="2259183995" sldId="2076138241"/>
            <ac:picMk id="6" creationId="{C0DAD6C9-77E6-8DD1-849A-404AAD796DF2}"/>
          </ac:picMkLst>
        </pc:picChg>
      </pc:sldChg>
      <pc:sldChg chg="modSp add del mod">
        <pc:chgData name="Yun Li" userId="a841c0d6-47bd-4aed-9498-daed041134e9" providerId="ADAL" clId="{C0FC64F5-72D1-42F2-B51B-A35F7E893786}" dt="2025-03-19T05:55:14.841" v="1517" actId="47"/>
        <pc:sldMkLst>
          <pc:docMk/>
          <pc:sldMk cId="1935957263" sldId="2146847454"/>
        </pc:sldMkLst>
        <pc:spChg chg="mod">
          <ac:chgData name="Yun Li" userId="a841c0d6-47bd-4aed-9498-daed041134e9" providerId="ADAL" clId="{C0FC64F5-72D1-42F2-B51B-A35F7E893786}" dt="2025-03-19T05:47:05.348" v="1480" actId="6549"/>
          <ac:spMkLst>
            <pc:docMk/>
            <pc:sldMk cId="1935957263" sldId="2146847454"/>
            <ac:spMk id="5" creationId="{2BD95EAF-AFEE-0791-6DB1-CE85C06A179E}"/>
          </ac:spMkLst>
        </pc:spChg>
      </pc:sldChg>
      <pc:sldChg chg="addSp delSp modSp add mod">
        <pc:chgData name="Yun Li" userId="a841c0d6-47bd-4aed-9498-daed041134e9" providerId="ADAL" clId="{C0FC64F5-72D1-42F2-B51B-A35F7E893786}" dt="2025-03-19T07:03:52.024" v="3549" actId="1076"/>
        <pc:sldMkLst>
          <pc:docMk/>
          <pc:sldMk cId="3064586093" sldId="2146847455"/>
        </pc:sldMkLst>
        <pc:spChg chg="mod">
          <ac:chgData name="Yun Li" userId="a841c0d6-47bd-4aed-9498-daed041134e9" providerId="ADAL" clId="{C0FC64F5-72D1-42F2-B51B-A35F7E893786}" dt="2025-03-19T05:46:15.163" v="1475" actId="1076"/>
          <ac:spMkLst>
            <pc:docMk/>
            <pc:sldMk cId="3064586093" sldId="2146847455"/>
            <ac:spMk id="4" creationId="{EA5E4393-2322-EE6E-269F-C5FEFAFD3070}"/>
          </ac:spMkLst>
        </pc:spChg>
        <pc:spChg chg="del mod">
          <ac:chgData name="Yun Li" userId="a841c0d6-47bd-4aed-9498-daed041134e9" providerId="ADAL" clId="{C0FC64F5-72D1-42F2-B51B-A35F7E893786}" dt="2025-03-19T05:56:22.791" v="1561" actId="478"/>
          <ac:spMkLst>
            <pc:docMk/>
            <pc:sldMk cId="3064586093" sldId="2146847455"/>
            <ac:spMk id="5" creationId="{96F6F619-B17A-FF0A-1044-171F5EFC7B37}"/>
          </ac:spMkLst>
        </pc:spChg>
        <pc:spChg chg="add mod">
          <ac:chgData name="Yun Li" userId="a841c0d6-47bd-4aed-9498-daed041134e9" providerId="ADAL" clId="{C0FC64F5-72D1-42F2-B51B-A35F7E893786}" dt="2025-03-19T07:03:52.024" v="3549" actId="1076"/>
          <ac:spMkLst>
            <pc:docMk/>
            <pc:sldMk cId="3064586093" sldId="2146847455"/>
            <ac:spMk id="6" creationId="{390C726E-0981-CE30-E64E-8DE32AD7F1BF}"/>
          </ac:spMkLst>
        </pc:spChg>
        <pc:spChg chg="add mod">
          <ac:chgData name="Yun Li" userId="a841c0d6-47bd-4aed-9498-daed041134e9" providerId="ADAL" clId="{C0FC64F5-72D1-42F2-B51B-A35F7E893786}" dt="2025-03-19T07:03:42.750" v="3548" actId="20577"/>
          <ac:spMkLst>
            <pc:docMk/>
            <pc:sldMk cId="3064586093" sldId="2146847455"/>
            <ac:spMk id="9" creationId="{DB556C87-0877-BC9B-1D89-19316C8C3614}"/>
          </ac:spMkLst>
        </pc:spChg>
        <pc:spChg chg="add mod">
          <ac:chgData name="Yun Li" userId="a841c0d6-47bd-4aed-9498-daed041134e9" providerId="ADAL" clId="{C0FC64F5-72D1-42F2-B51B-A35F7E893786}" dt="2025-03-19T07:01:25.311" v="3485" actId="14100"/>
          <ac:spMkLst>
            <pc:docMk/>
            <pc:sldMk cId="3064586093" sldId="2146847455"/>
            <ac:spMk id="11" creationId="{986EF526-74FF-E460-6F54-168D0C37D326}"/>
          </ac:spMkLst>
        </pc:spChg>
        <pc:spChg chg="add mod">
          <ac:chgData name="Yun Li" userId="a841c0d6-47bd-4aed-9498-daed041134e9" providerId="ADAL" clId="{C0FC64F5-72D1-42F2-B51B-A35F7E893786}" dt="2025-03-19T07:01:46.617" v="3503" actId="20577"/>
          <ac:spMkLst>
            <pc:docMk/>
            <pc:sldMk cId="3064586093" sldId="2146847455"/>
            <ac:spMk id="12" creationId="{C021086D-73D4-CA1A-2932-3D92876950C1}"/>
          </ac:spMkLst>
        </pc:spChg>
        <pc:spChg chg="add del">
          <ac:chgData name="Yun Li" userId="a841c0d6-47bd-4aed-9498-daed041134e9" providerId="ADAL" clId="{C0FC64F5-72D1-42F2-B51B-A35F7E893786}" dt="2025-03-19T05:55:58.605" v="1530" actId="22"/>
          <ac:spMkLst>
            <pc:docMk/>
            <pc:sldMk cId="3064586093" sldId="2146847455"/>
            <ac:spMk id="14" creationId="{78F70215-DBB2-94B2-7D52-DC8864CD2B18}"/>
          </ac:spMkLst>
        </pc:spChg>
        <pc:spChg chg="add mod">
          <ac:chgData name="Yun Li" userId="a841c0d6-47bd-4aed-9498-daed041134e9" providerId="ADAL" clId="{C0FC64F5-72D1-42F2-B51B-A35F7E893786}" dt="2025-03-19T07:01:14.216" v="3467" actId="20577"/>
          <ac:spMkLst>
            <pc:docMk/>
            <pc:sldMk cId="3064586093" sldId="2146847455"/>
            <ac:spMk id="15" creationId="{F24FC304-DA78-11FD-B4E2-EEBF3B549C70}"/>
          </ac:spMkLst>
        </pc:spChg>
        <pc:picChg chg="mod">
          <ac:chgData name="Yun Li" userId="a841c0d6-47bd-4aed-9498-daed041134e9" providerId="ADAL" clId="{C0FC64F5-72D1-42F2-B51B-A35F7E893786}" dt="2025-03-19T05:45:24.228" v="1449" actId="1076"/>
          <ac:picMkLst>
            <pc:docMk/>
            <pc:sldMk cId="3064586093" sldId="2146847455"/>
            <ac:picMk id="2" creationId="{73648307-EE34-753B-537C-5C31A27D50D5}"/>
          </ac:picMkLst>
        </pc:picChg>
        <pc:picChg chg="add del mod">
          <ac:chgData name="Yun Li" userId="a841c0d6-47bd-4aed-9498-daed041134e9" providerId="ADAL" clId="{C0FC64F5-72D1-42F2-B51B-A35F7E893786}" dt="2025-03-19T05:43:45.226" v="1413" actId="478"/>
          <ac:picMkLst>
            <pc:docMk/>
            <pc:sldMk cId="3064586093" sldId="2146847455"/>
            <ac:picMk id="8" creationId="{648C9D31-C044-C832-EDB5-C864101BD57D}"/>
          </ac:picMkLst>
        </pc:picChg>
      </pc:sldChg>
      <pc:sldChg chg="modSp mod">
        <pc:chgData name="Yun Li" userId="a841c0d6-47bd-4aed-9498-daed041134e9" providerId="ADAL" clId="{C0FC64F5-72D1-42F2-B51B-A35F7E893786}" dt="2025-03-19T05:10:11.283" v="995" actId="20577"/>
        <pc:sldMkLst>
          <pc:docMk/>
          <pc:sldMk cId="2493562175" sldId="2147472929"/>
        </pc:sldMkLst>
        <pc:graphicFrameChg chg="modGraphic">
          <ac:chgData name="Yun Li" userId="a841c0d6-47bd-4aed-9498-daed041134e9" providerId="ADAL" clId="{C0FC64F5-72D1-42F2-B51B-A35F7E893786}" dt="2025-03-19T05:10:11.283" v="995" actId="20577"/>
          <ac:graphicFrameMkLst>
            <pc:docMk/>
            <pc:sldMk cId="2493562175" sldId="2147472929"/>
            <ac:graphicFrameMk id="5" creationId="{C51A2D60-1696-65BE-4A86-67A9672D1211}"/>
          </ac:graphicFrameMkLst>
        </pc:graphicFrameChg>
      </pc:sldChg>
      <pc:sldChg chg="del">
        <pc:chgData name="Yun Li" userId="a841c0d6-47bd-4aed-9498-daed041134e9" providerId="ADAL" clId="{C0FC64F5-72D1-42F2-B51B-A35F7E893786}" dt="2025-03-18T07:28:35.548" v="739" actId="2696"/>
        <pc:sldMkLst>
          <pc:docMk/>
          <pc:sldMk cId="915425128" sldId="2147472937"/>
        </pc:sldMkLst>
      </pc:sldChg>
      <pc:sldChg chg="add">
        <pc:chgData name="Yun Li" userId="a841c0d6-47bd-4aed-9498-daed041134e9" providerId="ADAL" clId="{C0FC64F5-72D1-42F2-B51B-A35F7E893786}" dt="2025-03-18T07:28:50.896" v="746"/>
        <pc:sldMkLst>
          <pc:docMk/>
          <pc:sldMk cId="1474579798" sldId="2147472937"/>
        </pc:sldMkLst>
      </pc:sldChg>
      <pc:sldChg chg="add del">
        <pc:chgData name="Yun Li" userId="a841c0d6-47bd-4aed-9498-daed041134e9" providerId="ADAL" clId="{C0FC64F5-72D1-42F2-B51B-A35F7E893786}" dt="2025-03-18T07:28:50.796" v="745"/>
        <pc:sldMkLst>
          <pc:docMk/>
          <pc:sldMk cId="1607946280" sldId="2147472937"/>
        </pc:sldMkLst>
      </pc:sldChg>
      <pc:sldChg chg="add del">
        <pc:chgData name="Yun Li" userId="a841c0d6-47bd-4aed-9498-daed041134e9" providerId="ADAL" clId="{C0FC64F5-72D1-42F2-B51B-A35F7E893786}" dt="2025-03-18T07:28:50.796" v="745"/>
        <pc:sldMkLst>
          <pc:docMk/>
          <pc:sldMk cId="272818745" sldId="2147472942"/>
        </pc:sldMkLst>
      </pc:sldChg>
      <pc:sldChg chg="del">
        <pc:chgData name="Yun Li" userId="a841c0d6-47bd-4aed-9498-daed041134e9" providerId="ADAL" clId="{C0FC64F5-72D1-42F2-B51B-A35F7E893786}" dt="2025-03-18T07:28:35.548" v="739" actId="2696"/>
        <pc:sldMkLst>
          <pc:docMk/>
          <pc:sldMk cId="394225246" sldId="2147472942"/>
        </pc:sldMkLst>
      </pc:sldChg>
      <pc:sldChg chg="add">
        <pc:chgData name="Yun Li" userId="a841c0d6-47bd-4aed-9498-daed041134e9" providerId="ADAL" clId="{C0FC64F5-72D1-42F2-B51B-A35F7E893786}" dt="2025-03-18T07:28:50.896" v="746"/>
        <pc:sldMkLst>
          <pc:docMk/>
          <pc:sldMk cId="3469917521" sldId="2147472942"/>
        </pc:sldMkLst>
      </pc:sldChg>
      <pc:sldChg chg="add">
        <pc:chgData name="Yun Li" userId="a841c0d6-47bd-4aed-9498-daed041134e9" providerId="ADAL" clId="{C0FC64F5-72D1-42F2-B51B-A35F7E893786}" dt="2025-03-18T07:28:50.896" v="746"/>
        <pc:sldMkLst>
          <pc:docMk/>
          <pc:sldMk cId="441440151" sldId="2147472943"/>
        </pc:sldMkLst>
      </pc:sldChg>
      <pc:sldChg chg="del">
        <pc:chgData name="Yun Li" userId="a841c0d6-47bd-4aed-9498-daed041134e9" providerId="ADAL" clId="{C0FC64F5-72D1-42F2-B51B-A35F7E893786}" dt="2025-03-18T07:28:35.548" v="739" actId="2696"/>
        <pc:sldMkLst>
          <pc:docMk/>
          <pc:sldMk cId="664790204" sldId="2147472943"/>
        </pc:sldMkLst>
      </pc:sldChg>
      <pc:sldChg chg="add del">
        <pc:chgData name="Yun Li" userId="a841c0d6-47bd-4aed-9498-daed041134e9" providerId="ADAL" clId="{C0FC64F5-72D1-42F2-B51B-A35F7E893786}" dt="2025-03-18T07:28:50.796" v="745"/>
        <pc:sldMkLst>
          <pc:docMk/>
          <pc:sldMk cId="782159086" sldId="2147472943"/>
        </pc:sldMkLst>
      </pc:sldChg>
      <pc:sldChg chg="add del">
        <pc:chgData name="Yun Li" userId="a841c0d6-47bd-4aed-9498-daed041134e9" providerId="ADAL" clId="{C0FC64F5-72D1-42F2-B51B-A35F7E893786}" dt="2025-03-18T07:28:50.796" v="745"/>
        <pc:sldMkLst>
          <pc:docMk/>
          <pc:sldMk cId="1060121035" sldId="2147472944"/>
        </pc:sldMkLst>
      </pc:sldChg>
      <pc:sldChg chg="add">
        <pc:chgData name="Yun Li" userId="a841c0d6-47bd-4aed-9498-daed041134e9" providerId="ADAL" clId="{C0FC64F5-72D1-42F2-B51B-A35F7E893786}" dt="2025-03-18T07:28:50.896" v="746"/>
        <pc:sldMkLst>
          <pc:docMk/>
          <pc:sldMk cId="1387269584" sldId="2147472944"/>
        </pc:sldMkLst>
      </pc:sldChg>
      <pc:sldChg chg="del">
        <pc:chgData name="Yun Li" userId="a841c0d6-47bd-4aed-9498-daed041134e9" providerId="ADAL" clId="{C0FC64F5-72D1-42F2-B51B-A35F7E893786}" dt="2025-03-18T07:28:35.548" v="739" actId="2696"/>
        <pc:sldMkLst>
          <pc:docMk/>
          <pc:sldMk cId="3877613622" sldId="2147472944"/>
        </pc:sldMkLst>
      </pc:sldChg>
      <pc:sldChg chg="modSp mod">
        <pc:chgData name="Yun Li" userId="a841c0d6-47bd-4aed-9498-daed041134e9" providerId="ADAL" clId="{C0FC64F5-72D1-42F2-B51B-A35F7E893786}" dt="2025-02-26T01:56:11.237" v="409" actId="108"/>
        <pc:sldMkLst>
          <pc:docMk/>
          <pc:sldMk cId="992260" sldId="2147472951"/>
        </pc:sldMkLst>
        <pc:spChg chg="mod">
          <ac:chgData name="Yun Li" userId="a841c0d6-47bd-4aed-9498-daed041134e9" providerId="ADAL" clId="{C0FC64F5-72D1-42F2-B51B-A35F7E893786}" dt="2025-02-26T01:56:11.237" v="409" actId="108"/>
          <ac:spMkLst>
            <pc:docMk/>
            <pc:sldMk cId="992260" sldId="2147472951"/>
            <ac:spMk id="2" creationId="{19605B74-D5A3-F8FA-8795-1BDB998DCC1F}"/>
          </ac:spMkLst>
        </pc:spChg>
      </pc:sldChg>
      <pc:sldChg chg="addSp delSp modSp mod">
        <pc:chgData name="Yun Li" userId="a841c0d6-47bd-4aed-9498-daed041134e9" providerId="ADAL" clId="{C0FC64F5-72D1-42F2-B51B-A35F7E893786}" dt="2025-03-19T07:54:26.361" v="4205" actId="113"/>
        <pc:sldMkLst>
          <pc:docMk/>
          <pc:sldMk cId="631216438" sldId="2147472979"/>
        </pc:sldMkLst>
        <pc:spChg chg="mod">
          <ac:chgData name="Yun Li" userId="a841c0d6-47bd-4aed-9498-daed041134e9" providerId="ADAL" clId="{C0FC64F5-72D1-42F2-B51B-A35F7E893786}" dt="2025-03-19T05:18:25.617" v="1129" actId="1036"/>
          <ac:spMkLst>
            <pc:docMk/>
            <pc:sldMk cId="631216438" sldId="2147472979"/>
            <ac:spMk id="2" creationId="{1960EFBC-FFEA-C779-A60E-249E598C1D13}"/>
          </ac:spMkLst>
        </pc:spChg>
        <pc:spChg chg="del mod topLvl">
          <ac:chgData name="Yun Li" userId="a841c0d6-47bd-4aed-9498-daed041134e9" providerId="ADAL" clId="{C0FC64F5-72D1-42F2-B51B-A35F7E893786}" dt="2025-03-19T07:47:32.457" v="4068" actId="478"/>
          <ac:spMkLst>
            <pc:docMk/>
            <pc:sldMk cId="631216438" sldId="2147472979"/>
            <ac:spMk id="4" creationId="{64D30933-DFDA-8630-245F-0B841F871E66}"/>
          </ac:spMkLst>
        </pc:spChg>
        <pc:spChg chg="add del mod">
          <ac:chgData name="Yun Li" userId="a841c0d6-47bd-4aed-9498-daed041134e9" providerId="ADAL" clId="{C0FC64F5-72D1-42F2-B51B-A35F7E893786}" dt="2025-03-19T07:44:25.623" v="3993" actId="478"/>
          <ac:spMkLst>
            <pc:docMk/>
            <pc:sldMk cId="631216438" sldId="2147472979"/>
            <ac:spMk id="6" creationId="{9DFF9F5F-3376-724D-00BF-7BE33EBF7B3A}"/>
          </ac:spMkLst>
        </pc:spChg>
        <pc:spChg chg="add del mod">
          <ac:chgData name="Yun Li" userId="a841c0d6-47bd-4aed-9498-daed041134e9" providerId="ADAL" clId="{C0FC64F5-72D1-42F2-B51B-A35F7E893786}" dt="2025-03-19T05:18:22.155" v="1121" actId="478"/>
          <ac:spMkLst>
            <pc:docMk/>
            <pc:sldMk cId="631216438" sldId="2147472979"/>
            <ac:spMk id="7" creationId="{ECCAE673-56C0-EBF1-5F57-0004B0859B88}"/>
          </ac:spMkLst>
        </pc:spChg>
        <pc:spChg chg="add mod">
          <ac:chgData name="Yun Li" userId="a841c0d6-47bd-4aed-9498-daed041134e9" providerId="ADAL" clId="{C0FC64F5-72D1-42F2-B51B-A35F7E893786}" dt="2025-03-19T07:46:32.937" v="4034" actId="20577"/>
          <ac:spMkLst>
            <pc:docMk/>
            <pc:sldMk cId="631216438" sldId="2147472979"/>
            <ac:spMk id="8" creationId="{1423374F-888E-7BDF-AEF8-C75C2096CB86}"/>
          </ac:spMkLst>
        </pc:spChg>
        <pc:spChg chg="add mod">
          <ac:chgData name="Yun Li" userId="a841c0d6-47bd-4aed-9498-daed041134e9" providerId="ADAL" clId="{C0FC64F5-72D1-42F2-B51B-A35F7E893786}" dt="2025-03-19T07:54:26.361" v="4205" actId="113"/>
          <ac:spMkLst>
            <pc:docMk/>
            <pc:sldMk cId="631216438" sldId="2147472979"/>
            <ac:spMk id="11" creationId="{2BFA0FD0-4EDD-579F-24D2-F34DFAEF5ADF}"/>
          </ac:spMkLst>
        </pc:spChg>
        <pc:spChg chg="mod topLvl">
          <ac:chgData name="Yun Li" userId="a841c0d6-47bd-4aed-9498-daed041134e9" providerId="ADAL" clId="{C0FC64F5-72D1-42F2-B51B-A35F7E893786}" dt="2025-03-19T07:54:13.297" v="4202" actId="404"/>
          <ac:spMkLst>
            <pc:docMk/>
            <pc:sldMk cId="631216438" sldId="2147472979"/>
            <ac:spMk id="17" creationId="{7A7C0B3F-DC4A-8DD4-63A0-0346B2439341}"/>
          </ac:spMkLst>
        </pc:spChg>
        <pc:grpChg chg="del">
          <ac:chgData name="Yun Li" userId="a841c0d6-47bd-4aed-9498-daed041134e9" providerId="ADAL" clId="{C0FC64F5-72D1-42F2-B51B-A35F7E893786}" dt="2025-03-19T07:47:32.457" v="4068" actId="478"/>
          <ac:grpSpMkLst>
            <pc:docMk/>
            <pc:sldMk cId="631216438" sldId="2147472979"/>
            <ac:grpSpMk id="5" creationId="{30D82336-BD1F-9217-4522-68F477312128}"/>
          </ac:grpSpMkLst>
        </pc:grpChg>
        <pc:picChg chg="mod">
          <ac:chgData name="Yun Li" userId="a841c0d6-47bd-4aed-9498-daed041134e9" providerId="ADAL" clId="{C0FC64F5-72D1-42F2-B51B-A35F7E893786}" dt="2025-03-19T07:53:55.731" v="4197" actId="552"/>
          <ac:picMkLst>
            <pc:docMk/>
            <pc:sldMk cId="631216438" sldId="2147472979"/>
            <ac:picMk id="10" creationId="{F45B52AB-BD85-E057-8A27-DB3BA1CE44F4}"/>
          </ac:picMkLst>
        </pc:picChg>
        <pc:picChg chg="mod">
          <ac:chgData name="Yun Li" userId="a841c0d6-47bd-4aed-9498-daed041134e9" providerId="ADAL" clId="{C0FC64F5-72D1-42F2-B51B-A35F7E893786}" dt="2025-03-19T07:53:55.731" v="4197" actId="552"/>
          <ac:picMkLst>
            <pc:docMk/>
            <pc:sldMk cId="631216438" sldId="2147472979"/>
            <ac:picMk id="16" creationId="{7754AB14-3059-681D-3788-5F466850891D}"/>
          </ac:picMkLst>
        </pc:picChg>
      </pc:sldChg>
      <pc:sldChg chg="addSp delSp modSp mod">
        <pc:chgData name="Yun Li" userId="a841c0d6-47bd-4aed-9498-daed041134e9" providerId="ADAL" clId="{C0FC64F5-72D1-42F2-B51B-A35F7E893786}" dt="2025-03-19T08:00:29.873" v="4315" actId="1035"/>
        <pc:sldMkLst>
          <pc:docMk/>
          <pc:sldMk cId="1013959023" sldId="2147472980"/>
        </pc:sldMkLst>
        <pc:spChg chg="del mod">
          <ac:chgData name="Yun Li" userId="a841c0d6-47bd-4aed-9498-daed041134e9" providerId="ADAL" clId="{C0FC64F5-72D1-42F2-B51B-A35F7E893786}" dt="2025-03-19T05:18:49.948" v="1139" actId="478"/>
          <ac:spMkLst>
            <pc:docMk/>
            <pc:sldMk cId="1013959023" sldId="2147472980"/>
            <ac:spMk id="2" creationId="{4536F0E0-F45A-17CC-51E2-619C3A89D435}"/>
          </ac:spMkLst>
        </pc:spChg>
        <pc:spChg chg="add del">
          <ac:chgData name="Yun Li" userId="a841c0d6-47bd-4aed-9498-daed041134e9" providerId="ADAL" clId="{C0FC64F5-72D1-42F2-B51B-A35F7E893786}" dt="2025-03-19T05:18:34.005" v="1134" actId="22"/>
          <ac:spMkLst>
            <pc:docMk/>
            <pc:sldMk cId="1013959023" sldId="2147472980"/>
            <ac:spMk id="5" creationId="{6616918B-BF86-6BE7-0D1A-88A5DC425018}"/>
          </ac:spMkLst>
        </pc:spChg>
        <pc:spChg chg="mod">
          <ac:chgData name="Yun Li" userId="a841c0d6-47bd-4aed-9498-daed041134e9" providerId="ADAL" clId="{C0FC64F5-72D1-42F2-B51B-A35F7E893786}" dt="2025-03-19T07:53:15.739" v="4184" actId="207"/>
          <ac:spMkLst>
            <pc:docMk/>
            <pc:sldMk cId="1013959023" sldId="2147472980"/>
            <ac:spMk id="6" creationId="{9FD2CEA3-DA32-38C5-E7FB-48F9E3A1D0E2}"/>
          </ac:spMkLst>
        </pc:spChg>
        <pc:spChg chg="add mod">
          <ac:chgData name="Yun Li" userId="a841c0d6-47bd-4aed-9498-daed041134e9" providerId="ADAL" clId="{C0FC64F5-72D1-42F2-B51B-A35F7E893786}" dt="2025-03-19T07:47:47.244" v="4087" actId="20577"/>
          <ac:spMkLst>
            <pc:docMk/>
            <pc:sldMk cId="1013959023" sldId="2147472980"/>
            <ac:spMk id="7" creationId="{7C3B7BF8-9AA0-8A2F-1E19-42CD4EC45755}"/>
          </ac:spMkLst>
        </pc:spChg>
        <pc:spChg chg="add del mod">
          <ac:chgData name="Yun Li" userId="a841c0d6-47bd-4aed-9498-daed041134e9" providerId="ADAL" clId="{C0FC64F5-72D1-42F2-B51B-A35F7E893786}" dt="2025-03-19T05:19:12.941" v="1150" actId="478"/>
          <ac:spMkLst>
            <pc:docMk/>
            <pc:sldMk cId="1013959023" sldId="2147472980"/>
            <ac:spMk id="9" creationId="{1659B750-8C29-AA4D-0D65-82B49ED95013}"/>
          </ac:spMkLst>
        </pc:spChg>
        <pc:spChg chg="add mod">
          <ac:chgData name="Yun Li" userId="a841c0d6-47bd-4aed-9498-daed041134e9" providerId="ADAL" clId="{C0FC64F5-72D1-42F2-B51B-A35F7E893786}" dt="2025-03-19T05:20:07.346" v="1170"/>
          <ac:spMkLst>
            <pc:docMk/>
            <pc:sldMk cId="1013959023" sldId="2147472980"/>
            <ac:spMk id="10" creationId="{A3525359-E834-FD1D-F854-A281726D061D}"/>
          </ac:spMkLst>
        </pc:spChg>
        <pc:spChg chg="add del">
          <ac:chgData name="Yun Li" userId="a841c0d6-47bd-4aed-9498-daed041134e9" providerId="ADAL" clId="{C0FC64F5-72D1-42F2-B51B-A35F7E893786}" dt="2025-03-19T07:49:19.322" v="4111" actId="22"/>
          <ac:spMkLst>
            <pc:docMk/>
            <pc:sldMk cId="1013959023" sldId="2147472980"/>
            <ac:spMk id="12" creationId="{D3C255E7-2F9B-0737-08FA-F53F910A8BBF}"/>
          </ac:spMkLst>
        </pc:spChg>
        <pc:spChg chg="add del">
          <ac:chgData name="Yun Li" userId="a841c0d6-47bd-4aed-9498-daed041134e9" providerId="ADAL" clId="{C0FC64F5-72D1-42F2-B51B-A35F7E893786}" dt="2025-03-19T07:49:24.988" v="4113" actId="22"/>
          <ac:spMkLst>
            <pc:docMk/>
            <pc:sldMk cId="1013959023" sldId="2147472980"/>
            <ac:spMk id="14" creationId="{9FC9F949-C6EF-60B2-D089-336971084B57}"/>
          </ac:spMkLst>
        </pc:spChg>
        <pc:spChg chg="add mod">
          <ac:chgData name="Yun Li" userId="a841c0d6-47bd-4aed-9498-daed041134e9" providerId="ADAL" clId="{C0FC64F5-72D1-42F2-B51B-A35F7E893786}" dt="2025-03-19T07:53:10.319" v="4182" actId="1076"/>
          <ac:spMkLst>
            <pc:docMk/>
            <pc:sldMk cId="1013959023" sldId="2147472980"/>
            <ac:spMk id="16" creationId="{CD678ECE-5AD6-70E7-B782-400BD684015F}"/>
          </ac:spMkLst>
        </pc:spChg>
        <pc:picChg chg="mod">
          <ac:chgData name="Yun Li" userId="a841c0d6-47bd-4aed-9498-daed041134e9" providerId="ADAL" clId="{C0FC64F5-72D1-42F2-B51B-A35F7E893786}" dt="2025-03-19T08:00:29.873" v="4315" actId="1035"/>
          <ac:picMkLst>
            <pc:docMk/>
            <pc:sldMk cId="1013959023" sldId="2147472980"/>
            <ac:picMk id="1026" creationId="{FC7BB4E3-582A-E032-82A6-26011CEC3DC5}"/>
          </ac:picMkLst>
        </pc:picChg>
      </pc:sldChg>
      <pc:sldChg chg="addSp delSp modSp mod">
        <pc:chgData name="Yun Li" userId="a841c0d6-47bd-4aed-9498-daed041134e9" providerId="ADAL" clId="{C0FC64F5-72D1-42F2-B51B-A35F7E893786}" dt="2025-03-19T07:53:19.245" v="4185" actId="207"/>
        <pc:sldMkLst>
          <pc:docMk/>
          <pc:sldMk cId="3724855699" sldId="2147472981"/>
        </pc:sldMkLst>
        <pc:spChg chg="del mod">
          <ac:chgData name="Yun Li" userId="a841c0d6-47bd-4aed-9498-daed041134e9" providerId="ADAL" clId="{C0FC64F5-72D1-42F2-B51B-A35F7E893786}" dt="2025-03-19T05:19:19.663" v="1152" actId="478"/>
          <ac:spMkLst>
            <pc:docMk/>
            <pc:sldMk cId="3724855699" sldId="2147472981"/>
            <ac:spMk id="2" creationId="{7F6020E3-5341-B458-BFB7-2994EAE6A777}"/>
          </ac:spMkLst>
        </pc:spChg>
        <pc:spChg chg="add del mod">
          <ac:chgData name="Yun Li" userId="a841c0d6-47bd-4aed-9498-daed041134e9" providerId="ADAL" clId="{C0FC64F5-72D1-42F2-B51B-A35F7E893786}" dt="2025-03-19T05:19:32.406" v="1156" actId="478"/>
          <ac:spMkLst>
            <pc:docMk/>
            <pc:sldMk cId="3724855699" sldId="2147472981"/>
            <ac:spMk id="4" creationId="{211404BE-7A9E-F219-DD0C-9D1781EE23B3}"/>
          </ac:spMkLst>
        </pc:spChg>
        <pc:spChg chg="mod">
          <ac:chgData name="Yun Li" userId="a841c0d6-47bd-4aed-9498-daed041134e9" providerId="ADAL" clId="{C0FC64F5-72D1-42F2-B51B-A35F7E893786}" dt="2025-03-19T07:53:19.245" v="4185" actId="207"/>
          <ac:spMkLst>
            <pc:docMk/>
            <pc:sldMk cId="3724855699" sldId="2147472981"/>
            <ac:spMk id="5" creationId="{C8A8E2E2-824B-E786-6B88-A41EEEDF1A94}"/>
          </ac:spMkLst>
        </pc:spChg>
        <pc:spChg chg="add del mod">
          <ac:chgData name="Yun Li" userId="a841c0d6-47bd-4aed-9498-daed041134e9" providerId="ADAL" clId="{C0FC64F5-72D1-42F2-B51B-A35F7E893786}" dt="2025-03-19T05:19:24.201" v="1153" actId="478"/>
          <ac:spMkLst>
            <pc:docMk/>
            <pc:sldMk cId="3724855699" sldId="2147472981"/>
            <ac:spMk id="8" creationId="{1626BC9D-8706-F4BF-611E-0FA0E3C3C516}"/>
          </ac:spMkLst>
        </pc:spChg>
        <pc:spChg chg="add mod">
          <ac:chgData name="Yun Li" userId="a841c0d6-47bd-4aed-9498-daed041134e9" providerId="ADAL" clId="{C0FC64F5-72D1-42F2-B51B-A35F7E893786}" dt="2025-03-19T07:51:05.281" v="4166" actId="313"/>
          <ac:spMkLst>
            <pc:docMk/>
            <pc:sldMk cId="3724855699" sldId="2147472981"/>
            <ac:spMk id="10" creationId="{B88CC8EC-6F36-0A1D-6827-F50C5344BD41}"/>
          </ac:spMkLst>
        </pc:spChg>
        <pc:spChg chg="mod">
          <ac:chgData name="Yun Li" userId="a841c0d6-47bd-4aed-9498-daed041134e9" providerId="ADAL" clId="{C0FC64F5-72D1-42F2-B51B-A35F7E893786}" dt="2025-03-19T07:52:26.636" v="4180" actId="113"/>
          <ac:spMkLst>
            <pc:docMk/>
            <pc:sldMk cId="3724855699" sldId="2147472981"/>
            <ac:spMk id="11" creationId="{39AF88A8-A17B-761D-A505-87C1417F7137}"/>
          </ac:spMkLst>
        </pc:spChg>
        <pc:grpChg chg="mod">
          <ac:chgData name="Yun Li" userId="a841c0d6-47bd-4aed-9498-daed041134e9" providerId="ADAL" clId="{C0FC64F5-72D1-42F2-B51B-A35F7E893786}" dt="2025-03-19T07:51:49.540" v="4174" actId="1076"/>
          <ac:grpSpMkLst>
            <pc:docMk/>
            <pc:sldMk cId="3724855699" sldId="2147472981"/>
            <ac:grpSpMk id="12" creationId="{A3E49441-28D7-1187-9E63-73A694C8DB9C}"/>
          </ac:grpSpMkLst>
        </pc:grpChg>
        <pc:picChg chg="mod">
          <ac:chgData name="Yun Li" userId="a841c0d6-47bd-4aed-9498-daed041134e9" providerId="ADAL" clId="{C0FC64F5-72D1-42F2-B51B-A35F7E893786}" dt="2025-03-19T07:51:49.540" v="4174" actId="1076"/>
          <ac:picMkLst>
            <pc:docMk/>
            <pc:sldMk cId="3724855699" sldId="2147472981"/>
            <ac:picMk id="6" creationId="{9544C122-AFE3-079A-662D-CBAFB01ADECF}"/>
          </ac:picMkLst>
        </pc:picChg>
      </pc:sldChg>
      <pc:sldChg chg="addSp delSp modSp del mod">
        <pc:chgData name="Yun Li" userId="a841c0d6-47bd-4aed-9498-daed041134e9" providerId="ADAL" clId="{C0FC64F5-72D1-42F2-B51B-A35F7E893786}" dt="2025-03-19T07:52:59.067" v="4181" actId="47"/>
        <pc:sldMkLst>
          <pc:docMk/>
          <pc:sldMk cId="2469406600" sldId="2147472982"/>
        </pc:sldMkLst>
        <pc:spChg chg="del mod">
          <ac:chgData name="Yun Li" userId="a841c0d6-47bd-4aed-9498-daed041134e9" providerId="ADAL" clId="{C0FC64F5-72D1-42F2-B51B-A35F7E893786}" dt="2025-03-19T05:20:22.215" v="1174" actId="478"/>
          <ac:spMkLst>
            <pc:docMk/>
            <pc:sldMk cId="2469406600" sldId="2147472982"/>
            <ac:spMk id="2" creationId="{88E22A57-2653-403B-B1EB-28593F7D4662}"/>
          </ac:spMkLst>
        </pc:spChg>
        <pc:spChg chg="add mod">
          <ac:chgData name="Yun Li" userId="a841c0d6-47bd-4aed-9498-daed041134e9" providerId="ADAL" clId="{C0FC64F5-72D1-42F2-B51B-A35F7E893786}" dt="2025-03-19T05:20:20.055" v="1173"/>
          <ac:spMkLst>
            <pc:docMk/>
            <pc:sldMk cId="2469406600" sldId="2147472982"/>
            <ac:spMk id="4" creationId="{E96BAA4D-F04C-2D1C-F555-1D762002B8F3}"/>
          </ac:spMkLst>
        </pc:spChg>
        <pc:spChg chg="add del mod">
          <ac:chgData name="Yun Li" userId="a841c0d6-47bd-4aed-9498-daed041134e9" providerId="ADAL" clId="{C0FC64F5-72D1-42F2-B51B-A35F7E893786}" dt="2025-03-19T05:20:23.867" v="1175" actId="478"/>
          <ac:spMkLst>
            <pc:docMk/>
            <pc:sldMk cId="2469406600" sldId="2147472982"/>
            <ac:spMk id="6" creationId="{D0FB0A5E-8303-BF31-0CCF-3DF584A73224}"/>
          </ac:spMkLst>
        </pc:spChg>
        <pc:spChg chg="mod">
          <ac:chgData name="Yun Li" userId="a841c0d6-47bd-4aed-9498-daed041134e9" providerId="ADAL" clId="{C0FC64F5-72D1-42F2-B51B-A35F7E893786}" dt="2025-03-19T05:20:26.299" v="1176" actId="20577"/>
          <ac:spMkLst>
            <pc:docMk/>
            <pc:sldMk cId="2469406600" sldId="2147472982"/>
            <ac:spMk id="7" creationId="{3A8579D9-11CC-D54B-A3EF-B0A5BA77320A}"/>
          </ac:spMkLst>
        </pc:spChg>
      </pc:sldChg>
      <pc:sldChg chg="add del">
        <pc:chgData name="Yun Li" userId="a841c0d6-47bd-4aed-9498-daed041134e9" providerId="ADAL" clId="{C0FC64F5-72D1-42F2-B51B-A35F7E893786}" dt="2025-03-18T07:28:50.796" v="745"/>
        <pc:sldMkLst>
          <pc:docMk/>
          <pc:sldMk cId="354605126" sldId="2147472983"/>
        </pc:sldMkLst>
      </pc:sldChg>
      <pc:sldChg chg="del">
        <pc:chgData name="Yun Li" userId="a841c0d6-47bd-4aed-9498-daed041134e9" providerId="ADAL" clId="{C0FC64F5-72D1-42F2-B51B-A35F7E893786}" dt="2025-03-18T07:28:35.548" v="739" actId="2696"/>
        <pc:sldMkLst>
          <pc:docMk/>
          <pc:sldMk cId="867868236" sldId="2147472983"/>
        </pc:sldMkLst>
      </pc:sldChg>
      <pc:sldChg chg="add">
        <pc:chgData name="Yun Li" userId="a841c0d6-47bd-4aed-9498-daed041134e9" providerId="ADAL" clId="{C0FC64F5-72D1-42F2-B51B-A35F7E893786}" dt="2025-03-18T07:28:50.896" v="746"/>
        <pc:sldMkLst>
          <pc:docMk/>
          <pc:sldMk cId="1751415321" sldId="2147472983"/>
        </pc:sldMkLst>
      </pc:sldChg>
      <pc:sldChg chg="del">
        <pc:chgData name="Yun Li" userId="a841c0d6-47bd-4aed-9498-daed041134e9" providerId="ADAL" clId="{C0FC64F5-72D1-42F2-B51B-A35F7E893786}" dt="2025-03-18T07:28:35.548" v="739" actId="2696"/>
        <pc:sldMkLst>
          <pc:docMk/>
          <pc:sldMk cId="1187406695" sldId="2147472984"/>
        </pc:sldMkLst>
      </pc:sldChg>
      <pc:sldChg chg="add del">
        <pc:chgData name="Yun Li" userId="a841c0d6-47bd-4aed-9498-daed041134e9" providerId="ADAL" clId="{C0FC64F5-72D1-42F2-B51B-A35F7E893786}" dt="2025-03-18T07:28:50.796" v="745"/>
        <pc:sldMkLst>
          <pc:docMk/>
          <pc:sldMk cId="1885213630" sldId="2147472984"/>
        </pc:sldMkLst>
      </pc:sldChg>
      <pc:sldChg chg="add">
        <pc:chgData name="Yun Li" userId="a841c0d6-47bd-4aed-9498-daed041134e9" providerId="ADAL" clId="{C0FC64F5-72D1-42F2-B51B-A35F7E893786}" dt="2025-03-18T07:28:50.896" v="746"/>
        <pc:sldMkLst>
          <pc:docMk/>
          <pc:sldMk cId="3355602811" sldId="2147472984"/>
        </pc:sldMkLst>
      </pc:sldChg>
      <pc:sldChg chg="del">
        <pc:chgData name="Yun Li" userId="a841c0d6-47bd-4aed-9498-daed041134e9" providerId="ADAL" clId="{C0FC64F5-72D1-42F2-B51B-A35F7E893786}" dt="2025-03-18T07:28:35.548" v="739" actId="2696"/>
        <pc:sldMkLst>
          <pc:docMk/>
          <pc:sldMk cId="969798765" sldId="2147472985"/>
        </pc:sldMkLst>
      </pc:sldChg>
      <pc:sldChg chg="add del">
        <pc:chgData name="Yun Li" userId="a841c0d6-47bd-4aed-9498-daed041134e9" providerId="ADAL" clId="{C0FC64F5-72D1-42F2-B51B-A35F7E893786}" dt="2025-03-18T07:28:50.796" v="745"/>
        <pc:sldMkLst>
          <pc:docMk/>
          <pc:sldMk cId="1359200185" sldId="2147472985"/>
        </pc:sldMkLst>
      </pc:sldChg>
      <pc:sldChg chg="add">
        <pc:chgData name="Yun Li" userId="a841c0d6-47bd-4aed-9498-daed041134e9" providerId="ADAL" clId="{C0FC64F5-72D1-42F2-B51B-A35F7E893786}" dt="2025-03-18T07:28:50.896" v="746"/>
        <pc:sldMkLst>
          <pc:docMk/>
          <pc:sldMk cId="2832125410" sldId="2147472985"/>
        </pc:sldMkLst>
      </pc:sldChg>
      <pc:sldChg chg="add">
        <pc:chgData name="Yun Li" userId="a841c0d6-47bd-4aed-9498-daed041134e9" providerId="ADAL" clId="{C0FC64F5-72D1-42F2-B51B-A35F7E893786}" dt="2025-03-18T07:28:50.896" v="746"/>
        <pc:sldMkLst>
          <pc:docMk/>
          <pc:sldMk cId="1717203838" sldId="2147472986"/>
        </pc:sldMkLst>
      </pc:sldChg>
      <pc:sldChg chg="add del">
        <pc:chgData name="Yun Li" userId="a841c0d6-47bd-4aed-9498-daed041134e9" providerId="ADAL" clId="{C0FC64F5-72D1-42F2-B51B-A35F7E893786}" dt="2025-03-18T07:28:50.796" v="745"/>
        <pc:sldMkLst>
          <pc:docMk/>
          <pc:sldMk cId="3358350965" sldId="2147472986"/>
        </pc:sldMkLst>
      </pc:sldChg>
      <pc:sldChg chg="del">
        <pc:chgData name="Yun Li" userId="a841c0d6-47bd-4aed-9498-daed041134e9" providerId="ADAL" clId="{C0FC64F5-72D1-42F2-B51B-A35F7E893786}" dt="2025-03-18T07:28:35.548" v="739" actId="2696"/>
        <pc:sldMkLst>
          <pc:docMk/>
          <pc:sldMk cId="3536563550" sldId="2147472986"/>
        </pc:sldMkLst>
      </pc:sldChg>
      <pc:sldChg chg="addSp delSp modSp add mod modNotesTx">
        <pc:chgData name="Yun Li" userId="a841c0d6-47bd-4aed-9498-daed041134e9" providerId="ADAL" clId="{C0FC64F5-72D1-42F2-B51B-A35F7E893786}" dt="2025-03-19T07:04:15.240" v="3551" actId="20577"/>
        <pc:sldMkLst>
          <pc:docMk/>
          <pc:sldMk cId="3922614184" sldId="2147473525"/>
        </pc:sldMkLst>
        <pc:spChg chg="add mod">
          <ac:chgData name="Yun Li" userId="a841c0d6-47bd-4aed-9498-daed041134e9" providerId="ADAL" clId="{C0FC64F5-72D1-42F2-B51B-A35F7E893786}" dt="2025-03-19T07:04:15.240" v="3551" actId="20577"/>
          <ac:spMkLst>
            <pc:docMk/>
            <pc:sldMk cId="3922614184" sldId="2147473525"/>
            <ac:spMk id="2" creationId="{049E03C2-09ED-0EAB-2726-A7694EA39CC9}"/>
          </ac:spMkLst>
        </pc:spChg>
        <pc:spChg chg="mod">
          <ac:chgData name="Yun Li" userId="a841c0d6-47bd-4aed-9498-daed041134e9" providerId="ADAL" clId="{C0FC64F5-72D1-42F2-B51B-A35F7E893786}" dt="2025-03-19T05:52:49.622" v="1516" actId="113"/>
          <ac:spMkLst>
            <pc:docMk/>
            <pc:sldMk cId="3922614184" sldId="2147473525"/>
            <ac:spMk id="4" creationId="{36318435-CE33-D314-2FDE-05AFAEF6A23A}"/>
          </ac:spMkLst>
        </pc:spChg>
        <pc:spChg chg="add del mod">
          <ac:chgData name="Yun Li" userId="a841c0d6-47bd-4aed-9498-daed041134e9" providerId="ADAL" clId="{C0FC64F5-72D1-42F2-B51B-A35F7E893786}" dt="2025-03-19T05:55:53.109" v="1526" actId="478"/>
          <ac:spMkLst>
            <pc:docMk/>
            <pc:sldMk cId="3922614184" sldId="2147473525"/>
            <ac:spMk id="7" creationId="{AE2D2720-4742-3131-70EF-BBC3D7B87E93}"/>
          </ac:spMkLst>
        </pc:spChg>
        <pc:spChg chg="del mod">
          <ac:chgData name="Yun Li" userId="a841c0d6-47bd-4aed-9498-daed041134e9" providerId="ADAL" clId="{C0FC64F5-72D1-42F2-B51B-A35F7E893786}" dt="2025-03-19T05:55:50.986" v="1525" actId="478"/>
          <ac:spMkLst>
            <pc:docMk/>
            <pc:sldMk cId="3922614184" sldId="2147473525"/>
            <ac:spMk id="10" creationId="{C4D8529E-4A15-E19C-DC7B-F52D6CE75197}"/>
          </ac:spMkLst>
        </pc:spChg>
        <pc:spChg chg="mod">
          <ac:chgData name="Yun Li" userId="a841c0d6-47bd-4aed-9498-daed041134e9" providerId="ADAL" clId="{C0FC64F5-72D1-42F2-B51B-A35F7E893786}" dt="2025-03-19T05:52:38.872" v="1514" actId="1036"/>
          <ac:spMkLst>
            <pc:docMk/>
            <pc:sldMk cId="3922614184" sldId="2147473525"/>
            <ac:spMk id="15" creationId="{27C1A789-309D-EF2B-12B0-7573C44E03A1}"/>
          </ac:spMkLst>
        </pc:spChg>
        <pc:spChg chg="mod">
          <ac:chgData name="Yun Li" userId="a841c0d6-47bd-4aed-9498-daed041134e9" providerId="ADAL" clId="{C0FC64F5-72D1-42F2-B51B-A35F7E893786}" dt="2025-03-19T05:52:38.872" v="1514" actId="1036"/>
          <ac:spMkLst>
            <pc:docMk/>
            <pc:sldMk cId="3922614184" sldId="2147473525"/>
            <ac:spMk id="23" creationId="{CF0BD74B-BFC0-8FB5-EF28-50148506BE10}"/>
          </ac:spMkLst>
        </pc:spChg>
        <pc:picChg chg="mod">
          <ac:chgData name="Yun Li" userId="a841c0d6-47bd-4aed-9498-daed041134e9" providerId="ADAL" clId="{C0FC64F5-72D1-42F2-B51B-A35F7E893786}" dt="2025-03-19T05:52:35.136" v="1507" actId="1036"/>
          <ac:picMkLst>
            <pc:docMk/>
            <pc:sldMk cId="3922614184" sldId="2147473525"/>
            <ac:picMk id="1026" creationId="{443E4158-6DB5-C967-E7AB-819382EA195C}"/>
          </ac:picMkLst>
        </pc:picChg>
      </pc:sldChg>
      <pc:sldChg chg="add">
        <pc:chgData name="Yun Li" userId="a841c0d6-47bd-4aed-9498-daed041134e9" providerId="ADAL" clId="{C0FC64F5-72D1-42F2-B51B-A35F7E893786}" dt="2025-03-18T07:28:50.896" v="746"/>
        <pc:sldMkLst>
          <pc:docMk/>
          <pc:sldMk cId="1448285811" sldId="2147481425"/>
        </pc:sldMkLst>
      </pc:sldChg>
      <pc:sldChg chg="del">
        <pc:chgData name="Yun Li" userId="a841c0d6-47bd-4aed-9498-daed041134e9" providerId="ADAL" clId="{C0FC64F5-72D1-42F2-B51B-A35F7E893786}" dt="2025-03-18T07:28:35.548" v="739" actId="2696"/>
        <pc:sldMkLst>
          <pc:docMk/>
          <pc:sldMk cId="2720691401" sldId="2147481425"/>
        </pc:sldMkLst>
      </pc:sldChg>
      <pc:sldChg chg="add del">
        <pc:chgData name="Yun Li" userId="a841c0d6-47bd-4aed-9498-daed041134e9" providerId="ADAL" clId="{C0FC64F5-72D1-42F2-B51B-A35F7E893786}" dt="2025-03-18T07:28:50.796" v="745"/>
        <pc:sldMkLst>
          <pc:docMk/>
          <pc:sldMk cId="3713167567" sldId="2147481425"/>
        </pc:sldMkLst>
      </pc:sldChg>
      <pc:sldChg chg="add">
        <pc:chgData name="Yun Li" userId="a841c0d6-47bd-4aed-9498-daed041134e9" providerId="ADAL" clId="{C0FC64F5-72D1-42F2-B51B-A35F7E893786}" dt="2025-03-18T07:28:50.896" v="746"/>
        <pc:sldMkLst>
          <pc:docMk/>
          <pc:sldMk cId="409480497" sldId="2147481426"/>
        </pc:sldMkLst>
      </pc:sldChg>
      <pc:sldChg chg="add del">
        <pc:chgData name="Yun Li" userId="a841c0d6-47bd-4aed-9498-daed041134e9" providerId="ADAL" clId="{C0FC64F5-72D1-42F2-B51B-A35F7E893786}" dt="2025-03-18T07:28:50.796" v="745"/>
        <pc:sldMkLst>
          <pc:docMk/>
          <pc:sldMk cId="3382548527" sldId="2147481426"/>
        </pc:sldMkLst>
      </pc:sldChg>
      <pc:sldChg chg="del">
        <pc:chgData name="Yun Li" userId="a841c0d6-47bd-4aed-9498-daed041134e9" providerId="ADAL" clId="{C0FC64F5-72D1-42F2-B51B-A35F7E893786}" dt="2025-03-18T07:28:35.548" v="739" actId="2696"/>
        <pc:sldMkLst>
          <pc:docMk/>
          <pc:sldMk cId="4148295658" sldId="2147481426"/>
        </pc:sldMkLst>
      </pc:sldChg>
      <pc:sldChg chg="add del">
        <pc:chgData name="Yun Li" userId="a841c0d6-47bd-4aed-9498-daed041134e9" providerId="ADAL" clId="{C0FC64F5-72D1-42F2-B51B-A35F7E893786}" dt="2025-03-18T07:28:50.796" v="745"/>
        <pc:sldMkLst>
          <pc:docMk/>
          <pc:sldMk cId="378059966" sldId="2147481427"/>
        </pc:sldMkLst>
      </pc:sldChg>
      <pc:sldChg chg="add">
        <pc:chgData name="Yun Li" userId="a841c0d6-47bd-4aed-9498-daed041134e9" providerId="ADAL" clId="{C0FC64F5-72D1-42F2-B51B-A35F7E893786}" dt="2025-03-18T07:28:50.896" v="746"/>
        <pc:sldMkLst>
          <pc:docMk/>
          <pc:sldMk cId="2137169800" sldId="2147481427"/>
        </pc:sldMkLst>
      </pc:sldChg>
      <pc:sldChg chg="del">
        <pc:chgData name="Yun Li" userId="a841c0d6-47bd-4aed-9498-daed041134e9" providerId="ADAL" clId="{C0FC64F5-72D1-42F2-B51B-A35F7E893786}" dt="2025-03-18T07:28:35.548" v="739" actId="2696"/>
        <pc:sldMkLst>
          <pc:docMk/>
          <pc:sldMk cId="2371533804" sldId="2147481427"/>
        </pc:sldMkLst>
      </pc:sldChg>
      <pc:sldChg chg="del">
        <pc:chgData name="Yun Li" userId="a841c0d6-47bd-4aed-9498-daed041134e9" providerId="ADAL" clId="{C0FC64F5-72D1-42F2-B51B-A35F7E893786}" dt="2025-03-18T07:28:35.548" v="739" actId="2696"/>
        <pc:sldMkLst>
          <pc:docMk/>
          <pc:sldMk cId="1097348380" sldId="2147481428"/>
        </pc:sldMkLst>
      </pc:sldChg>
      <pc:sldChg chg="add del">
        <pc:chgData name="Yun Li" userId="a841c0d6-47bd-4aed-9498-daed041134e9" providerId="ADAL" clId="{C0FC64F5-72D1-42F2-B51B-A35F7E893786}" dt="2025-03-18T07:28:50.796" v="745"/>
        <pc:sldMkLst>
          <pc:docMk/>
          <pc:sldMk cId="2552969756" sldId="2147481428"/>
        </pc:sldMkLst>
      </pc:sldChg>
      <pc:sldChg chg="add">
        <pc:chgData name="Yun Li" userId="a841c0d6-47bd-4aed-9498-daed041134e9" providerId="ADAL" clId="{C0FC64F5-72D1-42F2-B51B-A35F7E893786}" dt="2025-03-18T07:28:50.896" v="746"/>
        <pc:sldMkLst>
          <pc:docMk/>
          <pc:sldMk cId="2846646069" sldId="2147481428"/>
        </pc:sldMkLst>
      </pc:sldChg>
      <pc:sldChg chg="add del">
        <pc:chgData name="Yun Li" userId="a841c0d6-47bd-4aed-9498-daed041134e9" providerId="ADAL" clId="{C0FC64F5-72D1-42F2-B51B-A35F7E893786}" dt="2025-03-18T07:28:50.796" v="745"/>
        <pc:sldMkLst>
          <pc:docMk/>
          <pc:sldMk cId="1203469749" sldId="2147481432"/>
        </pc:sldMkLst>
      </pc:sldChg>
      <pc:sldChg chg="del">
        <pc:chgData name="Yun Li" userId="a841c0d6-47bd-4aed-9498-daed041134e9" providerId="ADAL" clId="{C0FC64F5-72D1-42F2-B51B-A35F7E893786}" dt="2025-03-18T07:28:35.548" v="739" actId="2696"/>
        <pc:sldMkLst>
          <pc:docMk/>
          <pc:sldMk cId="3294941897" sldId="2147481432"/>
        </pc:sldMkLst>
      </pc:sldChg>
      <pc:sldChg chg="add">
        <pc:chgData name="Yun Li" userId="a841c0d6-47bd-4aed-9498-daed041134e9" providerId="ADAL" clId="{C0FC64F5-72D1-42F2-B51B-A35F7E893786}" dt="2025-03-18T07:28:50.896" v="746"/>
        <pc:sldMkLst>
          <pc:docMk/>
          <pc:sldMk cId="3738619291" sldId="2147481432"/>
        </pc:sldMkLst>
      </pc:sldChg>
      <pc:sldChg chg="del">
        <pc:chgData name="Yun Li" userId="a841c0d6-47bd-4aed-9498-daed041134e9" providerId="ADAL" clId="{C0FC64F5-72D1-42F2-B51B-A35F7E893786}" dt="2025-03-18T07:28:35.548" v="739" actId="2696"/>
        <pc:sldMkLst>
          <pc:docMk/>
          <pc:sldMk cId="1438104361" sldId="2147481433"/>
        </pc:sldMkLst>
      </pc:sldChg>
      <pc:sldChg chg="add">
        <pc:chgData name="Yun Li" userId="a841c0d6-47bd-4aed-9498-daed041134e9" providerId="ADAL" clId="{C0FC64F5-72D1-42F2-B51B-A35F7E893786}" dt="2025-03-18T07:28:50.896" v="746"/>
        <pc:sldMkLst>
          <pc:docMk/>
          <pc:sldMk cId="1694465388" sldId="2147481433"/>
        </pc:sldMkLst>
      </pc:sldChg>
      <pc:sldChg chg="add del">
        <pc:chgData name="Yun Li" userId="a841c0d6-47bd-4aed-9498-daed041134e9" providerId="ADAL" clId="{C0FC64F5-72D1-42F2-B51B-A35F7E893786}" dt="2025-03-18T07:28:50.796" v="745"/>
        <pc:sldMkLst>
          <pc:docMk/>
          <pc:sldMk cId="3390373396" sldId="2147481433"/>
        </pc:sldMkLst>
      </pc:sldChg>
      <pc:sldChg chg="add">
        <pc:chgData name="Yun Li" userId="a841c0d6-47bd-4aed-9498-daed041134e9" providerId="ADAL" clId="{C0FC64F5-72D1-42F2-B51B-A35F7E893786}" dt="2025-03-18T07:28:50.896" v="746"/>
        <pc:sldMkLst>
          <pc:docMk/>
          <pc:sldMk cId="1027594412" sldId="2147481437"/>
        </pc:sldMkLst>
      </pc:sldChg>
      <pc:sldChg chg="del">
        <pc:chgData name="Yun Li" userId="a841c0d6-47bd-4aed-9498-daed041134e9" providerId="ADAL" clId="{C0FC64F5-72D1-42F2-B51B-A35F7E893786}" dt="2025-03-18T07:28:35.548" v="739" actId="2696"/>
        <pc:sldMkLst>
          <pc:docMk/>
          <pc:sldMk cId="3614868407" sldId="2147481437"/>
        </pc:sldMkLst>
      </pc:sldChg>
      <pc:sldChg chg="addSp delSp add del setBg delDesignElem">
        <pc:chgData name="Yun Li" userId="a841c0d6-47bd-4aed-9498-daed041134e9" providerId="ADAL" clId="{C0FC64F5-72D1-42F2-B51B-A35F7E893786}" dt="2025-03-18T07:28:50.796" v="745"/>
        <pc:sldMkLst>
          <pc:docMk/>
          <pc:sldMk cId="4088269178" sldId="2147481437"/>
        </pc:sldMkLst>
        <pc:spChg chg="add del">
          <ac:chgData name="Yun Li" userId="a841c0d6-47bd-4aed-9498-daed041134e9" providerId="ADAL" clId="{C0FC64F5-72D1-42F2-B51B-A35F7E893786}" dt="2025-03-18T07:28:50.796" v="745"/>
          <ac:spMkLst>
            <pc:docMk/>
            <pc:sldMk cId="4088269178" sldId="2147481437"/>
            <ac:spMk id="7" creationId="{A3E0C0CC-38AA-C6D1-046E-514ED006D8C1}"/>
          </ac:spMkLst>
        </pc:spChg>
        <pc:spChg chg="add del">
          <ac:chgData name="Yun Li" userId="a841c0d6-47bd-4aed-9498-daed041134e9" providerId="ADAL" clId="{C0FC64F5-72D1-42F2-B51B-A35F7E893786}" dt="2025-03-18T07:28:50.796" v="745"/>
          <ac:spMkLst>
            <pc:docMk/>
            <pc:sldMk cId="4088269178" sldId="2147481437"/>
            <ac:spMk id="9" creationId="{DED0D368-78A4-49DE-B95E-5274E981C39B}"/>
          </ac:spMkLst>
        </pc:spChg>
      </pc:sldChg>
      <pc:sldChg chg="addSp delSp modSp add del mod setBg delDesignElem">
        <pc:chgData name="Yun Li" userId="a841c0d6-47bd-4aed-9498-daed041134e9" providerId="ADAL" clId="{C0FC64F5-72D1-42F2-B51B-A35F7E893786}" dt="2025-03-18T07:28:50.796" v="745"/>
        <pc:sldMkLst>
          <pc:docMk/>
          <pc:sldMk cId="1538197262" sldId="2147481438"/>
        </pc:sldMkLst>
        <pc:spChg chg="mod">
          <ac:chgData name="Yun Li" userId="a841c0d6-47bd-4aed-9498-daed041134e9" providerId="ADAL" clId="{C0FC64F5-72D1-42F2-B51B-A35F7E893786}" dt="2025-03-18T07:28:50.796" v="745"/>
          <ac:spMkLst>
            <pc:docMk/>
            <pc:sldMk cId="1538197262" sldId="2147481438"/>
            <ac:spMk id="2" creationId="{BDCC7E46-3C63-B106-223B-774BC2EB528F}"/>
          </ac:spMkLst>
        </pc:spChg>
        <pc:spChg chg="add del">
          <ac:chgData name="Yun Li" userId="a841c0d6-47bd-4aed-9498-daed041134e9" providerId="ADAL" clId="{C0FC64F5-72D1-42F2-B51B-A35F7E893786}" dt="2025-03-18T07:28:50.796" v="745"/>
          <ac:spMkLst>
            <pc:docMk/>
            <pc:sldMk cId="1538197262" sldId="2147481438"/>
            <ac:spMk id="7" creationId="{B165DAFB-0D3C-ACA0-74E5-60E0D2883BD5}"/>
          </ac:spMkLst>
        </pc:spChg>
        <pc:spChg chg="add del">
          <ac:chgData name="Yun Li" userId="a841c0d6-47bd-4aed-9498-daed041134e9" providerId="ADAL" clId="{C0FC64F5-72D1-42F2-B51B-A35F7E893786}" dt="2025-03-18T07:28:50.796" v="745"/>
          <ac:spMkLst>
            <pc:docMk/>
            <pc:sldMk cId="1538197262" sldId="2147481438"/>
            <ac:spMk id="9" creationId="{AF4343D4-4E34-0A31-D3BE-C09A039480CB}"/>
          </ac:spMkLst>
        </pc:spChg>
      </pc:sldChg>
      <pc:sldChg chg="del">
        <pc:chgData name="Yun Li" userId="a841c0d6-47bd-4aed-9498-daed041134e9" providerId="ADAL" clId="{C0FC64F5-72D1-42F2-B51B-A35F7E893786}" dt="2025-03-18T07:28:35.548" v="739" actId="2696"/>
        <pc:sldMkLst>
          <pc:docMk/>
          <pc:sldMk cId="1789010016" sldId="2147481438"/>
        </pc:sldMkLst>
      </pc:sldChg>
      <pc:sldChg chg="add">
        <pc:chgData name="Yun Li" userId="a841c0d6-47bd-4aed-9498-daed041134e9" providerId="ADAL" clId="{C0FC64F5-72D1-42F2-B51B-A35F7E893786}" dt="2025-03-18T07:28:50.896" v="746"/>
        <pc:sldMkLst>
          <pc:docMk/>
          <pc:sldMk cId="4133170230" sldId="2147481438"/>
        </pc:sldMkLst>
      </pc:sldChg>
      <pc:sldChg chg="modSp mod">
        <pc:chgData name="Yun Li" userId="a841c0d6-47bd-4aed-9498-daed041134e9" providerId="ADAL" clId="{C0FC64F5-72D1-42F2-B51B-A35F7E893786}" dt="2025-02-24T02:12:17.414" v="5" actId="3626"/>
        <pc:sldMkLst>
          <pc:docMk/>
          <pc:sldMk cId="3984713003" sldId="2147481440"/>
        </pc:sldMkLst>
        <pc:spChg chg="mod">
          <ac:chgData name="Yun Li" userId="a841c0d6-47bd-4aed-9498-daed041134e9" providerId="ADAL" clId="{C0FC64F5-72D1-42F2-B51B-A35F7E893786}" dt="2025-02-24T02:12:17.414" v="5" actId="3626"/>
          <ac:spMkLst>
            <pc:docMk/>
            <pc:sldMk cId="3984713003" sldId="2147481440"/>
            <ac:spMk id="4" creationId="{030C6D2F-ADDB-92A8-E487-482564995341}"/>
          </ac:spMkLst>
        </pc:spChg>
      </pc:sldChg>
      <pc:sldChg chg="addSp delSp modSp new mod">
        <pc:chgData name="Yun Li" userId="a841c0d6-47bd-4aed-9498-daed041134e9" providerId="ADAL" clId="{C0FC64F5-72D1-42F2-B51B-A35F7E893786}" dt="2025-02-24T02:21:50.293" v="20" actId="166"/>
        <pc:sldMkLst>
          <pc:docMk/>
          <pc:sldMk cId="599804268" sldId="2147481441"/>
        </pc:sldMkLst>
        <pc:picChg chg="add mod ord">
          <ac:chgData name="Yun Li" userId="a841c0d6-47bd-4aed-9498-daed041134e9" providerId="ADAL" clId="{C0FC64F5-72D1-42F2-B51B-A35F7E893786}" dt="2025-02-24T02:21:50.293" v="20" actId="166"/>
          <ac:picMkLst>
            <pc:docMk/>
            <pc:sldMk cId="599804268" sldId="2147481441"/>
            <ac:picMk id="5" creationId="{28B23F0C-A78D-9D17-75E2-1605831BDDEE}"/>
          </ac:picMkLst>
        </pc:picChg>
        <pc:picChg chg="add mod">
          <ac:chgData name="Yun Li" userId="a841c0d6-47bd-4aed-9498-daed041134e9" providerId="ADAL" clId="{C0FC64F5-72D1-42F2-B51B-A35F7E893786}" dt="2025-02-24T02:21:47.423" v="19" actId="1076"/>
          <ac:picMkLst>
            <pc:docMk/>
            <pc:sldMk cId="599804268" sldId="2147481441"/>
            <ac:picMk id="7" creationId="{9509721C-5EBC-9015-F926-08BA8C9417B2}"/>
          </ac:picMkLst>
        </pc:picChg>
      </pc:sldChg>
      <pc:sldChg chg="modSp">
        <pc:chgData name="Yun Li" userId="a841c0d6-47bd-4aed-9498-daed041134e9" providerId="ADAL" clId="{C0FC64F5-72D1-42F2-B51B-A35F7E893786}" dt="2025-02-26T02:05:35.359" v="732" actId="404"/>
        <pc:sldMkLst>
          <pc:docMk/>
          <pc:sldMk cId="4148570387" sldId="2147481443"/>
        </pc:sldMkLst>
        <pc:spChg chg="mod">
          <ac:chgData name="Yun Li" userId="a841c0d6-47bd-4aed-9498-daed041134e9" providerId="ADAL" clId="{C0FC64F5-72D1-42F2-B51B-A35F7E893786}" dt="2025-02-26T02:05:35.359" v="732" actId="404"/>
          <ac:spMkLst>
            <pc:docMk/>
            <pc:sldMk cId="4148570387" sldId="2147481443"/>
            <ac:spMk id="2" creationId="{F9AF5C5B-07DF-6804-AC48-6066E6F9055B}"/>
          </ac:spMkLst>
        </pc:spChg>
      </pc:sldChg>
      <pc:sldChg chg="addSp delSp modSp mod">
        <pc:chgData name="Yun Li" userId="a841c0d6-47bd-4aed-9498-daed041134e9" providerId="ADAL" clId="{C0FC64F5-72D1-42F2-B51B-A35F7E893786}" dt="2025-02-26T02:05:23.951" v="731" actId="14100"/>
        <pc:sldMkLst>
          <pc:docMk/>
          <pc:sldMk cId="442938749" sldId="2147481444"/>
        </pc:sldMkLst>
        <pc:spChg chg="add mod">
          <ac:chgData name="Yun Li" userId="a841c0d6-47bd-4aed-9498-daed041134e9" providerId="ADAL" clId="{C0FC64F5-72D1-42F2-B51B-A35F7E893786}" dt="2025-02-26T02:02:56.263" v="598"/>
          <ac:spMkLst>
            <pc:docMk/>
            <pc:sldMk cId="442938749" sldId="2147481444"/>
            <ac:spMk id="2" creationId="{6E2A5CDE-4D0F-86CF-1C26-C558A433514D}"/>
          </ac:spMkLst>
        </pc:spChg>
        <pc:spChg chg="mod">
          <ac:chgData name="Yun Li" userId="a841c0d6-47bd-4aed-9498-daed041134e9" providerId="ADAL" clId="{C0FC64F5-72D1-42F2-B51B-A35F7E893786}" dt="2025-02-26T02:05:23.951" v="731" actId="14100"/>
          <ac:spMkLst>
            <pc:docMk/>
            <pc:sldMk cId="442938749" sldId="2147481444"/>
            <ac:spMk id="5" creationId="{45818983-82FD-0179-E7FB-9892D89F99D6}"/>
          </ac:spMkLst>
        </pc:spChg>
        <pc:spChg chg="mod">
          <ac:chgData name="Yun Li" userId="a841c0d6-47bd-4aed-9498-daed041134e9" providerId="ADAL" clId="{C0FC64F5-72D1-42F2-B51B-A35F7E893786}" dt="2025-02-26T02:03:01.049" v="601" actId="403"/>
          <ac:spMkLst>
            <pc:docMk/>
            <pc:sldMk cId="442938749" sldId="2147481444"/>
            <ac:spMk id="9" creationId="{0D865A06-2CB4-63E7-93FA-12D4D480852F}"/>
          </ac:spMkLst>
        </pc:spChg>
        <pc:graphicFrameChg chg="mod">
          <ac:chgData name="Yun Li" userId="a841c0d6-47bd-4aed-9498-daed041134e9" providerId="ADAL" clId="{C0FC64F5-72D1-42F2-B51B-A35F7E893786}" dt="2025-02-26T02:05:14.246" v="710" actId="1038"/>
          <ac:graphicFrameMkLst>
            <pc:docMk/>
            <pc:sldMk cId="442938749" sldId="2147481444"/>
            <ac:graphicFrameMk id="13" creationId="{BBCBA292-79EC-1F46-4219-0FBB3C8B12DE}"/>
          </ac:graphicFrameMkLst>
        </pc:graphicFrameChg>
        <pc:picChg chg="mod">
          <ac:chgData name="Yun Li" userId="a841c0d6-47bd-4aed-9498-daed041134e9" providerId="ADAL" clId="{C0FC64F5-72D1-42F2-B51B-A35F7E893786}" dt="2025-02-26T02:05:08.054" v="708" actId="1038"/>
          <ac:picMkLst>
            <pc:docMk/>
            <pc:sldMk cId="442938749" sldId="2147481444"/>
            <ac:picMk id="6" creationId="{5CB419A8-8841-6939-78C1-57DEBA4CF95C}"/>
          </ac:picMkLst>
        </pc:picChg>
      </pc:sldChg>
      <pc:sldChg chg="addSp delSp modSp mod">
        <pc:chgData name="Yun Li" userId="a841c0d6-47bd-4aed-9498-daed041134e9" providerId="ADAL" clId="{C0FC64F5-72D1-42F2-B51B-A35F7E893786}" dt="2025-02-26T02:02:45.878" v="593" actId="20577"/>
        <pc:sldMkLst>
          <pc:docMk/>
          <pc:sldMk cId="3806047591" sldId="2147481445"/>
        </pc:sldMkLst>
        <pc:spChg chg="add mod">
          <ac:chgData name="Yun Li" userId="a841c0d6-47bd-4aed-9498-daed041134e9" providerId="ADAL" clId="{C0FC64F5-72D1-42F2-B51B-A35F7E893786}" dt="2025-02-26T02:02:45.878" v="593" actId="20577"/>
          <ac:spMkLst>
            <pc:docMk/>
            <pc:sldMk cId="3806047591" sldId="2147481445"/>
            <ac:spMk id="3" creationId="{2FE5D9A8-A4D1-4FAF-C5B1-030CB62C8406}"/>
          </ac:spMkLst>
        </pc:spChg>
      </pc:sldChg>
      <pc:sldChg chg="addSp delSp modSp mod">
        <pc:chgData name="Yun Li" userId="a841c0d6-47bd-4aed-9498-daed041134e9" providerId="ADAL" clId="{C0FC64F5-72D1-42F2-B51B-A35F7E893786}" dt="2025-02-26T02:02:25.861" v="587" actId="1076"/>
        <pc:sldMkLst>
          <pc:docMk/>
          <pc:sldMk cId="1834077522" sldId="2147481446"/>
        </pc:sldMkLst>
        <pc:spChg chg="add mod">
          <ac:chgData name="Yun Li" userId="a841c0d6-47bd-4aed-9498-daed041134e9" providerId="ADAL" clId="{C0FC64F5-72D1-42F2-B51B-A35F7E893786}" dt="2025-02-26T02:02:14.984" v="585" actId="404"/>
          <ac:spMkLst>
            <pc:docMk/>
            <pc:sldMk cId="1834077522" sldId="2147481446"/>
            <ac:spMk id="3" creationId="{EE5313AD-2DAD-D13C-784A-0D860BF64108}"/>
          </ac:spMkLst>
        </pc:spChg>
        <pc:graphicFrameChg chg="mod">
          <ac:chgData name="Yun Li" userId="a841c0d6-47bd-4aed-9498-daed041134e9" providerId="ADAL" clId="{C0FC64F5-72D1-42F2-B51B-A35F7E893786}" dt="2025-02-26T02:02:25.861" v="587" actId="1076"/>
          <ac:graphicFrameMkLst>
            <pc:docMk/>
            <pc:sldMk cId="1834077522" sldId="2147481446"/>
            <ac:graphicFrameMk id="7" creationId="{9FC89B4C-341C-74F4-123A-1475A322B136}"/>
          </ac:graphicFrameMkLst>
        </pc:graphicFrameChg>
      </pc:sldChg>
      <pc:sldChg chg="addSp delSp modSp mod">
        <pc:chgData name="Yun Li" userId="a841c0d6-47bd-4aed-9498-daed041134e9" providerId="ADAL" clId="{C0FC64F5-72D1-42F2-B51B-A35F7E893786}" dt="2025-02-26T02:01:58.308" v="578" actId="14100"/>
        <pc:sldMkLst>
          <pc:docMk/>
          <pc:sldMk cId="2716750537" sldId="2147481447"/>
        </pc:sldMkLst>
        <pc:spChg chg="add mod">
          <ac:chgData name="Yun Li" userId="a841c0d6-47bd-4aed-9498-daed041134e9" providerId="ADAL" clId="{C0FC64F5-72D1-42F2-B51B-A35F7E893786}" dt="2025-02-26T02:01:13.876" v="545"/>
          <ac:spMkLst>
            <pc:docMk/>
            <pc:sldMk cId="2716750537" sldId="2147481447"/>
            <ac:spMk id="3" creationId="{AE4C7A28-9E61-9755-76F9-BD6908C0E5D3}"/>
          </ac:spMkLst>
        </pc:spChg>
        <pc:spChg chg="mod">
          <ac:chgData name="Yun Li" userId="a841c0d6-47bd-4aed-9498-daed041134e9" providerId="ADAL" clId="{C0FC64F5-72D1-42F2-B51B-A35F7E893786}" dt="2025-02-26T02:01:26.995" v="550" actId="1076"/>
          <ac:spMkLst>
            <pc:docMk/>
            <pc:sldMk cId="2716750537" sldId="2147481447"/>
            <ac:spMk id="18" creationId="{22D95C89-8168-B2BE-C5D7-1851B415299F}"/>
          </ac:spMkLst>
        </pc:spChg>
        <pc:spChg chg="mod">
          <ac:chgData name="Yun Li" userId="a841c0d6-47bd-4aed-9498-daed041134e9" providerId="ADAL" clId="{C0FC64F5-72D1-42F2-B51B-A35F7E893786}" dt="2025-02-26T02:01:22.840" v="548" actId="1076"/>
          <ac:spMkLst>
            <pc:docMk/>
            <pc:sldMk cId="2716750537" sldId="2147481447"/>
            <ac:spMk id="19" creationId="{AE04F60E-9EC4-06A7-7B41-B2EEFCF42BE5}"/>
          </ac:spMkLst>
        </pc:spChg>
        <pc:spChg chg="mod">
          <ac:chgData name="Yun Li" userId="a841c0d6-47bd-4aed-9498-daed041134e9" providerId="ADAL" clId="{C0FC64F5-72D1-42F2-B51B-A35F7E893786}" dt="2025-02-26T02:01:33.370" v="553" actId="1076"/>
          <ac:spMkLst>
            <pc:docMk/>
            <pc:sldMk cId="2716750537" sldId="2147481447"/>
            <ac:spMk id="22" creationId="{5F5C84C9-3DED-8C1B-87E9-1374BE80F71A}"/>
          </ac:spMkLst>
        </pc:spChg>
        <pc:spChg chg="mod">
          <ac:chgData name="Yun Li" userId="a841c0d6-47bd-4aed-9498-daed041134e9" providerId="ADAL" clId="{C0FC64F5-72D1-42F2-B51B-A35F7E893786}" dt="2025-02-26T02:01:37.046" v="563" actId="1038"/>
          <ac:spMkLst>
            <pc:docMk/>
            <pc:sldMk cId="2716750537" sldId="2147481447"/>
            <ac:spMk id="23" creationId="{E15FC70B-4BFD-6BEC-5AA6-817B2F8B812F}"/>
          </ac:spMkLst>
        </pc:spChg>
        <pc:spChg chg="mod">
          <ac:chgData name="Yun Li" userId="a841c0d6-47bd-4aed-9498-daed041134e9" providerId="ADAL" clId="{C0FC64F5-72D1-42F2-B51B-A35F7E893786}" dt="2025-02-26T02:01:37.046" v="563" actId="1038"/>
          <ac:spMkLst>
            <pc:docMk/>
            <pc:sldMk cId="2716750537" sldId="2147481447"/>
            <ac:spMk id="24" creationId="{4EB20192-A121-68D6-6515-1DC96333285F}"/>
          </ac:spMkLst>
        </pc:spChg>
        <pc:spChg chg="mod">
          <ac:chgData name="Yun Li" userId="a841c0d6-47bd-4aed-9498-daed041134e9" providerId="ADAL" clId="{C0FC64F5-72D1-42F2-B51B-A35F7E893786}" dt="2025-02-26T02:01:31.142" v="552" actId="1076"/>
          <ac:spMkLst>
            <pc:docMk/>
            <pc:sldMk cId="2716750537" sldId="2147481447"/>
            <ac:spMk id="25" creationId="{F346B7B4-1D06-8EE9-21FB-F248013EA9CD}"/>
          </ac:spMkLst>
        </pc:spChg>
        <pc:spChg chg="mod">
          <ac:chgData name="Yun Li" userId="a841c0d6-47bd-4aed-9498-daed041134e9" providerId="ADAL" clId="{C0FC64F5-72D1-42F2-B51B-A35F7E893786}" dt="2025-02-26T02:01:24.850" v="549" actId="1076"/>
          <ac:spMkLst>
            <pc:docMk/>
            <pc:sldMk cId="2716750537" sldId="2147481447"/>
            <ac:spMk id="50" creationId="{887D3E54-8F15-830B-1F42-FB93A0D3353E}"/>
          </ac:spMkLst>
        </pc:spChg>
        <pc:spChg chg="mod">
          <ac:chgData name="Yun Li" userId="a841c0d6-47bd-4aed-9498-daed041134e9" providerId="ADAL" clId="{C0FC64F5-72D1-42F2-B51B-A35F7E893786}" dt="2025-02-26T02:01:39.378" v="571" actId="1035"/>
          <ac:spMkLst>
            <pc:docMk/>
            <pc:sldMk cId="2716750537" sldId="2147481447"/>
            <ac:spMk id="53" creationId="{1F2A6ED0-275A-07DF-55B6-447E2520E82C}"/>
          </ac:spMkLst>
        </pc:spChg>
        <pc:graphicFrameChg chg="mod modGraphic">
          <ac:chgData name="Yun Li" userId="a841c0d6-47bd-4aed-9498-daed041134e9" providerId="ADAL" clId="{C0FC64F5-72D1-42F2-B51B-A35F7E893786}" dt="2025-02-26T02:01:58.308" v="578" actId="14100"/>
          <ac:graphicFrameMkLst>
            <pc:docMk/>
            <pc:sldMk cId="2716750537" sldId="2147481447"/>
            <ac:graphicFrameMk id="51" creationId="{4C6F15A1-232D-128E-37DA-09033EDD710A}"/>
          </ac:graphicFrameMkLst>
        </pc:graphicFrameChg>
      </pc:sldChg>
      <pc:sldChg chg="addSp delSp modSp mod">
        <pc:chgData name="Yun Li" userId="a841c0d6-47bd-4aed-9498-daed041134e9" providerId="ADAL" clId="{C0FC64F5-72D1-42F2-B51B-A35F7E893786}" dt="2025-02-26T02:01:05.111" v="542" actId="1035"/>
        <pc:sldMkLst>
          <pc:docMk/>
          <pc:sldMk cId="2920789387" sldId="2147481448"/>
        </pc:sldMkLst>
        <pc:spChg chg="add mod">
          <ac:chgData name="Yun Li" userId="a841c0d6-47bd-4aed-9498-daed041134e9" providerId="ADAL" clId="{C0FC64F5-72D1-42F2-B51B-A35F7E893786}" dt="2025-02-26T01:58:41.955" v="464"/>
          <ac:spMkLst>
            <pc:docMk/>
            <pc:sldMk cId="2920789387" sldId="2147481448"/>
            <ac:spMk id="3" creationId="{C557BA7A-0993-F8F2-4262-0401378D62F7}"/>
          </ac:spMkLst>
        </pc:spChg>
        <pc:spChg chg="mod">
          <ac:chgData name="Yun Li" userId="a841c0d6-47bd-4aed-9498-daed041134e9" providerId="ADAL" clId="{C0FC64F5-72D1-42F2-B51B-A35F7E893786}" dt="2025-02-26T02:01:00.045" v="540" actId="12788"/>
          <ac:spMkLst>
            <pc:docMk/>
            <pc:sldMk cId="2920789387" sldId="2147481448"/>
            <ac:spMk id="6" creationId="{8A0669F8-2E4C-774C-0982-A03760728801}"/>
          </ac:spMkLst>
        </pc:spChg>
        <pc:spChg chg="mod">
          <ac:chgData name="Yun Li" userId="a841c0d6-47bd-4aed-9498-daed041134e9" providerId="ADAL" clId="{C0FC64F5-72D1-42F2-B51B-A35F7E893786}" dt="2025-02-26T02:01:00.045" v="540" actId="12788"/>
          <ac:spMkLst>
            <pc:docMk/>
            <pc:sldMk cId="2920789387" sldId="2147481448"/>
            <ac:spMk id="7" creationId="{C0E79C78-62C8-FE30-35FA-D1385F609107}"/>
          </ac:spMkLst>
        </pc:spChg>
        <pc:spChg chg="mod">
          <ac:chgData name="Yun Li" userId="a841c0d6-47bd-4aed-9498-daed041134e9" providerId="ADAL" clId="{C0FC64F5-72D1-42F2-B51B-A35F7E893786}" dt="2025-02-26T02:00:43.076" v="528" actId="1038"/>
          <ac:spMkLst>
            <pc:docMk/>
            <pc:sldMk cId="2920789387" sldId="2147481448"/>
            <ac:spMk id="8" creationId="{5AA0A64B-4A5C-C76B-46B7-F3B3624BF83C}"/>
          </ac:spMkLst>
        </pc:spChg>
        <pc:spChg chg="mod">
          <ac:chgData name="Yun Li" userId="a841c0d6-47bd-4aed-9498-daed041134e9" providerId="ADAL" clId="{C0FC64F5-72D1-42F2-B51B-A35F7E893786}" dt="2025-02-26T02:00:43.076" v="528" actId="1038"/>
          <ac:spMkLst>
            <pc:docMk/>
            <pc:sldMk cId="2920789387" sldId="2147481448"/>
            <ac:spMk id="15" creationId="{A9B14620-996B-3A69-D640-CEF519AD7D79}"/>
          </ac:spMkLst>
        </pc:spChg>
        <pc:spChg chg="mod">
          <ac:chgData name="Yun Li" userId="a841c0d6-47bd-4aed-9498-daed041134e9" providerId="ADAL" clId="{C0FC64F5-72D1-42F2-B51B-A35F7E893786}" dt="2025-02-26T02:00:43.076" v="528" actId="1038"/>
          <ac:spMkLst>
            <pc:docMk/>
            <pc:sldMk cId="2920789387" sldId="2147481448"/>
            <ac:spMk id="17" creationId="{B35E86E7-2FB2-9E6E-EEC0-4596A18187C6}"/>
          </ac:spMkLst>
        </pc:spChg>
        <pc:spChg chg="mod">
          <ac:chgData name="Yun Li" userId="a841c0d6-47bd-4aed-9498-daed041134e9" providerId="ADAL" clId="{C0FC64F5-72D1-42F2-B51B-A35F7E893786}" dt="2025-02-26T02:00:43.076" v="528" actId="1038"/>
          <ac:spMkLst>
            <pc:docMk/>
            <pc:sldMk cId="2920789387" sldId="2147481448"/>
            <ac:spMk id="28" creationId="{2DE2AAAC-65EC-2663-8739-B76DC1E599A3}"/>
          </ac:spMkLst>
        </pc:spChg>
        <pc:spChg chg="mod">
          <ac:chgData name="Yun Li" userId="a841c0d6-47bd-4aed-9498-daed041134e9" providerId="ADAL" clId="{C0FC64F5-72D1-42F2-B51B-A35F7E893786}" dt="2025-02-26T02:00:43.076" v="528" actId="1038"/>
          <ac:spMkLst>
            <pc:docMk/>
            <pc:sldMk cId="2920789387" sldId="2147481448"/>
            <ac:spMk id="29" creationId="{CE3FAB37-9DCA-A344-9108-69BE3E51B4A0}"/>
          </ac:spMkLst>
        </pc:spChg>
        <pc:spChg chg="mod">
          <ac:chgData name="Yun Li" userId="a841c0d6-47bd-4aed-9498-daed041134e9" providerId="ADAL" clId="{C0FC64F5-72D1-42F2-B51B-A35F7E893786}" dt="2025-02-26T02:00:43.076" v="528" actId="1038"/>
          <ac:spMkLst>
            <pc:docMk/>
            <pc:sldMk cId="2920789387" sldId="2147481448"/>
            <ac:spMk id="31" creationId="{ECF269DA-0370-E666-BCA3-B0135D11679A}"/>
          </ac:spMkLst>
        </pc:spChg>
        <pc:spChg chg="mod">
          <ac:chgData name="Yun Li" userId="a841c0d6-47bd-4aed-9498-daed041134e9" providerId="ADAL" clId="{C0FC64F5-72D1-42F2-B51B-A35F7E893786}" dt="2025-02-26T02:00:25.221" v="505" actId="3064"/>
          <ac:spMkLst>
            <pc:docMk/>
            <pc:sldMk cId="2920789387" sldId="2147481448"/>
            <ac:spMk id="32" creationId="{E2C6797E-B92C-5DD9-CD9D-BF99DC2C3308}"/>
          </ac:spMkLst>
        </pc:spChg>
        <pc:spChg chg="mod">
          <ac:chgData name="Yun Li" userId="a841c0d6-47bd-4aed-9498-daed041134e9" providerId="ADAL" clId="{C0FC64F5-72D1-42F2-B51B-A35F7E893786}" dt="2025-02-26T02:00:25.221" v="505" actId="3064"/>
          <ac:spMkLst>
            <pc:docMk/>
            <pc:sldMk cId="2920789387" sldId="2147481448"/>
            <ac:spMk id="33" creationId="{AACAC0A3-CD48-E2A5-2345-E260D3A87F38}"/>
          </ac:spMkLst>
        </pc:spChg>
        <pc:spChg chg="mod">
          <ac:chgData name="Yun Li" userId="a841c0d6-47bd-4aed-9498-daed041134e9" providerId="ADAL" clId="{C0FC64F5-72D1-42F2-B51B-A35F7E893786}" dt="2025-02-26T02:01:05.111" v="542" actId="1035"/>
          <ac:spMkLst>
            <pc:docMk/>
            <pc:sldMk cId="2920789387" sldId="2147481448"/>
            <ac:spMk id="34" creationId="{664B6F69-397E-0EAB-136A-BC7CB1980182}"/>
          </ac:spMkLst>
        </pc:spChg>
        <pc:spChg chg="mod">
          <ac:chgData name="Yun Li" userId="a841c0d6-47bd-4aed-9498-daed041134e9" providerId="ADAL" clId="{C0FC64F5-72D1-42F2-B51B-A35F7E893786}" dt="2025-02-26T02:00:25.221" v="505" actId="3064"/>
          <ac:spMkLst>
            <pc:docMk/>
            <pc:sldMk cId="2920789387" sldId="2147481448"/>
            <ac:spMk id="35" creationId="{2A36A340-67CA-BE03-687C-FF35E2D7845B}"/>
          </ac:spMkLst>
        </pc:spChg>
        <pc:spChg chg="mod">
          <ac:chgData name="Yun Li" userId="a841c0d6-47bd-4aed-9498-daed041134e9" providerId="ADAL" clId="{C0FC64F5-72D1-42F2-B51B-A35F7E893786}" dt="2025-02-26T02:00:25.221" v="505" actId="3064"/>
          <ac:spMkLst>
            <pc:docMk/>
            <pc:sldMk cId="2920789387" sldId="2147481448"/>
            <ac:spMk id="36" creationId="{86455A6A-AB8C-68E8-8205-BEE162DE8AF9}"/>
          </ac:spMkLst>
        </pc:spChg>
        <pc:spChg chg="mod">
          <ac:chgData name="Yun Li" userId="a841c0d6-47bd-4aed-9498-daed041134e9" providerId="ADAL" clId="{C0FC64F5-72D1-42F2-B51B-A35F7E893786}" dt="2025-02-26T02:00:25.221" v="505" actId="3064"/>
          <ac:spMkLst>
            <pc:docMk/>
            <pc:sldMk cId="2920789387" sldId="2147481448"/>
            <ac:spMk id="37" creationId="{3EA11598-44DD-4EEF-CFC3-0A679510B275}"/>
          </ac:spMkLst>
        </pc:spChg>
        <pc:spChg chg="mod">
          <ac:chgData name="Yun Li" userId="a841c0d6-47bd-4aed-9498-daed041134e9" providerId="ADAL" clId="{C0FC64F5-72D1-42F2-B51B-A35F7E893786}" dt="2025-02-26T02:00:43.076" v="528" actId="1038"/>
          <ac:spMkLst>
            <pc:docMk/>
            <pc:sldMk cId="2920789387" sldId="2147481448"/>
            <ac:spMk id="38" creationId="{C33E426C-722E-70FF-FB04-CA72F36CC1AA}"/>
          </ac:spMkLst>
        </pc:spChg>
        <pc:spChg chg="mod">
          <ac:chgData name="Yun Li" userId="a841c0d6-47bd-4aed-9498-daed041134e9" providerId="ADAL" clId="{C0FC64F5-72D1-42F2-B51B-A35F7E893786}" dt="2025-02-26T02:00:25.221" v="505" actId="3064"/>
          <ac:spMkLst>
            <pc:docMk/>
            <pc:sldMk cId="2920789387" sldId="2147481448"/>
            <ac:spMk id="39" creationId="{86BC1326-AE23-FFD4-D41E-23194AF3C7E0}"/>
          </ac:spMkLst>
        </pc:spChg>
        <pc:spChg chg="mod">
          <ac:chgData name="Yun Li" userId="a841c0d6-47bd-4aed-9498-daed041134e9" providerId="ADAL" clId="{C0FC64F5-72D1-42F2-B51B-A35F7E893786}" dt="2025-02-26T02:00:43.076" v="528" actId="1038"/>
          <ac:spMkLst>
            <pc:docMk/>
            <pc:sldMk cId="2920789387" sldId="2147481448"/>
            <ac:spMk id="40" creationId="{B2328518-DCAC-2C28-472C-402B3944AD19}"/>
          </ac:spMkLst>
        </pc:spChg>
        <pc:spChg chg="mod">
          <ac:chgData name="Yun Li" userId="a841c0d6-47bd-4aed-9498-daed041134e9" providerId="ADAL" clId="{C0FC64F5-72D1-42F2-B51B-A35F7E893786}" dt="2025-02-26T02:00:43.076" v="528" actId="1038"/>
          <ac:spMkLst>
            <pc:docMk/>
            <pc:sldMk cId="2920789387" sldId="2147481448"/>
            <ac:spMk id="41" creationId="{61F3E4FC-F0B6-19DD-B2E3-A2FC9A46D8BC}"/>
          </ac:spMkLst>
        </pc:spChg>
        <pc:cxnChg chg="mod">
          <ac:chgData name="Yun Li" userId="a841c0d6-47bd-4aed-9498-daed041134e9" providerId="ADAL" clId="{C0FC64F5-72D1-42F2-B51B-A35F7E893786}" dt="2025-02-26T02:01:00.045" v="540" actId="12788"/>
          <ac:cxnSpMkLst>
            <pc:docMk/>
            <pc:sldMk cId="2920789387" sldId="2147481448"/>
            <ac:cxnSpMk id="21" creationId="{8B4C6469-CB5E-BD65-CCF8-1C6936A34325}"/>
          </ac:cxnSpMkLst>
        </pc:cxnChg>
      </pc:sldChg>
      <pc:sldChg chg="addSp delSp modSp mod">
        <pc:chgData name="Yun Li" userId="a841c0d6-47bd-4aed-9498-daed041134e9" providerId="ADAL" clId="{C0FC64F5-72D1-42F2-B51B-A35F7E893786}" dt="2025-02-26T01:58:22.221" v="459" actId="14734"/>
        <pc:sldMkLst>
          <pc:docMk/>
          <pc:sldMk cId="2124823796" sldId="2147481449"/>
        </pc:sldMkLst>
        <pc:spChg chg="add mod">
          <ac:chgData name="Yun Li" userId="a841c0d6-47bd-4aed-9498-daed041134e9" providerId="ADAL" clId="{C0FC64F5-72D1-42F2-B51B-A35F7E893786}" dt="2025-02-26T01:57:18.229" v="441"/>
          <ac:spMkLst>
            <pc:docMk/>
            <pc:sldMk cId="2124823796" sldId="2147481449"/>
            <ac:spMk id="4" creationId="{4B27E0E0-2224-5B7D-B2CD-95066C3DAAB3}"/>
          </ac:spMkLst>
        </pc:spChg>
        <pc:graphicFrameChg chg="mod modGraphic">
          <ac:chgData name="Yun Li" userId="a841c0d6-47bd-4aed-9498-daed041134e9" providerId="ADAL" clId="{C0FC64F5-72D1-42F2-B51B-A35F7E893786}" dt="2025-02-26T01:58:22.221" v="459" actId="14734"/>
          <ac:graphicFrameMkLst>
            <pc:docMk/>
            <pc:sldMk cId="2124823796" sldId="2147481449"/>
            <ac:graphicFrameMk id="3" creationId="{3FA445B5-10C0-DA81-DECF-88D2BA50AADB}"/>
          </ac:graphicFrameMkLst>
        </pc:graphicFrameChg>
      </pc:sldChg>
      <pc:sldChg chg="addSp modSp">
        <pc:chgData name="Yun Li" userId="a841c0d6-47bd-4aed-9498-daed041134e9" providerId="ADAL" clId="{C0FC64F5-72D1-42F2-B51B-A35F7E893786}" dt="2025-02-26T01:56:39.931" v="418"/>
        <pc:sldMkLst>
          <pc:docMk/>
          <pc:sldMk cId="1060397346" sldId="2147481450"/>
        </pc:sldMkLst>
        <pc:spChg chg="add mod">
          <ac:chgData name="Yun Li" userId="a841c0d6-47bd-4aed-9498-daed041134e9" providerId="ADAL" clId="{C0FC64F5-72D1-42F2-B51B-A35F7E893786}" dt="2025-02-26T01:56:39.931" v="418"/>
          <ac:spMkLst>
            <pc:docMk/>
            <pc:sldMk cId="1060397346" sldId="2147481450"/>
            <ac:spMk id="3" creationId="{F87C7C79-8225-14DF-8D2C-3468080BC9CD}"/>
          </ac:spMkLst>
        </pc:spChg>
      </pc:sldChg>
      <pc:sldChg chg="addSp delSp modSp add mod">
        <pc:chgData name="Yun Li" userId="a841c0d6-47bd-4aed-9498-daed041134e9" providerId="ADAL" clId="{C0FC64F5-72D1-42F2-B51B-A35F7E893786}" dt="2025-03-19T08:43:05.327" v="5170"/>
        <pc:sldMkLst>
          <pc:docMk/>
          <pc:sldMk cId="2621858960" sldId="2147481452"/>
        </pc:sldMkLst>
        <pc:spChg chg="mod">
          <ac:chgData name="Yun Li" userId="a841c0d6-47bd-4aed-9498-daed041134e9" providerId="ADAL" clId="{C0FC64F5-72D1-42F2-B51B-A35F7E893786}" dt="2025-03-19T07:55:55.191" v="4249" actId="20577"/>
          <ac:spMkLst>
            <pc:docMk/>
            <pc:sldMk cId="2621858960" sldId="2147481452"/>
            <ac:spMk id="2" creationId="{82AC164E-4FFA-2145-9CC6-75DD83884213}"/>
          </ac:spMkLst>
        </pc:spChg>
        <pc:spChg chg="del">
          <ac:chgData name="Yun Li" userId="a841c0d6-47bd-4aed-9498-daed041134e9" providerId="ADAL" clId="{C0FC64F5-72D1-42F2-B51B-A35F7E893786}" dt="2025-03-19T05:21:30.006" v="1201" actId="478"/>
          <ac:spMkLst>
            <pc:docMk/>
            <pc:sldMk cId="2621858960" sldId="2147481452"/>
            <ac:spMk id="5" creationId="{BA7CCF59-B4EA-B0C7-3C97-A5D576EB0B68}"/>
          </ac:spMkLst>
        </pc:spChg>
        <pc:spChg chg="del">
          <ac:chgData name="Yun Li" userId="a841c0d6-47bd-4aed-9498-daed041134e9" providerId="ADAL" clId="{C0FC64F5-72D1-42F2-B51B-A35F7E893786}" dt="2025-03-19T05:21:30.006" v="1201" actId="478"/>
          <ac:spMkLst>
            <pc:docMk/>
            <pc:sldMk cId="2621858960" sldId="2147481452"/>
            <ac:spMk id="6" creationId="{F8E45328-ACDE-026C-AA20-1F6DE9F365EF}"/>
          </ac:spMkLst>
        </pc:spChg>
        <pc:spChg chg="del">
          <ac:chgData name="Yun Li" userId="a841c0d6-47bd-4aed-9498-daed041134e9" providerId="ADAL" clId="{C0FC64F5-72D1-42F2-B51B-A35F7E893786}" dt="2025-03-19T05:21:30.006" v="1201" actId="478"/>
          <ac:spMkLst>
            <pc:docMk/>
            <pc:sldMk cId="2621858960" sldId="2147481452"/>
            <ac:spMk id="7" creationId="{67DBA860-A28D-BED9-889B-304EDB83C575}"/>
          </ac:spMkLst>
        </pc:spChg>
        <pc:spChg chg="del">
          <ac:chgData name="Yun Li" userId="a841c0d6-47bd-4aed-9498-daed041134e9" providerId="ADAL" clId="{C0FC64F5-72D1-42F2-B51B-A35F7E893786}" dt="2025-03-19T05:21:30.006" v="1201" actId="478"/>
          <ac:spMkLst>
            <pc:docMk/>
            <pc:sldMk cId="2621858960" sldId="2147481452"/>
            <ac:spMk id="10" creationId="{4ADF45DD-4A82-47E8-F2E8-258C46ADAB61}"/>
          </ac:spMkLst>
        </pc:spChg>
        <pc:spChg chg="del">
          <ac:chgData name="Yun Li" userId="a841c0d6-47bd-4aed-9498-daed041134e9" providerId="ADAL" clId="{C0FC64F5-72D1-42F2-B51B-A35F7E893786}" dt="2025-03-19T05:21:30.006" v="1201" actId="478"/>
          <ac:spMkLst>
            <pc:docMk/>
            <pc:sldMk cId="2621858960" sldId="2147481452"/>
            <ac:spMk id="11" creationId="{554E621C-5AD4-4F06-55AA-21E26FB252C4}"/>
          </ac:spMkLst>
        </pc:spChg>
        <pc:spChg chg="add mod">
          <ac:chgData name="Yun Li" userId="a841c0d6-47bd-4aed-9498-daed041134e9" providerId="ADAL" clId="{C0FC64F5-72D1-42F2-B51B-A35F7E893786}" dt="2025-03-19T08:42:17.513" v="5168" actId="113"/>
          <ac:spMkLst>
            <pc:docMk/>
            <pc:sldMk cId="2621858960" sldId="2147481452"/>
            <ac:spMk id="21" creationId="{8F731A0D-C7C1-67CE-88F3-8A60F715DB92}"/>
          </ac:spMkLst>
        </pc:spChg>
        <pc:spChg chg="add mod">
          <ac:chgData name="Yun Li" userId="a841c0d6-47bd-4aed-9498-daed041134e9" providerId="ADAL" clId="{C0FC64F5-72D1-42F2-B51B-A35F7E893786}" dt="2025-03-19T08:42:13.478" v="5166" actId="1036"/>
          <ac:spMkLst>
            <pc:docMk/>
            <pc:sldMk cId="2621858960" sldId="2147481452"/>
            <ac:spMk id="22" creationId="{043532C8-BA99-77C3-A22B-211616665276}"/>
          </ac:spMkLst>
        </pc:spChg>
        <pc:spChg chg="add mod">
          <ac:chgData name="Yun Li" userId="a841c0d6-47bd-4aed-9498-daed041134e9" providerId="ADAL" clId="{C0FC64F5-72D1-42F2-B51B-A35F7E893786}" dt="2025-03-19T08:42:13.478" v="5166" actId="1036"/>
          <ac:spMkLst>
            <pc:docMk/>
            <pc:sldMk cId="2621858960" sldId="2147481452"/>
            <ac:spMk id="29" creationId="{9D9930C7-66BA-C0B1-A969-90B2C80CEFDA}"/>
          </ac:spMkLst>
        </pc:spChg>
        <pc:spChg chg="add mod">
          <ac:chgData name="Yun Li" userId="a841c0d6-47bd-4aed-9498-daed041134e9" providerId="ADAL" clId="{C0FC64F5-72D1-42F2-B51B-A35F7E893786}" dt="2025-03-19T08:42:13.478" v="5166" actId="1036"/>
          <ac:spMkLst>
            <pc:docMk/>
            <pc:sldMk cId="2621858960" sldId="2147481452"/>
            <ac:spMk id="30" creationId="{3AE4A10B-C9D8-3D65-2F22-64064B6A962E}"/>
          </ac:spMkLst>
        </pc:spChg>
        <pc:spChg chg="add mod">
          <ac:chgData name="Yun Li" userId="a841c0d6-47bd-4aed-9498-daed041134e9" providerId="ADAL" clId="{C0FC64F5-72D1-42F2-B51B-A35F7E893786}" dt="2025-03-19T08:43:05.327" v="5170"/>
          <ac:spMkLst>
            <pc:docMk/>
            <pc:sldMk cId="2621858960" sldId="2147481452"/>
            <ac:spMk id="31" creationId="{46300F74-C49B-A061-E6F8-75AE47477FDE}"/>
          </ac:spMkLst>
        </pc:spChg>
        <pc:picChg chg="add del mod">
          <ac:chgData name="Yun Li" userId="a841c0d6-47bd-4aed-9498-daed041134e9" providerId="ADAL" clId="{C0FC64F5-72D1-42F2-B51B-A35F7E893786}" dt="2025-03-19T05:22:55.212" v="1219" actId="478"/>
          <ac:picMkLst>
            <pc:docMk/>
            <pc:sldMk cId="2621858960" sldId="2147481452"/>
            <ac:picMk id="4" creationId="{7298DB75-FD6C-1831-F1AB-DC565CD7F667}"/>
          </ac:picMkLst>
        </pc:picChg>
        <pc:picChg chg="add del mod">
          <ac:chgData name="Yun Li" userId="a841c0d6-47bd-4aed-9498-daed041134e9" providerId="ADAL" clId="{C0FC64F5-72D1-42F2-B51B-A35F7E893786}" dt="2025-03-19T05:22:54.278" v="1218" actId="478"/>
          <ac:picMkLst>
            <pc:docMk/>
            <pc:sldMk cId="2621858960" sldId="2147481452"/>
            <ac:picMk id="8" creationId="{9258E4FF-C77C-0FA6-06BD-BC0498BA2674}"/>
          </ac:picMkLst>
        </pc:picChg>
        <pc:picChg chg="add del mod">
          <ac:chgData name="Yun Li" userId="a841c0d6-47bd-4aed-9498-daed041134e9" providerId="ADAL" clId="{C0FC64F5-72D1-42F2-B51B-A35F7E893786}" dt="2025-03-19T08:39:41.319" v="5018" actId="478"/>
          <ac:picMkLst>
            <pc:docMk/>
            <pc:sldMk cId="2621858960" sldId="2147481452"/>
            <ac:picMk id="12" creationId="{26D70569-622A-ACB8-7658-93A785A724B9}"/>
          </ac:picMkLst>
        </pc:picChg>
        <pc:picChg chg="add mod">
          <ac:chgData name="Yun Li" userId="a841c0d6-47bd-4aed-9498-daed041134e9" providerId="ADAL" clId="{C0FC64F5-72D1-42F2-B51B-A35F7E893786}" dt="2025-03-19T08:41:05.223" v="5144" actId="1076"/>
          <ac:picMkLst>
            <pc:docMk/>
            <pc:sldMk cId="2621858960" sldId="2147481452"/>
            <ac:picMk id="14" creationId="{16AD4566-FA7B-98F6-E3BD-8B1313E7A714}"/>
          </ac:picMkLst>
        </pc:picChg>
        <pc:picChg chg="add del mod">
          <ac:chgData name="Yun Li" userId="a841c0d6-47bd-4aed-9498-daed041134e9" providerId="ADAL" clId="{C0FC64F5-72D1-42F2-B51B-A35F7E893786}" dt="2025-03-19T08:39:41.319" v="5018" actId="478"/>
          <ac:picMkLst>
            <pc:docMk/>
            <pc:sldMk cId="2621858960" sldId="2147481452"/>
            <ac:picMk id="16" creationId="{22A9F63C-9BEE-D29D-C892-83D703AB4534}"/>
          </ac:picMkLst>
        </pc:picChg>
        <pc:picChg chg="add del mod">
          <ac:chgData name="Yun Li" userId="a841c0d6-47bd-4aed-9498-daed041134e9" providerId="ADAL" clId="{C0FC64F5-72D1-42F2-B51B-A35F7E893786}" dt="2025-03-19T08:39:41.319" v="5018" actId="478"/>
          <ac:picMkLst>
            <pc:docMk/>
            <pc:sldMk cId="2621858960" sldId="2147481452"/>
            <ac:picMk id="18" creationId="{0C217AF4-DB3D-092E-1D6D-6E6D9FFB90D1}"/>
          </ac:picMkLst>
        </pc:picChg>
        <pc:picChg chg="add mod">
          <ac:chgData name="Yun Li" userId="a841c0d6-47bd-4aed-9498-daed041134e9" providerId="ADAL" clId="{C0FC64F5-72D1-42F2-B51B-A35F7E893786}" dt="2025-03-19T08:41:02.899" v="5143" actId="1076"/>
          <ac:picMkLst>
            <pc:docMk/>
            <pc:sldMk cId="2621858960" sldId="2147481452"/>
            <ac:picMk id="20" creationId="{358BD7CF-4157-BE01-8EF5-076EE345312C}"/>
          </ac:picMkLst>
        </pc:picChg>
        <pc:picChg chg="mod">
          <ac:chgData name="Yun Li" userId="a841c0d6-47bd-4aed-9498-daed041134e9" providerId="ADAL" clId="{C0FC64F5-72D1-42F2-B51B-A35F7E893786}" dt="2025-03-19T08:42:46.206" v="5169" actId="14100"/>
          <ac:picMkLst>
            <pc:docMk/>
            <pc:sldMk cId="2621858960" sldId="2147481452"/>
            <ac:picMk id="23" creationId="{4BDE8B1C-9623-DFEA-4A9F-00FD21F4A930}"/>
          </ac:picMkLst>
        </pc:picChg>
        <pc:picChg chg="add del mod">
          <ac:chgData name="Yun Li" userId="a841c0d6-47bd-4aed-9498-daed041134e9" providerId="ADAL" clId="{C0FC64F5-72D1-42F2-B51B-A35F7E893786}" dt="2025-03-19T05:22:59.921" v="1221" actId="478"/>
          <ac:picMkLst>
            <pc:docMk/>
            <pc:sldMk cId="2621858960" sldId="2147481452"/>
            <ac:picMk id="1026" creationId="{AAB89912-F8E1-AF14-C2AB-23B2AF9ED24C}"/>
          </ac:picMkLst>
        </pc:picChg>
        <pc:picChg chg="add del">
          <ac:chgData name="Yun Li" userId="a841c0d6-47bd-4aed-9498-daed041134e9" providerId="ADAL" clId="{C0FC64F5-72D1-42F2-B51B-A35F7E893786}" dt="2025-03-19T05:27:44.989" v="1242" actId="478"/>
          <ac:picMkLst>
            <pc:docMk/>
            <pc:sldMk cId="2621858960" sldId="2147481452"/>
            <ac:picMk id="1028" creationId="{A00036D3-FA0A-33DA-A377-255FA72103BD}"/>
          </ac:picMkLst>
        </pc:picChg>
        <pc:cxnChg chg="del mod">
          <ac:chgData name="Yun Li" userId="a841c0d6-47bd-4aed-9498-daed041134e9" providerId="ADAL" clId="{C0FC64F5-72D1-42F2-B51B-A35F7E893786}" dt="2025-03-19T05:21:30.006" v="1201" actId="478"/>
          <ac:cxnSpMkLst>
            <pc:docMk/>
            <pc:sldMk cId="2621858960" sldId="2147481452"/>
            <ac:cxnSpMk id="24" creationId="{A6432DAD-902E-95B6-95F0-5926D6CFB6FE}"/>
          </ac:cxnSpMkLst>
        </pc:cxnChg>
        <pc:cxnChg chg="del mod">
          <ac:chgData name="Yun Li" userId="a841c0d6-47bd-4aed-9498-daed041134e9" providerId="ADAL" clId="{C0FC64F5-72D1-42F2-B51B-A35F7E893786}" dt="2025-03-19T05:21:30.006" v="1201" actId="478"/>
          <ac:cxnSpMkLst>
            <pc:docMk/>
            <pc:sldMk cId="2621858960" sldId="2147481452"/>
            <ac:cxnSpMk id="25" creationId="{18A2D8D3-B65D-814C-735C-CDA10F00A754}"/>
          </ac:cxnSpMkLst>
        </pc:cxnChg>
        <pc:cxnChg chg="del">
          <ac:chgData name="Yun Li" userId="a841c0d6-47bd-4aed-9498-daed041134e9" providerId="ADAL" clId="{C0FC64F5-72D1-42F2-B51B-A35F7E893786}" dt="2025-03-19T05:21:30.006" v="1201" actId="478"/>
          <ac:cxnSpMkLst>
            <pc:docMk/>
            <pc:sldMk cId="2621858960" sldId="2147481452"/>
            <ac:cxnSpMk id="26" creationId="{0CB42FC8-84F7-4B1D-5FEA-FEFF54AC23DB}"/>
          </ac:cxnSpMkLst>
        </pc:cxnChg>
        <pc:cxnChg chg="del mod">
          <ac:chgData name="Yun Li" userId="a841c0d6-47bd-4aed-9498-daed041134e9" providerId="ADAL" clId="{C0FC64F5-72D1-42F2-B51B-A35F7E893786}" dt="2025-03-19T05:21:30.006" v="1201" actId="478"/>
          <ac:cxnSpMkLst>
            <pc:docMk/>
            <pc:sldMk cId="2621858960" sldId="2147481452"/>
            <ac:cxnSpMk id="27" creationId="{796BBF98-5342-3092-4B79-E670AB92A87D}"/>
          </ac:cxnSpMkLst>
        </pc:cxnChg>
        <pc:cxnChg chg="del mod">
          <ac:chgData name="Yun Li" userId="a841c0d6-47bd-4aed-9498-daed041134e9" providerId="ADAL" clId="{C0FC64F5-72D1-42F2-B51B-A35F7E893786}" dt="2025-03-19T05:21:30.006" v="1201" actId="478"/>
          <ac:cxnSpMkLst>
            <pc:docMk/>
            <pc:sldMk cId="2621858960" sldId="2147481452"/>
            <ac:cxnSpMk id="28" creationId="{6EA9D7CA-83FF-F87D-2E72-748EF6A8BA10}"/>
          </ac:cxnSpMkLst>
        </pc:cxnChg>
      </pc:sldChg>
      <pc:sldChg chg="addSp delSp modSp add mod">
        <pc:chgData name="Yun Li" userId="a841c0d6-47bd-4aed-9498-daed041134e9" providerId="ADAL" clId="{C0FC64F5-72D1-42F2-B51B-A35F7E893786}" dt="2025-03-19T08:37:00.968" v="4933" actId="20577"/>
        <pc:sldMkLst>
          <pc:docMk/>
          <pc:sldMk cId="331389875" sldId="2147481453"/>
        </pc:sldMkLst>
        <pc:spChg chg="del mod">
          <ac:chgData name="Yun Li" userId="a841c0d6-47bd-4aed-9498-daed041134e9" providerId="ADAL" clId="{C0FC64F5-72D1-42F2-B51B-A35F7E893786}" dt="2025-03-19T05:55:40.003" v="1520" actId="478"/>
          <ac:spMkLst>
            <pc:docMk/>
            <pc:sldMk cId="331389875" sldId="2147481453"/>
            <ac:spMk id="2" creationId="{708396CF-553D-0C02-1B82-E30E9587176E}"/>
          </ac:spMkLst>
        </pc:spChg>
        <pc:spChg chg="add mod">
          <ac:chgData name="Yun Li" userId="a841c0d6-47bd-4aed-9498-daed041134e9" providerId="ADAL" clId="{C0FC64F5-72D1-42F2-B51B-A35F7E893786}" dt="2025-03-19T08:37:00.968" v="4933" actId="20577"/>
          <ac:spMkLst>
            <pc:docMk/>
            <pc:sldMk cId="331389875" sldId="2147481453"/>
            <ac:spMk id="4" creationId="{7F863241-B17E-E20D-7993-E0C97F18D205}"/>
          </ac:spMkLst>
        </pc:spChg>
        <pc:graphicFrameChg chg="del">
          <ac:chgData name="Yun Li" userId="a841c0d6-47bd-4aed-9498-daed041134e9" providerId="ADAL" clId="{C0FC64F5-72D1-42F2-B51B-A35F7E893786}" dt="2025-03-19T05:31:51.006" v="1290" actId="478"/>
          <ac:graphicFrameMkLst>
            <pc:docMk/>
            <pc:sldMk cId="331389875" sldId="2147481453"/>
            <ac:graphicFrameMk id="7" creationId="{49E998C2-7FC7-F72E-18D6-6F315DFE220D}"/>
          </ac:graphicFrameMkLst>
        </pc:graphicFrameChg>
        <pc:picChg chg="add mod">
          <ac:chgData name="Yun Li" userId="a841c0d6-47bd-4aed-9498-daed041134e9" providerId="ADAL" clId="{C0FC64F5-72D1-42F2-B51B-A35F7E893786}" dt="2025-03-19T05:57:15.064" v="1587" actId="1076"/>
          <ac:picMkLst>
            <pc:docMk/>
            <pc:sldMk cId="331389875" sldId="2147481453"/>
            <ac:picMk id="6" creationId="{C1D55D24-03DB-1660-7E78-179801F3053B}"/>
          </ac:picMkLst>
        </pc:picChg>
      </pc:sldChg>
      <pc:sldChg chg="addSp delSp modSp add mod">
        <pc:chgData name="Yun Li" userId="a841c0d6-47bd-4aed-9498-daed041134e9" providerId="ADAL" clId="{C0FC64F5-72D1-42F2-B51B-A35F7E893786}" dt="2025-03-19T06:41:18.840" v="2617" actId="20577"/>
        <pc:sldMkLst>
          <pc:docMk/>
          <pc:sldMk cId="3985284937" sldId="2147481454"/>
        </pc:sldMkLst>
        <pc:spChg chg="mod">
          <ac:chgData name="Yun Li" userId="a841c0d6-47bd-4aed-9498-daed041134e9" providerId="ADAL" clId="{C0FC64F5-72D1-42F2-B51B-A35F7E893786}" dt="2025-03-19T06:41:18.840" v="2617" actId="20577"/>
          <ac:spMkLst>
            <pc:docMk/>
            <pc:sldMk cId="3985284937" sldId="2147481454"/>
            <ac:spMk id="4" creationId="{FDAC26D7-E3F8-EEC6-0C56-4C3C108320F0}"/>
          </ac:spMkLst>
        </pc:spChg>
        <pc:picChg chg="add del mod">
          <ac:chgData name="Yun Li" userId="a841c0d6-47bd-4aed-9498-daed041134e9" providerId="ADAL" clId="{C0FC64F5-72D1-42F2-B51B-A35F7E893786}" dt="2025-03-19T06:08:20.200" v="1690" actId="478"/>
          <ac:picMkLst>
            <pc:docMk/>
            <pc:sldMk cId="3985284937" sldId="2147481454"/>
            <ac:picMk id="5" creationId="{368BD253-F5C5-1E1F-24B8-6DBC33BA7D6D}"/>
          </ac:picMkLst>
        </pc:picChg>
        <pc:picChg chg="del">
          <ac:chgData name="Yun Li" userId="a841c0d6-47bd-4aed-9498-daed041134e9" providerId="ADAL" clId="{C0FC64F5-72D1-42F2-B51B-A35F7E893786}" dt="2025-03-19T05:57:20.183" v="1589" actId="478"/>
          <ac:picMkLst>
            <pc:docMk/>
            <pc:sldMk cId="3985284937" sldId="2147481454"/>
            <ac:picMk id="6" creationId="{C3FB7855-1834-76FD-1849-C3E95272B474}"/>
          </ac:picMkLst>
        </pc:picChg>
        <pc:picChg chg="add del mod">
          <ac:chgData name="Yun Li" userId="a841c0d6-47bd-4aed-9498-daed041134e9" providerId="ADAL" clId="{C0FC64F5-72D1-42F2-B51B-A35F7E893786}" dt="2025-03-19T06:08:20.200" v="1690" actId="478"/>
          <ac:picMkLst>
            <pc:docMk/>
            <pc:sldMk cId="3985284937" sldId="2147481454"/>
            <ac:picMk id="8" creationId="{B74F6683-6AC4-1B11-5216-312341B9D2E6}"/>
          </ac:picMkLst>
        </pc:picChg>
        <pc:picChg chg="add mod">
          <ac:chgData name="Yun Li" userId="a841c0d6-47bd-4aed-9498-daed041134e9" providerId="ADAL" clId="{C0FC64F5-72D1-42F2-B51B-A35F7E893786}" dt="2025-03-19T06:08:25.708" v="1692"/>
          <ac:picMkLst>
            <pc:docMk/>
            <pc:sldMk cId="3985284937" sldId="2147481454"/>
            <ac:picMk id="9" creationId="{636A2127-AA8D-BA4A-6E4B-8C7C92218169}"/>
          </ac:picMkLst>
        </pc:picChg>
        <pc:picChg chg="add mod">
          <ac:chgData name="Yun Li" userId="a841c0d6-47bd-4aed-9498-daed041134e9" providerId="ADAL" clId="{C0FC64F5-72D1-42F2-B51B-A35F7E893786}" dt="2025-03-19T06:08:25.708" v="1692"/>
          <ac:picMkLst>
            <pc:docMk/>
            <pc:sldMk cId="3985284937" sldId="2147481454"/>
            <ac:picMk id="10" creationId="{70CA2268-212C-59EB-E3CB-EB855A208ACC}"/>
          </ac:picMkLst>
        </pc:picChg>
        <pc:picChg chg="add mod">
          <ac:chgData name="Yun Li" userId="a841c0d6-47bd-4aed-9498-daed041134e9" providerId="ADAL" clId="{C0FC64F5-72D1-42F2-B51B-A35F7E893786}" dt="2025-03-19T06:08:25.708" v="1692"/>
          <ac:picMkLst>
            <pc:docMk/>
            <pc:sldMk cId="3985284937" sldId="2147481454"/>
            <ac:picMk id="11" creationId="{AE650414-3619-72AF-2C45-1FD74586BE2A}"/>
          </ac:picMkLst>
        </pc:picChg>
        <pc:picChg chg="add del mod">
          <ac:chgData name="Yun Li" userId="a841c0d6-47bd-4aed-9498-daed041134e9" providerId="ADAL" clId="{C0FC64F5-72D1-42F2-B51B-A35F7E893786}" dt="2025-03-19T06:39:53.179" v="2534" actId="478"/>
          <ac:picMkLst>
            <pc:docMk/>
            <pc:sldMk cId="3985284937" sldId="2147481454"/>
            <ac:picMk id="13" creationId="{AFB6EB07-316E-B095-FB51-D3131AB5ADF6}"/>
          </ac:picMkLst>
        </pc:picChg>
      </pc:sldChg>
      <pc:sldChg chg="addSp delSp modSp add mod">
        <pc:chgData name="Yun Li" userId="a841c0d6-47bd-4aed-9498-daed041134e9" providerId="ADAL" clId="{C0FC64F5-72D1-42F2-B51B-A35F7E893786}" dt="2025-03-19T08:31:58.584" v="4739" actId="20577"/>
        <pc:sldMkLst>
          <pc:docMk/>
          <pc:sldMk cId="4095298716" sldId="2147481455"/>
        </pc:sldMkLst>
        <pc:spChg chg="mod">
          <ac:chgData name="Yun Li" userId="a841c0d6-47bd-4aed-9498-daed041134e9" providerId="ADAL" clId="{C0FC64F5-72D1-42F2-B51B-A35F7E893786}" dt="2025-03-19T08:31:58.584" v="4739" actId="20577"/>
          <ac:spMkLst>
            <pc:docMk/>
            <pc:sldMk cId="4095298716" sldId="2147481455"/>
            <ac:spMk id="4" creationId="{8772B17E-2ECA-A167-5ADC-BDBA191B3CB8}"/>
          </ac:spMkLst>
        </pc:spChg>
        <pc:spChg chg="add mod">
          <ac:chgData name="Yun Li" userId="a841c0d6-47bd-4aed-9498-daed041134e9" providerId="ADAL" clId="{C0FC64F5-72D1-42F2-B51B-A35F7E893786}" dt="2025-03-19T06:36:55.681" v="2498"/>
          <ac:spMkLst>
            <pc:docMk/>
            <pc:sldMk cId="4095298716" sldId="2147481455"/>
            <ac:spMk id="7" creationId="{B26ADB66-356A-AE16-A2D9-4EF1E4000AA7}"/>
          </ac:spMkLst>
        </pc:spChg>
        <pc:spChg chg="mod">
          <ac:chgData name="Yun Li" userId="a841c0d6-47bd-4aed-9498-daed041134e9" providerId="ADAL" clId="{C0FC64F5-72D1-42F2-B51B-A35F7E893786}" dt="2025-03-19T06:36:55.681" v="2498"/>
          <ac:spMkLst>
            <pc:docMk/>
            <pc:sldMk cId="4095298716" sldId="2147481455"/>
            <ac:spMk id="12" creationId="{0A503C0C-6513-89EC-DFB6-90B798AE03E2}"/>
          </ac:spMkLst>
        </pc:spChg>
        <pc:spChg chg="mod">
          <ac:chgData name="Yun Li" userId="a841c0d6-47bd-4aed-9498-daed041134e9" providerId="ADAL" clId="{C0FC64F5-72D1-42F2-B51B-A35F7E893786}" dt="2025-03-19T06:36:55.681" v="2498"/>
          <ac:spMkLst>
            <pc:docMk/>
            <pc:sldMk cId="4095298716" sldId="2147481455"/>
            <ac:spMk id="13" creationId="{FA9DEB3C-BE34-A00F-E439-6049117486A0}"/>
          </ac:spMkLst>
        </pc:spChg>
        <pc:spChg chg="mod">
          <ac:chgData name="Yun Li" userId="a841c0d6-47bd-4aed-9498-daed041134e9" providerId="ADAL" clId="{C0FC64F5-72D1-42F2-B51B-A35F7E893786}" dt="2025-03-19T06:36:55.681" v="2498"/>
          <ac:spMkLst>
            <pc:docMk/>
            <pc:sldMk cId="4095298716" sldId="2147481455"/>
            <ac:spMk id="15" creationId="{9B1ED5FA-51E7-EFF0-63CB-8EBA87F46C8E}"/>
          </ac:spMkLst>
        </pc:spChg>
        <pc:spChg chg="mod">
          <ac:chgData name="Yun Li" userId="a841c0d6-47bd-4aed-9498-daed041134e9" providerId="ADAL" clId="{C0FC64F5-72D1-42F2-B51B-A35F7E893786}" dt="2025-03-19T06:36:55.681" v="2498"/>
          <ac:spMkLst>
            <pc:docMk/>
            <pc:sldMk cId="4095298716" sldId="2147481455"/>
            <ac:spMk id="16" creationId="{27B9DE75-248C-D45B-6EBC-B144CF2E61AB}"/>
          </ac:spMkLst>
        </pc:spChg>
        <pc:spChg chg="mod">
          <ac:chgData name="Yun Li" userId="a841c0d6-47bd-4aed-9498-daed041134e9" providerId="ADAL" clId="{C0FC64F5-72D1-42F2-B51B-A35F7E893786}" dt="2025-03-19T06:36:55.681" v="2498"/>
          <ac:spMkLst>
            <pc:docMk/>
            <pc:sldMk cId="4095298716" sldId="2147481455"/>
            <ac:spMk id="21" creationId="{0F2D4C62-DCCA-333F-402D-8ACC6A2607A4}"/>
          </ac:spMkLst>
        </pc:spChg>
        <pc:spChg chg="mod">
          <ac:chgData name="Yun Li" userId="a841c0d6-47bd-4aed-9498-daed041134e9" providerId="ADAL" clId="{C0FC64F5-72D1-42F2-B51B-A35F7E893786}" dt="2025-03-19T06:36:55.681" v="2498"/>
          <ac:spMkLst>
            <pc:docMk/>
            <pc:sldMk cId="4095298716" sldId="2147481455"/>
            <ac:spMk id="22" creationId="{B5AF24F2-B768-DDB8-BD87-A61ABCC00ACE}"/>
          </ac:spMkLst>
        </pc:spChg>
        <pc:spChg chg="mod">
          <ac:chgData name="Yun Li" userId="a841c0d6-47bd-4aed-9498-daed041134e9" providerId="ADAL" clId="{C0FC64F5-72D1-42F2-B51B-A35F7E893786}" dt="2025-03-19T06:36:55.681" v="2498"/>
          <ac:spMkLst>
            <pc:docMk/>
            <pc:sldMk cId="4095298716" sldId="2147481455"/>
            <ac:spMk id="25" creationId="{2021048D-19E6-A64A-B661-62C1281A8982}"/>
          </ac:spMkLst>
        </pc:spChg>
        <pc:spChg chg="add mod">
          <ac:chgData name="Yun Li" userId="a841c0d6-47bd-4aed-9498-daed041134e9" providerId="ADAL" clId="{C0FC64F5-72D1-42F2-B51B-A35F7E893786}" dt="2025-03-19T06:36:55.681" v="2498"/>
          <ac:spMkLst>
            <pc:docMk/>
            <pc:sldMk cId="4095298716" sldId="2147481455"/>
            <ac:spMk id="33" creationId="{9AD97B4C-96C0-2581-A353-47C94F357CCD}"/>
          </ac:spMkLst>
        </pc:spChg>
        <pc:spChg chg="add mod">
          <ac:chgData name="Yun Li" userId="a841c0d6-47bd-4aed-9498-daed041134e9" providerId="ADAL" clId="{C0FC64F5-72D1-42F2-B51B-A35F7E893786}" dt="2025-03-19T06:36:55.681" v="2498"/>
          <ac:spMkLst>
            <pc:docMk/>
            <pc:sldMk cId="4095298716" sldId="2147481455"/>
            <ac:spMk id="36" creationId="{7D73C3F4-F943-AEF4-D4F6-51F85BC443A5}"/>
          </ac:spMkLst>
        </pc:spChg>
        <pc:picChg chg="del">
          <ac:chgData name="Yun Li" userId="a841c0d6-47bd-4aed-9498-daed041134e9" providerId="ADAL" clId="{C0FC64F5-72D1-42F2-B51B-A35F7E893786}" dt="2025-03-19T05:58:53.987" v="1603" actId="478"/>
          <ac:picMkLst>
            <pc:docMk/>
            <pc:sldMk cId="4095298716" sldId="2147481455"/>
            <ac:picMk id="5" creationId="{0D1B7E1F-47E4-DB12-FFDA-3B1DF0999D21}"/>
          </ac:picMkLst>
        </pc:picChg>
        <pc:picChg chg="add mod">
          <ac:chgData name="Yun Li" userId="a841c0d6-47bd-4aed-9498-daed041134e9" providerId="ADAL" clId="{C0FC64F5-72D1-42F2-B51B-A35F7E893786}" dt="2025-03-19T06:01:00.694" v="1607" actId="14100"/>
          <ac:picMkLst>
            <pc:docMk/>
            <pc:sldMk cId="4095298716" sldId="2147481455"/>
            <ac:picMk id="6" creationId="{9A5DD237-CC6B-ED35-B938-CD0DA7077A0E}"/>
          </ac:picMkLst>
        </pc:picChg>
        <pc:picChg chg="del">
          <ac:chgData name="Yun Li" userId="a841c0d6-47bd-4aed-9498-daed041134e9" providerId="ADAL" clId="{C0FC64F5-72D1-42F2-B51B-A35F7E893786}" dt="2025-03-19T05:58:53.987" v="1603" actId="478"/>
          <ac:picMkLst>
            <pc:docMk/>
            <pc:sldMk cId="4095298716" sldId="2147481455"/>
            <ac:picMk id="8" creationId="{A0CDD090-80C4-0E8A-C8F2-1FF8F0204C37}"/>
          </ac:picMkLst>
        </pc:picChg>
      </pc:sldChg>
      <pc:sldChg chg="addSp delSp modSp add mod">
        <pc:chgData name="Yun Li" userId="a841c0d6-47bd-4aed-9498-daed041134e9" providerId="ADAL" clId="{C0FC64F5-72D1-42F2-B51B-A35F7E893786}" dt="2025-03-19T08:35:58.172" v="4886" actId="20577"/>
        <pc:sldMkLst>
          <pc:docMk/>
          <pc:sldMk cId="2629653771" sldId="2147481456"/>
        </pc:sldMkLst>
        <pc:spChg chg="mod">
          <ac:chgData name="Yun Li" userId="a841c0d6-47bd-4aed-9498-daed041134e9" providerId="ADAL" clId="{C0FC64F5-72D1-42F2-B51B-A35F7E893786}" dt="2025-03-19T08:35:58.172" v="4886" actId="20577"/>
          <ac:spMkLst>
            <pc:docMk/>
            <pc:sldMk cId="2629653771" sldId="2147481456"/>
            <ac:spMk id="4" creationId="{8767FDE3-2A11-A131-2871-0F464501102D}"/>
          </ac:spMkLst>
        </pc:spChg>
        <pc:spChg chg="add mod">
          <ac:chgData name="Yun Li" userId="a841c0d6-47bd-4aed-9498-daed041134e9" providerId="ADAL" clId="{C0FC64F5-72D1-42F2-B51B-A35F7E893786}" dt="2025-03-19T06:44:52.867" v="2720" actId="14100"/>
          <ac:spMkLst>
            <pc:docMk/>
            <pc:sldMk cId="2629653771" sldId="2147481456"/>
            <ac:spMk id="6" creationId="{25104368-6569-2F03-883C-831D81B6D1CB}"/>
          </ac:spMkLst>
        </pc:spChg>
        <pc:spChg chg="add mod">
          <ac:chgData name="Yun Li" userId="a841c0d6-47bd-4aed-9498-daed041134e9" providerId="ADAL" clId="{C0FC64F5-72D1-42F2-B51B-A35F7E893786}" dt="2025-03-19T06:59:21.354" v="3383" actId="113"/>
          <ac:spMkLst>
            <pc:docMk/>
            <pc:sldMk cId="2629653771" sldId="2147481456"/>
            <ac:spMk id="7" creationId="{209F2059-E208-542A-C812-BB6117BCCA64}"/>
          </ac:spMkLst>
        </pc:spChg>
        <pc:picChg chg="add mod">
          <ac:chgData name="Yun Li" userId="a841c0d6-47bd-4aed-9498-daed041134e9" providerId="ADAL" clId="{C0FC64F5-72D1-42F2-B51B-A35F7E893786}" dt="2025-03-19T06:46:46.426" v="2852" actId="1076"/>
          <ac:picMkLst>
            <pc:docMk/>
            <pc:sldMk cId="2629653771" sldId="2147481456"/>
            <ac:picMk id="5" creationId="{60A0B1F2-EB9C-8EB5-95F4-2D2CF9BAC122}"/>
          </ac:picMkLst>
        </pc:picChg>
        <pc:picChg chg="del">
          <ac:chgData name="Yun Li" userId="a841c0d6-47bd-4aed-9498-daed041134e9" providerId="ADAL" clId="{C0FC64F5-72D1-42F2-B51B-A35F7E893786}" dt="2025-03-19T06:11:13.963" v="1761" actId="478"/>
          <ac:picMkLst>
            <pc:docMk/>
            <pc:sldMk cId="2629653771" sldId="2147481456"/>
            <ac:picMk id="9" creationId="{C52E1AC6-A8C3-AC3F-D120-D5944715AC0A}"/>
          </ac:picMkLst>
        </pc:picChg>
        <pc:picChg chg="del">
          <ac:chgData name="Yun Li" userId="a841c0d6-47bd-4aed-9498-daed041134e9" providerId="ADAL" clId="{C0FC64F5-72D1-42F2-B51B-A35F7E893786}" dt="2025-03-19T06:11:13.963" v="1761" actId="478"/>
          <ac:picMkLst>
            <pc:docMk/>
            <pc:sldMk cId="2629653771" sldId="2147481456"/>
            <ac:picMk id="10" creationId="{B4AFE94A-1951-D9D6-F555-AF1FB0CE3660}"/>
          </ac:picMkLst>
        </pc:picChg>
        <pc:picChg chg="del">
          <ac:chgData name="Yun Li" userId="a841c0d6-47bd-4aed-9498-daed041134e9" providerId="ADAL" clId="{C0FC64F5-72D1-42F2-B51B-A35F7E893786}" dt="2025-03-19T06:11:13.963" v="1761" actId="478"/>
          <ac:picMkLst>
            <pc:docMk/>
            <pc:sldMk cId="2629653771" sldId="2147481456"/>
            <ac:picMk id="11" creationId="{FE671130-532A-49EC-41C0-0ED0DC116818}"/>
          </ac:picMkLst>
        </pc:picChg>
        <pc:picChg chg="mod">
          <ac:chgData name="Yun Li" userId="a841c0d6-47bd-4aed-9498-daed041134e9" providerId="ADAL" clId="{C0FC64F5-72D1-42F2-B51B-A35F7E893786}" dt="2025-03-19T06:43:53.398" v="2677" actId="14100"/>
          <ac:picMkLst>
            <pc:docMk/>
            <pc:sldMk cId="2629653771" sldId="2147481456"/>
            <ac:picMk id="13" creationId="{4334D4FD-8C18-2F54-6800-C1F1CD3EB9B3}"/>
          </ac:picMkLst>
        </pc:picChg>
      </pc:sldChg>
      <pc:sldChg chg="addSp delSp modSp new del mod">
        <pc:chgData name="Yun Li" userId="a841c0d6-47bd-4aed-9498-daed041134e9" providerId="ADAL" clId="{C0FC64F5-72D1-42F2-B51B-A35F7E893786}" dt="2025-03-19T06:09:27.912" v="1758" actId="47"/>
        <pc:sldMkLst>
          <pc:docMk/>
          <pc:sldMk cId="2850522631" sldId="2147481456"/>
        </pc:sldMkLst>
        <pc:picChg chg="add del mod modCrop">
          <ac:chgData name="Yun Li" userId="a841c0d6-47bd-4aed-9498-daed041134e9" providerId="ADAL" clId="{C0FC64F5-72D1-42F2-B51B-A35F7E893786}" dt="2025-03-19T06:08:24.958" v="1691" actId="21"/>
          <ac:picMkLst>
            <pc:docMk/>
            <pc:sldMk cId="2850522631" sldId="2147481456"/>
            <ac:picMk id="5" creationId="{636A2127-AA8D-BA4A-6E4B-8C7C92218169}"/>
          </ac:picMkLst>
        </pc:picChg>
        <pc:picChg chg="add del mod">
          <ac:chgData name="Yun Li" userId="a841c0d6-47bd-4aed-9498-daed041134e9" providerId="ADAL" clId="{C0FC64F5-72D1-42F2-B51B-A35F7E893786}" dt="2025-03-19T06:08:24.958" v="1691" actId="21"/>
          <ac:picMkLst>
            <pc:docMk/>
            <pc:sldMk cId="2850522631" sldId="2147481456"/>
            <ac:picMk id="6" creationId="{70CA2268-212C-59EB-E3CB-EB855A208ACC}"/>
          </ac:picMkLst>
        </pc:picChg>
        <pc:picChg chg="add del mod">
          <ac:chgData name="Yun Li" userId="a841c0d6-47bd-4aed-9498-daed041134e9" providerId="ADAL" clId="{C0FC64F5-72D1-42F2-B51B-A35F7E893786}" dt="2025-03-19T06:08:24.958" v="1691" actId="21"/>
          <ac:picMkLst>
            <pc:docMk/>
            <pc:sldMk cId="2850522631" sldId="2147481456"/>
            <ac:picMk id="7" creationId="{AE650414-3619-72AF-2C45-1FD74586BE2A}"/>
          </ac:picMkLst>
        </pc:picChg>
      </pc:sldChg>
      <pc:sldChg chg="addSp modSp new del mod">
        <pc:chgData name="Yun Li" userId="a841c0d6-47bd-4aed-9498-daed041134e9" providerId="ADAL" clId="{C0FC64F5-72D1-42F2-B51B-A35F7E893786}" dt="2025-03-19T06:17:02.414" v="1809" actId="47"/>
        <pc:sldMkLst>
          <pc:docMk/>
          <pc:sldMk cId="2807322451" sldId="2147481457"/>
        </pc:sldMkLst>
        <pc:picChg chg="add mod">
          <ac:chgData name="Yun Li" userId="a841c0d6-47bd-4aed-9498-daed041134e9" providerId="ADAL" clId="{C0FC64F5-72D1-42F2-B51B-A35F7E893786}" dt="2025-03-19T06:14:37.058" v="1797" actId="1076"/>
          <ac:picMkLst>
            <pc:docMk/>
            <pc:sldMk cId="2807322451" sldId="2147481457"/>
            <ac:picMk id="5" creationId="{0032F948-8C86-DD4B-51E6-DD93A84573FE}"/>
          </ac:picMkLst>
        </pc:picChg>
        <pc:picChg chg="add mod">
          <ac:chgData name="Yun Li" userId="a841c0d6-47bd-4aed-9498-daed041134e9" providerId="ADAL" clId="{C0FC64F5-72D1-42F2-B51B-A35F7E893786}" dt="2025-03-19T06:15:57.760" v="1800" actId="1076"/>
          <ac:picMkLst>
            <pc:docMk/>
            <pc:sldMk cId="2807322451" sldId="2147481457"/>
            <ac:picMk id="7" creationId="{93AA9AB8-B860-7C05-B9BB-DCB6EAF280D5}"/>
          </ac:picMkLst>
        </pc:picChg>
      </pc:sldChg>
      <pc:sldChg chg="modSp add del mod">
        <pc:chgData name="Yun Li" userId="a841c0d6-47bd-4aed-9498-daed041134e9" providerId="ADAL" clId="{C0FC64F5-72D1-42F2-B51B-A35F7E893786}" dt="2025-03-19T06:08:14.155" v="1689" actId="47"/>
        <pc:sldMkLst>
          <pc:docMk/>
          <pc:sldMk cId="3135838836" sldId="2147481457"/>
        </pc:sldMkLst>
        <pc:spChg chg="mod">
          <ac:chgData name="Yun Li" userId="a841c0d6-47bd-4aed-9498-daed041134e9" providerId="ADAL" clId="{C0FC64F5-72D1-42F2-B51B-A35F7E893786}" dt="2025-03-19T06:06:14.872" v="1663" actId="20577"/>
          <ac:spMkLst>
            <pc:docMk/>
            <pc:sldMk cId="3135838836" sldId="2147481457"/>
            <ac:spMk id="4" creationId="{3BCC55B2-411C-E2AD-3871-E92B2D04F000}"/>
          </ac:spMkLst>
        </pc:spChg>
      </pc:sldChg>
      <pc:sldChg chg="addSp delSp modSp add del mod">
        <pc:chgData name="Yun Li" userId="a841c0d6-47bd-4aed-9498-daed041134e9" providerId="ADAL" clId="{C0FC64F5-72D1-42F2-B51B-A35F7E893786}" dt="2025-03-19T06:56:07.043" v="3221" actId="47"/>
        <pc:sldMkLst>
          <pc:docMk/>
          <pc:sldMk cId="4021823028" sldId="2147481458"/>
        </pc:sldMkLst>
        <pc:picChg chg="del mod">
          <ac:chgData name="Yun Li" userId="a841c0d6-47bd-4aed-9498-daed041134e9" providerId="ADAL" clId="{C0FC64F5-72D1-42F2-B51B-A35F7E893786}" dt="2025-03-19T06:32:12.968" v="2431" actId="478"/>
          <ac:picMkLst>
            <pc:docMk/>
            <pc:sldMk cId="4021823028" sldId="2147481458"/>
            <ac:picMk id="5" creationId="{2B48268D-F07A-064F-1C7D-508543440394}"/>
          </ac:picMkLst>
        </pc:picChg>
        <pc:picChg chg="add del">
          <ac:chgData name="Yun Li" userId="a841c0d6-47bd-4aed-9498-daed041134e9" providerId="ADAL" clId="{C0FC64F5-72D1-42F2-B51B-A35F7E893786}" dt="2025-03-19T06:32:32.208" v="2457" actId="21"/>
          <ac:picMkLst>
            <pc:docMk/>
            <pc:sldMk cId="4021823028" sldId="2147481458"/>
            <ac:picMk id="6" creationId="{CBB011B3-2B7D-D8C2-5310-74EA9E00CD16}"/>
          </ac:picMkLst>
        </pc:picChg>
        <pc:picChg chg="del mod">
          <ac:chgData name="Yun Li" userId="a841c0d6-47bd-4aed-9498-daed041134e9" providerId="ADAL" clId="{C0FC64F5-72D1-42F2-B51B-A35F7E893786}" dt="2025-03-19T06:24:26.208" v="1913" actId="21"/>
          <ac:picMkLst>
            <pc:docMk/>
            <pc:sldMk cId="4021823028" sldId="2147481458"/>
            <ac:picMk id="7" creationId="{9DBC629A-5932-F026-0162-640DA6C9ED38}"/>
          </ac:picMkLst>
        </pc:picChg>
        <pc:picChg chg="add del mod">
          <ac:chgData name="Yun Li" userId="a841c0d6-47bd-4aed-9498-daed041134e9" providerId="ADAL" clId="{C0FC64F5-72D1-42F2-B51B-A35F7E893786}" dt="2025-03-19T06:53:23.018" v="3111" actId="478"/>
          <ac:picMkLst>
            <pc:docMk/>
            <pc:sldMk cId="4021823028" sldId="2147481458"/>
            <ac:picMk id="8" creationId="{47A483E7-269E-61AA-EE31-74900B70596F}"/>
          </ac:picMkLst>
        </pc:picChg>
        <pc:picChg chg="add del mod">
          <ac:chgData name="Yun Li" userId="a841c0d6-47bd-4aed-9498-daed041134e9" providerId="ADAL" clId="{C0FC64F5-72D1-42F2-B51B-A35F7E893786}" dt="2025-03-19T06:53:39.504" v="3114" actId="21"/>
          <ac:picMkLst>
            <pc:docMk/>
            <pc:sldMk cId="4021823028" sldId="2147481458"/>
            <ac:picMk id="9" creationId="{5FC00C5F-6AE1-6711-3A91-C7CEA07148A3}"/>
          </ac:picMkLst>
        </pc:picChg>
      </pc:sldChg>
      <pc:sldChg chg="addSp delSp modSp add mod">
        <pc:chgData name="Yun Li" userId="a841c0d6-47bd-4aed-9498-daed041134e9" providerId="ADAL" clId="{C0FC64F5-72D1-42F2-B51B-A35F7E893786}" dt="2025-03-19T08:32:56.680" v="4770" actId="20577"/>
        <pc:sldMkLst>
          <pc:docMk/>
          <pc:sldMk cId="1523753667" sldId="2147481459"/>
        </pc:sldMkLst>
        <pc:spChg chg="mod">
          <ac:chgData name="Yun Li" userId="a841c0d6-47bd-4aed-9498-daed041134e9" providerId="ADAL" clId="{C0FC64F5-72D1-42F2-B51B-A35F7E893786}" dt="2025-03-19T08:32:56.680" v="4770" actId="20577"/>
          <ac:spMkLst>
            <pc:docMk/>
            <pc:sldMk cId="1523753667" sldId="2147481459"/>
            <ac:spMk id="4" creationId="{1A1235F6-744A-60FF-0522-3A9DCAF77017}"/>
          </ac:spMkLst>
        </pc:spChg>
        <pc:spChg chg="add mod">
          <ac:chgData name="Yun Li" userId="a841c0d6-47bd-4aed-9498-daed041134e9" providerId="ADAL" clId="{C0FC64F5-72D1-42F2-B51B-A35F7E893786}" dt="2025-03-19T06:58:34.856" v="3361" actId="1035"/>
          <ac:spMkLst>
            <pc:docMk/>
            <pc:sldMk cId="1523753667" sldId="2147481459"/>
            <ac:spMk id="5" creationId="{67538A0A-7559-7B98-24D4-F9024818C2DC}"/>
          </ac:spMkLst>
        </pc:spChg>
        <pc:spChg chg="add mod">
          <ac:chgData name="Yun Li" userId="a841c0d6-47bd-4aed-9498-daed041134e9" providerId="ADAL" clId="{C0FC64F5-72D1-42F2-B51B-A35F7E893786}" dt="2025-03-19T06:58:26.118" v="3353" actId="404"/>
          <ac:spMkLst>
            <pc:docMk/>
            <pc:sldMk cId="1523753667" sldId="2147481459"/>
            <ac:spMk id="6" creationId="{3BC1A3C1-F9C3-7C61-BAC7-4A849BF55D33}"/>
          </ac:spMkLst>
        </pc:spChg>
        <pc:spChg chg="add mod">
          <ac:chgData name="Yun Li" userId="a841c0d6-47bd-4aed-9498-daed041134e9" providerId="ADAL" clId="{C0FC64F5-72D1-42F2-B51B-A35F7E893786}" dt="2025-03-19T06:58:30.653" v="3354" actId="1076"/>
          <ac:spMkLst>
            <pc:docMk/>
            <pc:sldMk cId="1523753667" sldId="2147481459"/>
            <ac:spMk id="7" creationId="{CE77C142-8682-96C7-77B4-DE80FC5FC0FC}"/>
          </ac:spMkLst>
        </pc:spChg>
        <pc:spChg chg="add mod">
          <ac:chgData name="Yun Li" userId="a841c0d6-47bd-4aed-9498-daed041134e9" providerId="ADAL" clId="{C0FC64F5-72D1-42F2-B51B-A35F7E893786}" dt="2025-03-19T06:48:16.985" v="2954" actId="113"/>
          <ac:spMkLst>
            <pc:docMk/>
            <pc:sldMk cId="1523753667" sldId="2147481459"/>
            <ac:spMk id="8" creationId="{E02DD191-9B28-289B-6735-70FF6E9689E8}"/>
          </ac:spMkLst>
        </pc:spChg>
        <pc:spChg chg="add del mod">
          <ac:chgData name="Yun Li" userId="a841c0d6-47bd-4aed-9498-daed041134e9" providerId="ADAL" clId="{C0FC64F5-72D1-42F2-B51B-A35F7E893786}" dt="2025-03-19T06:57:14.412" v="3300"/>
          <ac:spMkLst>
            <pc:docMk/>
            <pc:sldMk cId="1523753667" sldId="2147481459"/>
            <ac:spMk id="9" creationId="{D3325AB8-E0C1-44BD-B037-E3BF5B7F2700}"/>
          </ac:spMkLst>
        </pc:spChg>
        <pc:spChg chg="add mod">
          <ac:chgData name="Yun Li" userId="a841c0d6-47bd-4aed-9498-daed041134e9" providerId="ADAL" clId="{C0FC64F5-72D1-42F2-B51B-A35F7E893786}" dt="2025-03-19T07:00:17.898" v="3418" actId="20577"/>
          <ac:spMkLst>
            <pc:docMk/>
            <pc:sldMk cId="1523753667" sldId="2147481459"/>
            <ac:spMk id="10" creationId="{0F0C087F-156C-A487-07C2-169B327ADDFC}"/>
          </ac:spMkLst>
        </pc:spChg>
        <pc:picChg chg="add mod">
          <ac:chgData name="Yun Li" userId="a841c0d6-47bd-4aed-9498-daed041134e9" providerId="ADAL" clId="{C0FC64F5-72D1-42F2-B51B-A35F7E893786}" dt="2025-03-19T06:17:45.456" v="1846" actId="14100"/>
          <ac:picMkLst>
            <pc:docMk/>
            <pc:sldMk cId="1523753667" sldId="2147481459"/>
            <ac:picMk id="2" creationId="{F5ED71EB-9818-5A85-B16F-AEBE0980B9F8}"/>
          </ac:picMkLst>
        </pc:picChg>
        <pc:picChg chg="del">
          <ac:chgData name="Yun Li" userId="a841c0d6-47bd-4aed-9498-daed041134e9" providerId="ADAL" clId="{C0FC64F5-72D1-42F2-B51B-A35F7E893786}" dt="2025-03-19T06:17:38.042" v="1843" actId="478"/>
          <ac:picMkLst>
            <pc:docMk/>
            <pc:sldMk cId="1523753667" sldId="2147481459"/>
            <ac:picMk id="13" creationId="{8B539F3E-F60A-9FB4-6AF9-0B5B793D7FC7}"/>
          </ac:picMkLst>
        </pc:picChg>
      </pc:sldChg>
      <pc:sldChg chg="addSp delSp modSp add mod">
        <pc:chgData name="Yun Li" userId="a841c0d6-47bd-4aed-9498-daed041134e9" providerId="ADAL" clId="{C0FC64F5-72D1-42F2-B51B-A35F7E893786}" dt="2025-03-19T07:08:10.164" v="3724" actId="20577"/>
        <pc:sldMkLst>
          <pc:docMk/>
          <pc:sldMk cId="594939343" sldId="2147481460"/>
        </pc:sldMkLst>
        <pc:spChg chg="mod">
          <ac:chgData name="Yun Li" userId="a841c0d6-47bd-4aed-9498-daed041134e9" providerId="ADAL" clId="{C0FC64F5-72D1-42F2-B51B-A35F7E893786}" dt="2025-03-19T07:08:10.164" v="3724" actId="20577"/>
          <ac:spMkLst>
            <pc:docMk/>
            <pc:sldMk cId="594939343" sldId="2147481460"/>
            <ac:spMk id="4" creationId="{4E721802-2AC2-9129-F350-3E7507E5C171}"/>
          </ac:spMkLst>
        </pc:spChg>
        <pc:spChg chg="del">
          <ac:chgData name="Yun Li" userId="a841c0d6-47bd-4aed-9498-daed041134e9" providerId="ADAL" clId="{C0FC64F5-72D1-42F2-B51B-A35F7E893786}" dt="2025-03-19T06:24:23.736" v="1912" actId="478"/>
          <ac:spMkLst>
            <pc:docMk/>
            <pc:sldMk cId="594939343" sldId="2147481460"/>
            <ac:spMk id="5" creationId="{F43107EC-674E-2053-FAD3-9CD1341FCF7D}"/>
          </ac:spMkLst>
        </pc:spChg>
        <pc:spChg chg="del">
          <ac:chgData name="Yun Li" userId="a841c0d6-47bd-4aed-9498-daed041134e9" providerId="ADAL" clId="{C0FC64F5-72D1-42F2-B51B-A35F7E893786}" dt="2025-03-19T06:24:23.736" v="1912" actId="478"/>
          <ac:spMkLst>
            <pc:docMk/>
            <pc:sldMk cId="594939343" sldId="2147481460"/>
            <ac:spMk id="6" creationId="{F4B2C2CB-30E0-0B92-3FCC-A33916626F19}"/>
          </ac:spMkLst>
        </pc:spChg>
        <pc:spChg chg="del">
          <ac:chgData name="Yun Li" userId="a841c0d6-47bd-4aed-9498-daed041134e9" providerId="ADAL" clId="{C0FC64F5-72D1-42F2-B51B-A35F7E893786}" dt="2025-03-19T06:24:23.736" v="1912" actId="478"/>
          <ac:spMkLst>
            <pc:docMk/>
            <pc:sldMk cId="594939343" sldId="2147481460"/>
            <ac:spMk id="7" creationId="{A175C068-159F-4AA8-1176-77DD8C8DF4E7}"/>
          </ac:spMkLst>
        </pc:spChg>
        <pc:spChg chg="add del mod">
          <ac:chgData name="Yun Li" userId="a841c0d6-47bd-4aed-9498-daed041134e9" providerId="ADAL" clId="{C0FC64F5-72D1-42F2-B51B-A35F7E893786}" dt="2025-03-19T07:06:30.086" v="3654" actId="478"/>
          <ac:spMkLst>
            <pc:docMk/>
            <pc:sldMk cId="594939343" sldId="2147481460"/>
            <ac:spMk id="10" creationId="{017993E3-2F05-8B78-9E43-79923EEAE6B6}"/>
          </ac:spMkLst>
        </pc:spChg>
        <pc:spChg chg="add mod">
          <ac:chgData name="Yun Li" userId="a841c0d6-47bd-4aed-9498-daed041134e9" providerId="ADAL" clId="{C0FC64F5-72D1-42F2-B51B-A35F7E893786}" dt="2025-03-19T07:07:47.272" v="3719" actId="20577"/>
          <ac:spMkLst>
            <pc:docMk/>
            <pc:sldMk cId="594939343" sldId="2147481460"/>
            <ac:spMk id="11" creationId="{73DDCCB1-31A7-E1BA-73BD-B8FFC653F597}"/>
          </ac:spMkLst>
        </pc:spChg>
        <pc:picChg chg="del">
          <ac:chgData name="Yun Li" userId="a841c0d6-47bd-4aed-9498-daed041134e9" providerId="ADAL" clId="{C0FC64F5-72D1-42F2-B51B-A35F7E893786}" dt="2025-03-19T06:24:22.761" v="1911" actId="478"/>
          <ac:picMkLst>
            <pc:docMk/>
            <pc:sldMk cId="594939343" sldId="2147481460"/>
            <ac:picMk id="2" creationId="{AE9D316B-5A53-4F61-84A7-86E47CE00881}"/>
          </ac:picMkLst>
        </pc:picChg>
        <pc:picChg chg="add mod">
          <ac:chgData name="Yun Li" userId="a841c0d6-47bd-4aed-9498-daed041134e9" providerId="ADAL" clId="{C0FC64F5-72D1-42F2-B51B-A35F7E893786}" dt="2025-03-19T07:07:34.445" v="3705" actId="1076"/>
          <ac:picMkLst>
            <pc:docMk/>
            <pc:sldMk cId="594939343" sldId="2147481460"/>
            <ac:picMk id="8" creationId="{9DBC629A-5932-F026-0162-640DA6C9ED38}"/>
          </ac:picMkLst>
        </pc:picChg>
      </pc:sldChg>
      <pc:sldChg chg="addSp delSp modSp add mod">
        <pc:chgData name="Yun Li" userId="a841c0d6-47bd-4aed-9498-daed041134e9" providerId="ADAL" clId="{C0FC64F5-72D1-42F2-B51B-A35F7E893786}" dt="2025-03-19T08:35:19.398" v="4885" actId="20577"/>
        <pc:sldMkLst>
          <pc:docMk/>
          <pc:sldMk cId="2020744882" sldId="2147481461"/>
        </pc:sldMkLst>
        <pc:spChg chg="mod">
          <ac:chgData name="Yun Li" userId="a841c0d6-47bd-4aed-9498-daed041134e9" providerId="ADAL" clId="{C0FC64F5-72D1-42F2-B51B-A35F7E893786}" dt="2025-03-19T07:04:37.321" v="3565" actId="20577"/>
          <ac:spMkLst>
            <pc:docMk/>
            <pc:sldMk cId="2020744882" sldId="2147481461"/>
            <ac:spMk id="4" creationId="{8CF1C7E5-3542-5C5B-2D52-C15D5F18A63B}"/>
          </ac:spMkLst>
        </pc:spChg>
        <pc:spChg chg="add mod">
          <ac:chgData name="Yun Li" userId="a841c0d6-47bd-4aed-9498-daed041134e9" providerId="ADAL" clId="{C0FC64F5-72D1-42F2-B51B-A35F7E893786}" dt="2025-03-19T08:34:01.346" v="4842" actId="1076"/>
          <ac:spMkLst>
            <pc:docMk/>
            <pc:sldMk cId="2020744882" sldId="2147481461"/>
            <ac:spMk id="9" creationId="{C0090CBC-5166-246B-0D2D-7FBB6AA6E950}"/>
          </ac:spMkLst>
        </pc:spChg>
        <pc:spChg chg="mod">
          <ac:chgData name="Yun Li" userId="a841c0d6-47bd-4aed-9498-daed041134e9" providerId="ADAL" clId="{C0FC64F5-72D1-42F2-B51B-A35F7E893786}" dt="2025-03-19T08:35:19.398" v="4885" actId="20577"/>
          <ac:spMkLst>
            <pc:docMk/>
            <pc:sldMk cId="2020744882" sldId="2147481461"/>
            <ac:spMk id="10" creationId="{EF9A309F-B0AA-1D4B-1FC6-5F6A25AA82E0}"/>
          </ac:spMkLst>
        </pc:spChg>
        <pc:spChg chg="add mod">
          <ac:chgData name="Yun Li" userId="a841c0d6-47bd-4aed-9498-daed041134e9" providerId="ADAL" clId="{C0FC64F5-72D1-42F2-B51B-A35F7E893786}" dt="2025-03-19T08:34:46.313" v="4863" actId="1038"/>
          <ac:spMkLst>
            <pc:docMk/>
            <pc:sldMk cId="2020744882" sldId="2147481461"/>
            <ac:spMk id="12" creationId="{BCB09780-D085-5161-4198-330A53A4A05A}"/>
          </ac:spMkLst>
        </pc:spChg>
        <pc:picChg chg="add del">
          <ac:chgData name="Yun Li" userId="a841c0d6-47bd-4aed-9498-daed041134e9" providerId="ADAL" clId="{C0FC64F5-72D1-42F2-B51B-A35F7E893786}" dt="2025-03-19T06:53:02.957" v="3106" actId="21"/>
          <ac:picMkLst>
            <pc:docMk/>
            <pc:sldMk cId="2020744882" sldId="2147481461"/>
            <ac:picMk id="5" creationId="{5FC00C5F-6AE1-6711-3A91-C7CEA07148A3}"/>
          </ac:picMkLst>
        </pc:picChg>
        <pc:picChg chg="add mod">
          <ac:chgData name="Yun Li" userId="a841c0d6-47bd-4aed-9498-daed041134e9" providerId="ADAL" clId="{C0FC64F5-72D1-42F2-B51B-A35F7E893786}" dt="2025-03-19T08:22:07.944" v="4607" actId="1076"/>
          <ac:picMkLst>
            <pc:docMk/>
            <pc:sldMk cId="2020744882" sldId="2147481461"/>
            <ac:picMk id="6" creationId="{CBB011B3-2B7D-D8C2-5310-74EA9E00CD16}"/>
          </ac:picMkLst>
        </pc:picChg>
        <pc:picChg chg="add mod modCrop">
          <ac:chgData name="Yun Li" userId="a841c0d6-47bd-4aed-9498-daed041134e9" providerId="ADAL" clId="{C0FC64F5-72D1-42F2-B51B-A35F7E893786}" dt="2025-03-19T08:22:22.879" v="4619" actId="1038"/>
          <ac:picMkLst>
            <pc:docMk/>
            <pc:sldMk cId="2020744882" sldId="2147481461"/>
            <ac:picMk id="7" creationId="{4111B612-4D5D-31E6-829D-D6C07236ADD8}"/>
          </ac:picMkLst>
        </pc:picChg>
        <pc:picChg chg="del">
          <ac:chgData name="Yun Li" userId="a841c0d6-47bd-4aed-9498-daed041134e9" providerId="ADAL" clId="{C0FC64F5-72D1-42F2-B51B-A35F7E893786}" dt="2025-03-19T06:32:30.824" v="2456" actId="478"/>
          <ac:picMkLst>
            <pc:docMk/>
            <pc:sldMk cId="2020744882" sldId="2147481461"/>
            <ac:picMk id="8" creationId="{444207FE-2581-7F0A-50EE-9EC385960235}"/>
          </ac:picMkLst>
        </pc:picChg>
      </pc:sldChg>
      <pc:sldChg chg="addSp delSp modSp add mod">
        <pc:chgData name="Yun Li" userId="a841c0d6-47bd-4aed-9498-daed041134e9" providerId="ADAL" clId="{C0FC64F5-72D1-42F2-B51B-A35F7E893786}" dt="2025-03-19T08:32:17.677" v="4747" actId="20577"/>
        <pc:sldMkLst>
          <pc:docMk/>
          <pc:sldMk cId="4128237114" sldId="2147481462"/>
        </pc:sldMkLst>
        <pc:spChg chg="mod">
          <ac:chgData name="Yun Li" userId="a841c0d6-47bd-4aed-9498-daed041134e9" providerId="ADAL" clId="{C0FC64F5-72D1-42F2-B51B-A35F7E893786}" dt="2025-03-19T06:39:43.632" v="2530" actId="14100"/>
          <ac:spMkLst>
            <pc:docMk/>
            <pc:sldMk cId="4128237114" sldId="2147481462"/>
            <ac:spMk id="2" creationId="{0D483917-FC1E-87DF-A83D-0F57B479081A}"/>
          </ac:spMkLst>
        </pc:spChg>
        <pc:spChg chg="mod">
          <ac:chgData name="Yun Li" userId="a841c0d6-47bd-4aed-9498-daed041134e9" providerId="ADAL" clId="{C0FC64F5-72D1-42F2-B51B-A35F7E893786}" dt="2025-03-19T08:31:41.784" v="4707" actId="20577"/>
          <ac:spMkLst>
            <pc:docMk/>
            <pc:sldMk cId="4128237114" sldId="2147481462"/>
            <ac:spMk id="4" creationId="{6C7B8A88-A928-970F-21F6-8955D2CE0DA4}"/>
          </ac:spMkLst>
        </pc:spChg>
        <pc:spChg chg="mod topLvl">
          <ac:chgData name="Yun Li" userId="a841c0d6-47bd-4aed-9498-daed041134e9" providerId="ADAL" clId="{C0FC64F5-72D1-42F2-B51B-A35F7E893786}" dt="2025-03-19T06:39:14.364" v="2524" actId="165"/>
          <ac:spMkLst>
            <pc:docMk/>
            <pc:sldMk cId="4128237114" sldId="2147481462"/>
            <ac:spMk id="7" creationId="{FA764DEB-B0A4-9364-D173-967C3B6F6CE2}"/>
          </ac:spMkLst>
        </pc:spChg>
        <pc:spChg chg="mod topLvl">
          <ac:chgData name="Yun Li" userId="a841c0d6-47bd-4aed-9498-daed041134e9" providerId="ADAL" clId="{C0FC64F5-72D1-42F2-B51B-A35F7E893786}" dt="2025-03-19T06:39:14.364" v="2524" actId="165"/>
          <ac:spMkLst>
            <pc:docMk/>
            <pc:sldMk cId="4128237114" sldId="2147481462"/>
            <ac:spMk id="9" creationId="{D12A32CD-21CC-27FA-7506-9A07734B9FB0}"/>
          </ac:spMkLst>
        </pc:spChg>
        <pc:spChg chg="mod topLvl">
          <ac:chgData name="Yun Li" userId="a841c0d6-47bd-4aed-9498-daed041134e9" providerId="ADAL" clId="{C0FC64F5-72D1-42F2-B51B-A35F7E893786}" dt="2025-03-19T06:39:14.364" v="2524" actId="165"/>
          <ac:spMkLst>
            <pc:docMk/>
            <pc:sldMk cId="4128237114" sldId="2147481462"/>
            <ac:spMk id="10" creationId="{B12A501E-BF4C-4E1F-C7E0-F1F6E6F71E13}"/>
          </ac:spMkLst>
        </pc:spChg>
        <pc:spChg chg="mod">
          <ac:chgData name="Yun Li" userId="a841c0d6-47bd-4aed-9498-daed041134e9" providerId="ADAL" clId="{C0FC64F5-72D1-42F2-B51B-A35F7E893786}" dt="2025-03-19T06:37:30.054" v="2503" actId="1076"/>
          <ac:spMkLst>
            <pc:docMk/>
            <pc:sldMk cId="4128237114" sldId="2147481462"/>
            <ac:spMk id="11" creationId="{C693BBC1-2F5C-BBDE-621F-64689A0825B6}"/>
          </ac:spMkLst>
        </pc:spChg>
        <pc:spChg chg="mod">
          <ac:chgData name="Yun Li" userId="a841c0d6-47bd-4aed-9498-daed041134e9" providerId="ADAL" clId="{C0FC64F5-72D1-42F2-B51B-A35F7E893786}" dt="2025-03-19T06:37:30.054" v="2503" actId="1076"/>
          <ac:spMkLst>
            <pc:docMk/>
            <pc:sldMk cId="4128237114" sldId="2147481462"/>
            <ac:spMk id="12" creationId="{39B12663-59A3-77E0-F97F-CA8FA5EA3C71}"/>
          </ac:spMkLst>
        </pc:spChg>
        <pc:spChg chg="mod topLvl">
          <ac:chgData name="Yun Li" userId="a841c0d6-47bd-4aed-9498-daed041134e9" providerId="ADAL" clId="{C0FC64F5-72D1-42F2-B51B-A35F7E893786}" dt="2025-03-19T06:39:14.364" v="2524" actId="165"/>
          <ac:spMkLst>
            <pc:docMk/>
            <pc:sldMk cId="4128237114" sldId="2147481462"/>
            <ac:spMk id="13" creationId="{CFAAE6F8-6A09-3940-D062-DFAA928FC454}"/>
          </ac:spMkLst>
        </pc:spChg>
        <pc:spChg chg="mod topLvl">
          <ac:chgData name="Yun Li" userId="a841c0d6-47bd-4aed-9498-daed041134e9" providerId="ADAL" clId="{C0FC64F5-72D1-42F2-B51B-A35F7E893786}" dt="2025-03-19T06:39:14.364" v="2524" actId="165"/>
          <ac:spMkLst>
            <pc:docMk/>
            <pc:sldMk cId="4128237114" sldId="2147481462"/>
            <ac:spMk id="14" creationId="{58771301-8967-27CA-9AB0-FAF986D63176}"/>
          </ac:spMkLst>
        </pc:spChg>
        <pc:spChg chg="mod">
          <ac:chgData name="Yun Li" userId="a841c0d6-47bd-4aed-9498-daed041134e9" providerId="ADAL" clId="{C0FC64F5-72D1-42F2-B51B-A35F7E893786}" dt="2025-03-19T06:39:27.179" v="2528" actId="404"/>
          <ac:spMkLst>
            <pc:docMk/>
            <pc:sldMk cId="4128237114" sldId="2147481462"/>
            <ac:spMk id="15" creationId="{98321315-5473-1705-C436-F2215261E32D}"/>
          </ac:spMkLst>
        </pc:spChg>
        <pc:spChg chg="mod">
          <ac:chgData name="Yun Li" userId="a841c0d6-47bd-4aed-9498-daed041134e9" providerId="ADAL" clId="{C0FC64F5-72D1-42F2-B51B-A35F7E893786}" dt="2025-03-19T06:39:27.179" v="2528" actId="404"/>
          <ac:spMkLst>
            <pc:docMk/>
            <pc:sldMk cId="4128237114" sldId="2147481462"/>
            <ac:spMk id="17" creationId="{6F6109DC-9D19-9651-9DD4-2D1805EB6530}"/>
          </ac:spMkLst>
        </pc:spChg>
        <pc:spChg chg="mod topLvl">
          <ac:chgData name="Yun Li" userId="a841c0d6-47bd-4aed-9498-daed041134e9" providerId="ADAL" clId="{C0FC64F5-72D1-42F2-B51B-A35F7E893786}" dt="2025-03-19T06:39:14.364" v="2524" actId="165"/>
          <ac:spMkLst>
            <pc:docMk/>
            <pc:sldMk cId="4128237114" sldId="2147481462"/>
            <ac:spMk id="18" creationId="{E55D18AA-60D1-DDF5-95B0-50EF4062D478}"/>
          </ac:spMkLst>
        </pc:spChg>
        <pc:spChg chg="mod topLvl">
          <ac:chgData name="Yun Li" userId="a841c0d6-47bd-4aed-9498-daed041134e9" providerId="ADAL" clId="{C0FC64F5-72D1-42F2-B51B-A35F7E893786}" dt="2025-03-19T06:39:14.364" v="2524" actId="165"/>
          <ac:spMkLst>
            <pc:docMk/>
            <pc:sldMk cId="4128237114" sldId="2147481462"/>
            <ac:spMk id="19" creationId="{25293939-B46C-F94A-9852-8108758F6945}"/>
          </ac:spMkLst>
        </pc:spChg>
        <pc:spChg chg="mod topLvl">
          <ac:chgData name="Yun Li" userId="a841c0d6-47bd-4aed-9498-daed041134e9" providerId="ADAL" clId="{C0FC64F5-72D1-42F2-B51B-A35F7E893786}" dt="2025-03-19T06:39:14.364" v="2524" actId="165"/>
          <ac:spMkLst>
            <pc:docMk/>
            <pc:sldMk cId="4128237114" sldId="2147481462"/>
            <ac:spMk id="20" creationId="{F3E79C67-4743-8671-1C95-C6AE76D1C719}"/>
          </ac:spMkLst>
        </pc:spChg>
        <pc:spChg chg="mod topLvl">
          <ac:chgData name="Yun Li" userId="a841c0d6-47bd-4aed-9498-daed041134e9" providerId="ADAL" clId="{C0FC64F5-72D1-42F2-B51B-A35F7E893786}" dt="2025-03-19T06:39:14.364" v="2524" actId="165"/>
          <ac:spMkLst>
            <pc:docMk/>
            <pc:sldMk cId="4128237114" sldId="2147481462"/>
            <ac:spMk id="22" creationId="{FC835077-D246-1FA3-5AFA-C1937A9F6694}"/>
          </ac:spMkLst>
        </pc:spChg>
        <pc:spChg chg="mod">
          <ac:chgData name="Yun Li" userId="a841c0d6-47bd-4aed-9498-daed041134e9" providerId="ADAL" clId="{C0FC64F5-72D1-42F2-B51B-A35F7E893786}" dt="2025-03-19T06:37:30.054" v="2503" actId="1076"/>
          <ac:spMkLst>
            <pc:docMk/>
            <pc:sldMk cId="4128237114" sldId="2147481462"/>
            <ac:spMk id="23" creationId="{D72B1B61-D0FD-5025-FAE9-8FD1CBC889E0}"/>
          </ac:spMkLst>
        </pc:spChg>
        <pc:spChg chg="mod">
          <ac:chgData name="Yun Li" userId="a841c0d6-47bd-4aed-9498-daed041134e9" providerId="ADAL" clId="{C0FC64F5-72D1-42F2-B51B-A35F7E893786}" dt="2025-03-19T08:32:17.677" v="4747" actId="20577"/>
          <ac:spMkLst>
            <pc:docMk/>
            <pc:sldMk cId="4128237114" sldId="2147481462"/>
            <ac:spMk id="25" creationId="{DE2EAF80-B42C-B8E9-55A7-65E04362F1E0}"/>
          </ac:spMkLst>
        </pc:spChg>
        <pc:spChg chg="mod">
          <ac:chgData name="Yun Li" userId="a841c0d6-47bd-4aed-9498-daed041134e9" providerId="ADAL" clId="{C0FC64F5-72D1-42F2-B51B-A35F7E893786}" dt="2025-03-19T06:37:30.054" v="2503" actId="1076"/>
          <ac:spMkLst>
            <pc:docMk/>
            <pc:sldMk cId="4128237114" sldId="2147481462"/>
            <ac:spMk id="28" creationId="{27B839C6-360A-139E-870F-940CDFBF890E}"/>
          </ac:spMkLst>
        </pc:spChg>
        <pc:spChg chg="add mod">
          <ac:chgData name="Yun Li" userId="a841c0d6-47bd-4aed-9498-daed041134e9" providerId="ADAL" clId="{C0FC64F5-72D1-42F2-B51B-A35F7E893786}" dt="2025-03-19T06:37:30.054" v="2503" actId="1076"/>
          <ac:spMkLst>
            <pc:docMk/>
            <pc:sldMk cId="4128237114" sldId="2147481462"/>
            <ac:spMk id="29" creationId="{072AD62F-916E-F7EA-64F1-5027F79823D2}"/>
          </ac:spMkLst>
        </pc:spChg>
        <pc:spChg chg="add mod">
          <ac:chgData name="Yun Li" userId="a841c0d6-47bd-4aed-9498-daed041134e9" providerId="ADAL" clId="{C0FC64F5-72D1-42F2-B51B-A35F7E893786}" dt="2025-03-19T06:37:30.054" v="2503" actId="1076"/>
          <ac:spMkLst>
            <pc:docMk/>
            <pc:sldMk cId="4128237114" sldId="2147481462"/>
            <ac:spMk id="32" creationId="{8419AC27-E0FE-1A35-BBDE-1DD4A61D2D82}"/>
          </ac:spMkLst>
        </pc:spChg>
        <pc:grpChg chg="add del">
          <ac:chgData name="Yun Li" userId="a841c0d6-47bd-4aed-9498-daed041134e9" providerId="ADAL" clId="{C0FC64F5-72D1-42F2-B51B-A35F7E893786}" dt="2025-03-19T06:39:04.502" v="2522" actId="478"/>
          <ac:grpSpMkLst>
            <pc:docMk/>
            <pc:sldMk cId="4128237114" sldId="2147481462"/>
            <ac:grpSpMk id="5" creationId="{2BA43EA2-B7DA-B183-7DED-EDA6E15F69BF}"/>
          </ac:grpSpMkLst>
        </pc:grpChg>
        <pc:picChg chg="del">
          <ac:chgData name="Yun Li" userId="a841c0d6-47bd-4aed-9498-daed041134e9" providerId="ADAL" clId="{C0FC64F5-72D1-42F2-B51B-A35F7E893786}" dt="2025-03-19T06:36:59.865" v="2500" actId="478"/>
          <ac:picMkLst>
            <pc:docMk/>
            <pc:sldMk cId="4128237114" sldId="2147481462"/>
            <ac:picMk id="6" creationId="{446084FA-B32E-AEF6-FBFC-41E7B26800C8}"/>
          </ac:picMkLst>
        </pc:picChg>
        <pc:picChg chg="add mod">
          <ac:chgData name="Yun Li" userId="a841c0d6-47bd-4aed-9498-daed041134e9" providerId="ADAL" clId="{C0FC64F5-72D1-42F2-B51B-A35F7E893786}" dt="2025-03-19T06:37:58.838" v="2506" actId="1076"/>
          <ac:picMkLst>
            <pc:docMk/>
            <pc:sldMk cId="4128237114" sldId="2147481462"/>
            <ac:picMk id="35" creationId="{08CB2A1A-A633-C389-1930-0B11A3E69A1E}"/>
          </ac:picMkLst>
        </pc:picChg>
        <pc:picChg chg="add mod">
          <ac:chgData name="Yun Li" userId="a841c0d6-47bd-4aed-9498-daed041134e9" providerId="ADAL" clId="{C0FC64F5-72D1-42F2-B51B-A35F7E893786}" dt="2025-03-19T06:38:49.820" v="2518" actId="14100"/>
          <ac:picMkLst>
            <pc:docMk/>
            <pc:sldMk cId="4128237114" sldId="2147481462"/>
            <ac:picMk id="37" creationId="{E5FA81D4-7B09-FDBA-9690-CF2C5C0172C0}"/>
          </ac:picMkLst>
        </pc:picChg>
        <pc:picChg chg="add mod">
          <ac:chgData name="Yun Li" userId="a841c0d6-47bd-4aed-9498-daed041134e9" providerId="ADAL" clId="{C0FC64F5-72D1-42F2-B51B-A35F7E893786}" dt="2025-03-19T06:39:18.468" v="2526" actId="1076"/>
          <ac:picMkLst>
            <pc:docMk/>
            <pc:sldMk cId="4128237114" sldId="2147481462"/>
            <ac:picMk id="38" creationId="{6475F95C-D8F2-A257-BE46-8FAACC61C36A}"/>
          </ac:picMkLst>
        </pc:picChg>
      </pc:sldChg>
      <pc:sldChg chg="addSp delSp modSp add mod">
        <pc:chgData name="Yun Li" userId="a841c0d6-47bd-4aed-9498-daed041134e9" providerId="ADAL" clId="{C0FC64F5-72D1-42F2-B51B-A35F7E893786}" dt="2025-03-19T07:05:15.768" v="3622" actId="1036"/>
        <pc:sldMkLst>
          <pc:docMk/>
          <pc:sldMk cId="2040237664" sldId="2147481463"/>
        </pc:sldMkLst>
        <pc:spChg chg="mod">
          <ac:chgData name="Yun Li" userId="a841c0d6-47bd-4aed-9498-daed041134e9" providerId="ADAL" clId="{C0FC64F5-72D1-42F2-B51B-A35F7E893786}" dt="2025-03-19T07:04:40.730" v="3567" actId="20577"/>
          <ac:spMkLst>
            <pc:docMk/>
            <pc:sldMk cId="2040237664" sldId="2147481463"/>
            <ac:spMk id="4" creationId="{1502331F-68E4-2F65-3446-600070ED5CEA}"/>
          </ac:spMkLst>
        </pc:spChg>
        <pc:spChg chg="mod">
          <ac:chgData name="Yun Li" userId="a841c0d6-47bd-4aed-9498-daed041134e9" providerId="ADAL" clId="{C0FC64F5-72D1-42F2-B51B-A35F7E893786}" dt="2025-03-19T07:05:09.337" v="3618" actId="20577"/>
          <ac:spMkLst>
            <pc:docMk/>
            <pc:sldMk cId="2040237664" sldId="2147481463"/>
            <ac:spMk id="10" creationId="{31D9E29C-2936-3992-9A1F-78DAE1745680}"/>
          </ac:spMkLst>
        </pc:spChg>
        <pc:picChg chg="del">
          <ac:chgData name="Yun Li" userId="a841c0d6-47bd-4aed-9498-daed041134e9" providerId="ADAL" clId="{C0FC64F5-72D1-42F2-B51B-A35F7E893786}" dt="2025-03-19T06:53:41.305" v="3115" actId="478"/>
          <ac:picMkLst>
            <pc:docMk/>
            <pc:sldMk cId="2040237664" sldId="2147481463"/>
            <ac:picMk id="6" creationId="{7D2216A1-36D0-8D46-5BA3-CD74CF412BAD}"/>
          </ac:picMkLst>
        </pc:picChg>
        <pc:picChg chg="add mod">
          <ac:chgData name="Yun Li" userId="a841c0d6-47bd-4aed-9498-daed041134e9" providerId="ADAL" clId="{C0FC64F5-72D1-42F2-B51B-A35F7E893786}" dt="2025-03-19T07:05:15.768" v="3622" actId="1036"/>
          <ac:picMkLst>
            <pc:docMk/>
            <pc:sldMk cId="2040237664" sldId="2147481463"/>
            <ac:picMk id="9" creationId="{5FC00C5F-6AE1-6711-3A91-C7CEA07148A3}"/>
          </ac:picMkLst>
        </pc:picChg>
      </pc:sldChg>
      <pc:sldChg chg="addSp delSp modSp add del mod">
        <pc:chgData name="Yun Li" userId="a841c0d6-47bd-4aed-9498-daed041134e9" providerId="ADAL" clId="{C0FC64F5-72D1-42F2-B51B-A35F7E893786}" dt="2025-03-19T06:39:46.780" v="2531" actId="47"/>
        <pc:sldMkLst>
          <pc:docMk/>
          <pc:sldMk cId="2805338633" sldId="2147481463"/>
        </pc:sldMkLst>
        <pc:spChg chg="mod">
          <ac:chgData name="Yun Li" userId="a841c0d6-47bd-4aed-9498-daed041134e9" providerId="ADAL" clId="{C0FC64F5-72D1-42F2-B51B-A35F7E893786}" dt="2025-03-19T06:38:12.932" v="2510" actId="1076"/>
          <ac:spMkLst>
            <pc:docMk/>
            <pc:sldMk cId="2805338633" sldId="2147481463"/>
            <ac:spMk id="8" creationId="{5FCBE467-2E08-04F0-0CA1-9F24E11D22F8}"/>
          </ac:spMkLst>
        </pc:spChg>
        <pc:spChg chg="mod">
          <ac:chgData name="Yun Li" userId="a841c0d6-47bd-4aed-9498-daed041134e9" providerId="ADAL" clId="{C0FC64F5-72D1-42F2-B51B-A35F7E893786}" dt="2025-03-19T06:38:12.932" v="2510" actId="1076"/>
          <ac:spMkLst>
            <pc:docMk/>
            <pc:sldMk cId="2805338633" sldId="2147481463"/>
            <ac:spMk id="10" creationId="{E3871841-B771-DA26-0229-947135A5B809}"/>
          </ac:spMkLst>
        </pc:spChg>
        <pc:spChg chg="mod">
          <ac:chgData name="Yun Li" userId="a841c0d6-47bd-4aed-9498-daed041134e9" providerId="ADAL" clId="{C0FC64F5-72D1-42F2-B51B-A35F7E893786}" dt="2025-03-19T06:38:12.932" v="2510" actId="1076"/>
          <ac:spMkLst>
            <pc:docMk/>
            <pc:sldMk cId="2805338633" sldId="2147481463"/>
            <ac:spMk id="11" creationId="{5E6D63A1-F765-94B5-35A1-EE8B7317A50D}"/>
          </ac:spMkLst>
        </pc:spChg>
        <pc:spChg chg="mod">
          <ac:chgData name="Yun Li" userId="a841c0d6-47bd-4aed-9498-daed041134e9" providerId="ADAL" clId="{C0FC64F5-72D1-42F2-B51B-A35F7E893786}" dt="2025-03-19T06:38:12.932" v="2510" actId="1076"/>
          <ac:spMkLst>
            <pc:docMk/>
            <pc:sldMk cId="2805338633" sldId="2147481463"/>
            <ac:spMk id="12" creationId="{AFC6050E-D75C-92BC-DD15-02ED1C06D5F1}"/>
          </ac:spMkLst>
        </pc:spChg>
        <pc:spChg chg="mod">
          <ac:chgData name="Yun Li" userId="a841c0d6-47bd-4aed-9498-daed041134e9" providerId="ADAL" clId="{C0FC64F5-72D1-42F2-B51B-A35F7E893786}" dt="2025-03-19T06:38:12.932" v="2510" actId="1076"/>
          <ac:spMkLst>
            <pc:docMk/>
            <pc:sldMk cId="2805338633" sldId="2147481463"/>
            <ac:spMk id="17" creationId="{CCF22BC4-CBFC-DD4B-164D-30A404EC34A3}"/>
          </ac:spMkLst>
        </pc:spChg>
        <pc:spChg chg="mod">
          <ac:chgData name="Yun Li" userId="a841c0d6-47bd-4aed-9498-daed041134e9" providerId="ADAL" clId="{C0FC64F5-72D1-42F2-B51B-A35F7E893786}" dt="2025-03-19T06:38:12.932" v="2510" actId="1076"/>
          <ac:spMkLst>
            <pc:docMk/>
            <pc:sldMk cId="2805338633" sldId="2147481463"/>
            <ac:spMk id="18" creationId="{AB966F02-38E9-2E9A-9EDD-582FD26907E7}"/>
          </ac:spMkLst>
        </pc:spChg>
        <pc:spChg chg="mod">
          <ac:chgData name="Yun Li" userId="a841c0d6-47bd-4aed-9498-daed041134e9" providerId="ADAL" clId="{C0FC64F5-72D1-42F2-B51B-A35F7E893786}" dt="2025-03-19T06:38:12.932" v="2510" actId="1076"/>
          <ac:spMkLst>
            <pc:docMk/>
            <pc:sldMk cId="2805338633" sldId="2147481463"/>
            <ac:spMk id="19" creationId="{DC1DD078-B4DA-4CCF-0F7D-48375D689A08}"/>
          </ac:spMkLst>
        </pc:spChg>
        <pc:spChg chg="mod">
          <ac:chgData name="Yun Li" userId="a841c0d6-47bd-4aed-9498-daed041134e9" providerId="ADAL" clId="{C0FC64F5-72D1-42F2-B51B-A35F7E893786}" dt="2025-03-19T06:38:12.932" v="2510" actId="1076"/>
          <ac:spMkLst>
            <pc:docMk/>
            <pc:sldMk cId="2805338633" sldId="2147481463"/>
            <ac:spMk id="20" creationId="{D2F9647D-46B4-6A0D-12BA-FA6AED7FA4EF}"/>
          </ac:spMkLst>
        </pc:spChg>
        <pc:spChg chg="mod">
          <ac:chgData name="Yun Li" userId="a841c0d6-47bd-4aed-9498-daed041134e9" providerId="ADAL" clId="{C0FC64F5-72D1-42F2-B51B-A35F7E893786}" dt="2025-03-19T06:38:12.932" v="2510" actId="1076"/>
          <ac:spMkLst>
            <pc:docMk/>
            <pc:sldMk cId="2805338633" sldId="2147481463"/>
            <ac:spMk id="21" creationId="{E8B02484-67DC-DA04-3CBD-C27E05E5492F}"/>
          </ac:spMkLst>
        </pc:spChg>
        <pc:spChg chg="mod">
          <ac:chgData name="Yun Li" userId="a841c0d6-47bd-4aed-9498-daed041134e9" providerId="ADAL" clId="{C0FC64F5-72D1-42F2-B51B-A35F7E893786}" dt="2025-03-19T06:38:12.932" v="2510" actId="1076"/>
          <ac:spMkLst>
            <pc:docMk/>
            <pc:sldMk cId="2805338633" sldId="2147481463"/>
            <ac:spMk id="25" creationId="{69CB5377-DC51-B082-B030-D1D55D1DD91B}"/>
          </ac:spMkLst>
        </pc:spChg>
        <pc:picChg chg="add del mod">
          <ac:chgData name="Yun Li" userId="a841c0d6-47bd-4aed-9498-daed041134e9" providerId="ADAL" clId="{C0FC64F5-72D1-42F2-B51B-A35F7E893786}" dt="2025-03-19T06:39:03.001" v="2521" actId="21"/>
          <ac:picMkLst>
            <pc:docMk/>
            <pc:sldMk cId="2805338633" sldId="2147481463"/>
            <ac:picMk id="35" creationId="{6475F95C-D8F2-A257-BE46-8FAACC61C36A}"/>
          </ac:picMkLst>
        </pc:picChg>
      </pc:sldChg>
      <pc:sldChg chg="del">
        <pc:chgData name="Yun Li" userId="a841c0d6-47bd-4aed-9498-daed041134e9" providerId="ADAL" clId="{C0FC64F5-72D1-42F2-B51B-A35F7E893786}" dt="2025-03-19T07:56:22.653" v="4250" actId="2696"/>
        <pc:sldMkLst>
          <pc:docMk/>
          <pc:sldMk cId="1168972737" sldId="2147481464"/>
        </pc:sldMkLst>
      </pc:sldChg>
      <pc:sldChg chg="addSp modSp new del">
        <pc:chgData name="Yun Li" userId="a841c0d6-47bd-4aed-9498-daed041134e9" providerId="ADAL" clId="{C0FC64F5-72D1-42F2-B51B-A35F7E893786}" dt="2025-03-19T06:39:47.812" v="2532" actId="47"/>
        <pc:sldMkLst>
          <pc:docMk/>
          <pc:sldMk cId="2667216505" sldId="2147481464"/>
        </pc:sldMkLst>
        <pc:picChg chg="add mod">
          <ac:chgData name="Yun Li" userId="a841c0d6-47bd-4aed-9498-daed041134e9" providerId="ADAL" clId="{C0FC64F5-72D1-42F2-B51B-A35F7E893786}" dt="2025-03-19T06:38:21.603" v="2514" actId="1076"/>
          <ac:picMkLst>
            <pc:docMk/>
            <pc:sldMk cId="2667216505" sldId="2147481464"/>
            <ac:picMk id="4" creationId="{1A0B20D2-C2C2-0E7C-C36B-03DCB2867A80}"/>
          </ac:picMkLst>
        </pc:picChg>
      </pc:sldChg>
      <pc:sldChg chg="addSp delSp modSp add mod">
        <pc:chgData name="Yun Li" userId="a841c0d6-47bd-4aed-9498-daed041134e9" providerId="ADAL" clId="{C0FC64F5-72D1-42F2-B51B-A35F7E893786}" dt="2025-03-19T08:44:18.346" v="5276" actId="20577"/>
        <pc:sldMkLst>
          <pc:docMk/>
          <pc:sldMk cId="3883627967" sldId="2147481464"/>
        </pc:sldMkLst>
        <pc:spChg chg="mod">
          <ac:chgData name="Yun Li" userId="a841c0d6-47bd-4aed-9498-daed041134e9" providerId="ADAL" clId="{C0FC64F5-72D1-42F2-B51B-A35F7E893786}" dt="2025-03-19T08:43:12.433" v="5172" actId="1076"/>
          <ac:spMkLst>
            <pc:docMk/>
            <pc:sldMk cId="3883627967" sldId="2147481464"/>
            <ac:spMk id="2" creationId="{C33B552A-B797-6155-D300-0E29681A1175}"/>
          </ac:spMkLst>
        </pc:spChg>
        <pc:spChg chg="mod">
          <ac:chgData name="Yun Li" userId="a841c0d6-47bd-4aed-9498-daed041134e9" providerId="ADAL" clId="{C0FC64F5-72D1-42F2-B51B-A35F7E893786}" dt="2025-03-19T08:24:26.468" v="4626" actId="404"/>
          <ac:spMkLst>
            <pc:docMk/>
            <pc:sldMk cId="3883627967" sldId="2147481464"/>
            <ac:spMk id="4" creationId="{8E806371-7F5B-F52A-9F13-00BFF87AF57D}"/>
          </ac:spMkLst>
        </pc:spChg>
        <pc:spChg chg="mod">
          <ac:chgData name="Yun Li" userId="a841c0d6-47bd-4aed-9498-daed041134e9" providerId="ADAL" clId="{C0FC64F5-72D1-42F2-B51B-A35F7E893786}" dt="2025-03-19T08:43:17.532" v="5181" actId="1036"/>
          <ac:spMkLst>
            <pc:docMk/>
            <pc:sldMk cId="3883627967" sldId="2147481464"/>
            <ac:spMk id="5" creationId="{95218400-DB1B-460F-3CB3-29C487769D0E}"/>
          </ac:spMkLst>
        </pc:spChg>
        <pc:spChg chg="add mod">
          <ac:chgData name="Yun Li" userId="a841c0d6-47bd-4aed-9498-daed041134e9" providerId="ADAL" clId="{C0FC64F5-72D1-42F2-B51B-A35F7E893786}" dt="2025-03-19T07:58:03.470" v="4298" actId="1076"/>
          <ac:spMkLst>
            <pc:docMk/>
            <pc:sldMk cId="3883627967" sldId="2147481464"/>
            <ac:spMk id="8" creationId="{974F73C1-EC7B-4C59-3359-4163D65FBFDF}"/>
          </ac:spMkLst>
        </pc:spChg>
        <pc:spChg chg="add mod ord">
          <ac:chgData name="Yun Li" userId="a841c0d6-47bd-4aed-9498-daed041134e9" providerId="ADAL" clId="{C0FC64F5-72D1-42F2-B51B-A35F7E893786}" dt="2025-03-19T07:58:02.983" v="4297" actId="1076"/>
          <ac:spMkLst>
            <pc:docMk/>
            <pc:sldMk cId="3883627967" sldId="2147481464"/>
            <ac:spMk id="10" creationId="{FF3D783F-053A-047C-AF98-E403E9297877}"/>
          </ac:spMkLst>
        </pc:spChg>
        <pc:spChg chg="mod">
          <ac:chgData name="Yun Li" userId="a841c0d6-47bd-4aed-9498-daed041134e9" providerId="ADAL" clId="{C0FC64F5-72D1-42F2-B51B-A35F7E893786}" dt="2025-03-19T08:02:18.949" v="4317" actId="12789"/>
          <ac:spMkLst>
            <pc:docMk/>
            <pc:sldMk cId="3883627967" sldId="2147481464"/>
            <ac:spMk id="11" creationId="{3EF564EE-85BB-2325-E678-DD418B07634D}"/>
          </ac:spMkLst>
        </pc:spChg>
        <pc:spChg chg="mod">
          <ac:chgData name="Yun Li" userId="a841c0d6-47bd-4aed-9498-daed041134e9" providerId="ADAL" clId="{C0FC64F5-72D1-42F2-B51B-A35F7E893786}" dt="2025-03-19T08:24:26.468" v="4626" actId="404"/>
          <ac:spMkLst>
            <pc:docMk/>
            <pc:sldMk cId="3883627967" sldId="2147481464"/>
            <ac:spMk id="12" creationId="{1FAEC396-F13C-ECE6-1FFF-CCD7F4ECCA3E}"/>
          </ac:spMkLst>
        </pc:spChg>
        <pc:spChg chg="mod">
          <ac:chgData name="Yun Li" userId="a841c0d6-47bd-4aed-9498-daed041134e9" providerId="ADAL" clId="{C0FC64F5-72D1-42F2-B51B-A35F7E893786}" dt="2025-03-19T08:24:26.468" v="4626" actId="404"/>
          <ac:spMkLst>
            <pc:docMk/>
            <pc:sldMk cId="3883627967" sldId="2147481464"/>
            <ac:spMk id="13" creationId="{A71574AA-74F7-9F91-ED22-DDA295F90552}"/>
          </ac:spMkLst>
        </pc:spChg>
        <pc:spChg chg="mod">
          <ac:chgData name="Yun Li" userId="a841c0d6-47bd-4aed-9498-daed041134e9" providerId="ADAL" clId="{C0FC64F5-72D1-42F2-B51B-A35F7E893786}" dt="2025-03-19T08:24:26.468" v="4626" actId="404"/>
          <ac:spMkLst>
            <pc:docMk/>
            <pc:sldMk cId="3883627967" sldId="2147481464"/>
            <ac:spMk id="14" creationId="{67A069B8-12DA-E225-0582-40F5597B8D73}"/>
          </ac:spMkLst>
        </pc:spChg>
        <pc:spChg chg="mod">
          <ac:chgData name="Yun Li" userId="a841c0d6-47bd-4aed-9498-daed041134e9" providerId="ADAL" clId="{C0FC64F5-72D1-42F2-B51B-A35F7E893786}" dt="2025-03-19T08:24:26.468" v="4626" actId="404"/>
          <ac:spMkLst>
            <pc:docMk/>
            <pc:sldMk cId="3883627967" sldId="2147481464"/>
            <ac:spMk id="16" creationId="{748E2266-761D-EA0D-72A9-272DCE6BFA77}"/>
          </ac:spMkLst>
        </pc:spChg>
        <pc:spChg chg="mod">
          <ac:chgData name="Yun Li" userId="a841c0d6-47bd-4aed-9498-daed041134e9" providerId="ADAL" clId="{C0FC64F5-72D1-42F2-B51B-A35F7E893786}" dt="2025-03-19T08:24:26.468" v="4626" actId="404"/>
          <ac:spMkLst>
            <pc:docMk/>
            <pc:sldMk cId="3883627967" sldId="2147481464"/>
            <ac:spMk id="17" creationId="{30F5FF15-8563-2AB0-B54E-CC521142C74C}"/>
          </ac:spMkLst>
        </pc:spChg>
        <pc:spChg chg="mod">
          <ac:chgData name="Yun Li" userId="a841c0d6-47bd-4aed-9498-daed041134e9" providerId="ADAL" clId="{C0FC64F5-72D1-42F2-B51B-A35F7E893786}" dt="2025-03-19T07:57:17.966" v="4282" actId="1036"/>
          <ac:spMkLst>
            <pc:docMk/>
            <pc:sldMk cId="3883627967" sldId="2147481464"/>
            <ac:spMk id="18" creationId="{D79D67F8-E69A-9AE7-A413-7DC3956B4451}"/>
          </ac:spMkLst>
        </pc:spChg>
        <pc:spChg chg="mod">
          <ac:chgData name="Yun Li" userId="a841c0d6-47bd-4aed-9498-daed041134e9" providerId="ADAL" clId="{C0FC64F5-72D1-42F2-B51B-A35F7E893786}" dt="2025-03-19T08:24:10.778" v="4624" actId="403"/>
          <ac:spMkLst>
            <pc:docMk/>
            <pc:sldMk cId="3883627967" sldId="2147481464"/>
            <ac:spMk id="19" creationId="{9F2F8F56-93E5-C346-2BD3-7A32921B7D31}"/>
          </ac:spMkLst>
        </pc:spChg>
        <pc:spChg chg="mod">
          <ac:chgData name="Yun Li" userId="a841c0d6-47bd-4aed-9498-daed041134e9" providerId="ADAL" clId="{C0FC64F5-72D1-42F2-B51B-A35F7E893786}" dt="2025-03-19T08:43:17.532" v="5181" actId="1036"/>
          <ac:spMkLst>
            <pc:docMk/>
            <pc:sldMk cId="3883627967" sldId="2147481464"/>
            <ac:spMk id="20" creationId="{E05B0F3A-4DB6-4DB8-9FA1-C4C7921BE57C}"/>
          </ac:spMkLst>
        </pc:spChg>
        <pc:spChg chg="mod">
          <ac:chgData name="Yun Li" userId="a841c0d6-47bd-4aed-9498-daed041134e9" providerId="ADAL" clId="{C0FC64F5-72D1-42F2-B51B-A35F7E893786}" dt="2025-03-19T08:43:17.532" v="5181" actId="1036"/>
          <ac:spMkLst>
            <pc:docMk/>
            <pc:sldMk cId="3883627967" sldId="2147481464"/>
            <ac:spMk id="22" creationId="{197A82B3-46F6-1BEF-4C5C-DE9D850B7CCA}"/>
          </ac:spMkLst>
        </pc:spChg>
        <pc:spChg chg="mod">
          <ac:chgData name="Yun Li" userId="a841c0d6-47bd-4aed-9498-daed041134e9" providerId="ADAL" clId="{C0FC64F5-72D1-42F2-B51B-A35F7E893786}" dt="2025-03-19T07:58:18.213" v="4299" actId="1582"/>
          <ac:spMkLst>
            <pc:docMk/>
            <pc:sldMk cId="3883627967" sldId="2147481464"/>
            <ac:spMk id="25" creationId="{ADC96F65-5F41-AB2C-336B-F9C593FE9324}"/>
          </ac:spMkLst>
        </pc:spChg>
        <pc:spChg chg="add mod">
          <ac:chgData name="Yun Li" userId="a841c0d6-47bd-4aed-9498-daed041134e9" providerId="ADAL" clId="{C0FC64F5-72D1-42F2-B51B-A35F7E893786}" dt="2025-03-19T08:44:18.346" v="5276" actId="20577"/>
          <ac:spMkLst>
            <pc:docMk/>
            <pc:sldMk cId="3883627967" sldId="2147481464"/>
            <ac:spMk id="32" creationId="{C0CC79C8-A421-8EBD-E89F-E5C3BC4FACB8}"/>
          </ac:spMkLst>
        </pc:spChg>
        <pc:spChg chg="mod">
          <ac:chgData name="Yun Li" userId="a841c0d6-47bd-4aed-9498-daed041134e9" providerId="ADAL" clId="{C0FC64F5-72D1-42F2-B51B-A35F7E893786}" dt="2025-03-19T07:57:17.966" v="4282" actId="1036"/>
          <ac:spMkLst>
            <pc:docMk/>
            <pc:sldMk cId="3883627967" sldId="2147481464"/>
            <ac:spMk id="35" creationId="{53B26523-D07F-E507-07FA-C0A77514B00A}"/>
          </ac:spMkLst>
        </pc:spChg>
        <pc:spChg chg="mod">
          <ac:chgData name="Yun Li" userId="a841c0d6-47bd-4aed-9498-daed041134e9" providerId="ADAL" clId="{C0FC64F5-72D1-42F2-B51B-A35F7E893786}" dt="2025-03-19T08:24:10.778" v="4624" actId="403"/>
          <ac:spMkLst>
            <pc:docMk/>
            <pc:sldMk cId="3883627967" sldId="2147481464"/>
            <ac:spMk id="40" creationId="{BE2D0281-B327-E7ED-C749-25DDFAD5E006}"/>
          </ac:spMkLst>
        </pc:spChg>
        <pc:spChg chg="mod">
          <ac:chgData name="Yun Li" userId="a841c0d6-47bd-4aed-9498-daed041134e9" providerId="ADAL" clId="{C0FC64F5-72D1-42F2-B51B-A35F7E893786}" dt="2025-03-19T08:06:46.420" v="4446" actId="207"/>
          <ac:spMkLst>
            <pc:docMk/>
            <pc:sldMk cId="3883627967" sldId="2147481464"/>
            <ac:spMk id="41" creationId="{1D12D6CF-98DF-C57D-6333-216ACA5FB723}"/>
          </ac:spMkLst>
        </pc:spChg>
        <pc:spChg chg="mod">
          <ac:chgData name="Yun Li" userId="a841c0d6-47bd-4aed-9498-daed041134e9" providerId="ADAL" clId="{C0FC64F5-72D1-42F2-B51B-A35F7E893786}" dt="2025-03-19T08:06:46.420" v="4446" actId="207"/>
          <ac:spMkLst>
            <pc:docMk/>
            <pc:sldMk cId="3883627967" sldId="2147481464"/>
            <ac:spMk id="43" creationId="{CF606E58-C6DB-B260-086E-1EBA5C8EA591}"/>
          </ac:spMkLst>
        </pc:spChg>
        <pc:spChg chg="mod">
          <ac:chgData name="Yun Li" userId="a841c0d6-47bd-4aed-9498-daed041134e9" providerId="ADAL" clId="{C0FC64F5-72D1-42F2-B51B-A35F7E893786}" dt="2025-03-19T08:06:46.420" v="4446" actId="207"/>
          <ac:spMkLst>
            <pc:docMk/>
            <pc:sldMk cId="3883627967" sldId="2147481464"/>
            <ac:spMk id="44" creationId="{44BB714B-7BED-9C6F-2459-1E7B7394CBF1}"/>
          </ac:spMkLst>
        </pc:spChg>
        <pc:spChg chg="mod">
          <ac:chgData name="Yun Li" userId="a841c0d6-47bd-4aed-9498-daed041134e9" providerId="ADAL" clId="{C0FC64F5-72D1-42F2-B51B-A35F7E893786}" dt="2025-03-19T08:06:46.420" v="4446" actId="207"/>
          <ac:spMkLst>
            <pc:docMk/>
            <pc:sldMk cId="3883627967" sldId="2147481464"/>
            <ac:spMk id="45" creationId="{C12B08FA-73A2-39D6-BFCE-B7B792B033F3}"/>
          </ac:spMkLst>
        </pc:spChg>
        <pc:spChg chg="mod">
          <ac:chgData name="Yun Li" userId="a841c0d6-47bd-4aed-9498-daed041134e9" providerId="ADAL" clId="{C0FC64F5-72D1-42F2-B51B-A35F7E893786}" dt="2025-03-19T08:03:11.411" v="4321" actId="14100"/>
          <ac:spMkLst>
            <pc:docMk/>
            <pc:sldMk cId="3883627967" sldId="2147481464"/>
            <ac:spMk id="46" creationId="{5061016C-7473-6C41-6E85-31DAACB2867E}"/>
          </ac:spMkLst>
        </pc:spChg>
        <pc:spChg chg="mod">
          <ac:chgData name="Yun Li" userId="a841c0d6-47bd-4aed-9498-daed041134e9" providerId="ADAL" clId="{C0FC64F5-72D1-42F2-B51B-A35F7E893786}" dt="2025-03-19T07:57:17.966" v="4282" actId="1036"/>
          <ac:spMkLst>
            <pc:docMk/>
            <pc:sldMk cId="3883627967" sldId="2147481464"/>
            <ac:spMk id="47" creationId="{9E5F6061-3B24-90FB-7777-1FB0E604F5A2}"/>
          </ac:spMkLst>
        </pc:spChg>
        <pc:spChg chg="mod">
          <ac:chgData name="Yun Li" userId="a841c0d6-47bd-4aed-9498-daed041134e9" providerId="ADAL" clId="{C0FC64F5-72D1-42F2-B51B-A35F7E893786}" dt="2025-03-19T08:02:43.377" v="4319" actId="12789"/>
          <ac:spMkLst>
            <pc:docMk/>
            <pc:sldMk cId="3883627967" sldId="2147481464"/>
            <ac:spMk id="48" creationId="{5A7FFACE-2495-32BB-E32E-1C2BE508EC43}"/>
          </ac:spMkLst>
        </pc:spChg>
        <pc:spChg chg="mod">
          <ac:chgData name="Yun Li" userId="a841c0d6-47bd-4aed-9498-daed041134e9" providerId="ADAL" clId="{C0FC64F5-72D1-42F2-B51B-A35F7E893786}" dt="2025-03-19T08:24:00.305" v="4623" actId="20577"/>
          <ac:spMkLst>
            <pc:docMk/>
            <pc:sldMk cId="3883627967" sldId="2147481464"/>
            <ac:spMk id="50" creationId="{00074156-B424-38AC-DDDF-E53A54C96FC9}"/>
          </ac:spMkLst>
        </pc:spChg>
        <pc:spChg chg="mod">
          <ac:chgData name="Yun Li" userId="a841c0d6-47bd-4aed-9498-daed041134e9" providerId="ADAL" clId="{C0FC64F5-72D1-42F2-B51B-A35F7E893786}" dt="2025-03-19T08:43:17.532" v="5181" actId="1036"/>
          <ac:spMkLst>
            <pc:docMk/>
            <pc:sldMk cId="3883627967" sldId="2147481464"/>
            <ac:spMk id="55" creationId="{0BE6EF1D-ADBC-484E-5D84-5CD7AFBA62F8}"/>
          </ac:spMkLst>
        </pc:spChg>
        <pc:spChg chg="mod">
          <ac:chgData name="Yun Li" userId="a841c0d6-47bd-4aed-9498-daed041134e9" providerId="ADAL" clId="{C0FC64F5-72D1-42F2-B51B-A35F7E893786}" dt="2025-03-19T08:24:10.778" v="4624" actId="403"/>
          <ac:spMkLst>
            <pc:docMk/>
            <pc:sldMk cId="3883627967" sldId="2147481464"/>
            <ac:spMk id="56" creationId="{F716D549-FE6D-8484-2493-F7C7E9A0FDAC}"/>
          </ac:spMkLst>
        </pc:spChg>
        <pc:spChg chg="mod">
          <ac:chgData name="Yun Li" userId="a841c0d6-47bd-4aed-9498-daed041134e9" providerId="ADAL" clId="{C0FC64F5-72D1-42F2-B51B-A35F7E893786}" dt="2025-03-19T08:43:17.532" v="5181" actId="1036"/>
          <ac:spMkLst>
            <pc:docMk/>
            <pc:sldMk cId="3883627967" sldId="2147481464"/>
            <ac:spMk id="59" creationId="{FF3D51F1-1B4E-4A65-EEF5-C416270FC18E}"/>
          </ac:spMkLst>
        </pc:spChg>
        <pc:spChg chg="mod">
          <ac:chgData name="Yun Li" userId="a841c0d6-47bd-4aed-9498-daed041134e9" providerId="ADAL" clId="{C0FC64F5-72D1-42F2-B51B-A35F7E893786}" dt="2025-03-19T07:57:17.966" v="4282" actId="1036"/>
          <ac:spMkLst>
            <pc:docMk/>
            <pc:sldMk cId="3883627967" sldId="2147481464"/>
            <ac:spMk id="61" creationId="{3606637F-FA9A-CAB0-08FF-04E0463C2041}"/>
          </ac:spMkLst>
        </pc:spChg>
        <pc:spChg chg="mod">
          <ac:chgData name="Yun Li" userId="a841c0d6-47bd-4aed-9498-daed041134e9" providerId="ADAL" clId="{C0FC64F5-72D1-42F2-B51B-A35F7E893786}" dt="2025-03-19T08:24:10.778" v="4624" actId="403"/>
          <ac:spMkLst>
            <pc:docMk/>
            <pc:sldMk cId="3883627967" sldId="2147481464"/>
            <ac:spMk id="62" creationId="{D4544CA0-8798-09DA-50C1-847129979BD4}"/>
          </ac:spMkLst>
        </pc:spChg>
        <pc:spChg chg="mod">
          <ac:chgData name="Yun Li" userId="a841c0d6-47bd-4aed-9498-daed041134e9" providerId="ADAL" clId="{C0FC64F5-72D1-42F2-B51B-A35F7E893786}" dt="2025-03-19T08:02:18.949" v="4317" actId="12789"/>
          <ac:spMkLst>
            <pc:docMk/>
            <pc:sldMk cId="3883627967" sldId="2147481464"/>
            <ac:spMk id="63" creationId="{5215DE78-BE45-AFFA-3E83-FC4D7514A858}"/>
          </ac:spMkLst>
        </pc:spChg>
        <pc:spChg chg="mod">
          <ac:chgData name="Yun Li" userId="a841c0d6-47bd-4aed-9498-daed041134e9" providerId="ADAL" clId="{C0FC64F5-72D1-42F2-B51B-A35F7E893786}" dt="2025-03-19T08:02:18.949" v="4317" actId="12789"/>
          <ac:spMkLst>
            <pc:docMk/>
            <pc:sldMk cId="3883627967" sldId="2147481464"/>
            <ac:spMk id="76" creationId="{36E2245A-1233-137A-0263-3B8717A0BDA9}"/>
          </ac:spMkLst>
        </pc:spChg>
        <pc:spChg chg="mod">
          <ac:chgData name="Yun Li" userId="a841c0d6-47bd-4aed-9498-daed041134e9" providerId="ADAL" clId="{C0FC64F5-72D1-42F2-B51B-A35F7E893786}" dt="2025-03-19T08:24:10.778" v="4624" actId="403"/>
          <ac:spMkLst>
            <pc:docMk/>
            <pc:sldMk cId="3883627967" sldId="2147481464"/>
            <ac:spMk id="82" creationId="{A48D5451-8E33-C2A4-E957-62438C749F01}"/>
          </ac:spMkLst>
        </pc:spChg>
        <pc:spChg chg="mod">
          <ac:chgData name="Yun Li" userId="a841c0d6-47bd-4aed-9498-daed041134e9" providerId="ADAL" clId="{C0FC64F5-72D1-42F2-B51B-A35F7E893786}" dt="2025-03-19T08:04:16.509" v="4383" actId="1036"/>
          <ac:spMkLst>
            <pc:docMk/>
            <pc:sldMk cId="3883627967" sldId="2147481464"/>
            <ac:spMk id="83" creationId="{30E70C28-FBD1-9229-3914-C199660E28B9}"/>
          </ac:spMkLst>
        </pc:spChg>
        <pc:spChg chg="mod">
          <ac:chgData name="Yun Li" userId="a841c0d6-47bd-4aed-9498-daed041134e9" providerId="ADAL" clId="{C0FC64F5-72D1-42F2-B51B-A35F7E893786}" dt="2025-03-19T08:43:17.532" v="5181" actId="1036"/>
          <ac:spMkLst>
            <pc:docMk/>
            <pc:sldMk cId="3883627967" sldId="2147481464"/>
            <ac:spMk id="89" creationId="{E47043A1-3E00-6817-FE74-72FD41E68AA2}"/>
          </ac:spMkLst>
        </pc:spChg>
        <pc:spChg chg="mod">
          <ac:chgData name="Yun Li" userId="a841c0d6-47bd-4aed-9498-daed041134e9" providerId="ADAL" clId="{C0FC64F5-72D1-42F2-B51B-A35F7E893786}" dt="2025-03-19T08:04:38.371" v="4397" actId="1037"/>
          <ac:spMkLst>
            <pc:docMk/>
            <pc:sldMk cId="3883627967" sldId="2147481464"/>
            <ac:spMk id="96" creationId="{38D1B693-419C-1065-18CF-0846DFBF5B79}"/>
          </ac:spMkLst>
        </pc:spChg>
        <pc:spChg chg="mod">
          <ac:chgData name="Yun Li" userId="a841c0d6-47bd-4aed-9498-daed041134e9" providerId="ADAL" clId="{C0FC64F5-72D1-42F2-B51B-A35F7E893786}" dt="2025-03-19T08:03:34.377" v="4335" actId="1036"/>
          <ac:spMkLst>
            <pc:docMk/>
            <pc:sldMk cId="3883627967" sldId="2147481464"/>
            <ac:spMk id="102" creationId="{F1EA3FC4-5C07-5E59-6406-02379566C146}"/>
          </ac:spMkLst>
        </pc:spChg>
        <pc:spChg chg="mod">
          <ac:chgData name="Yun Li" userId="a841c0d6-47bd-4aed-9498-daed041134e9" providerId="ADAL" clId="{C0FC64F5-72D1-42F2-B51B-A35F7E893786}" dt="2025-03-19T08:03:34.377" v="4335" actId="1036"/>
          <ac:spMkLst>
            <pc:docMk/>
            <pc:sldMk cId="3883627967" sldId="2147481464"/>
            <ac:spMk id="104" creationId="{D9FB296A-020E-A677-0402-6EE2FF23AF40}"/>
          </ac:spMkLst>
        </pc:spChg>
        <pc:spChg chg="mod">
          <ac:chgData name="Yun Li" userId="a841c0d6-47bd-4aed-9498-daed041134e9" providerId="ADAL" clId="{C0FC64F5-72D1-42F2-B51B-A35F7E893786}" dt="2025-03-19T08:24:10.778" v="4624" actId="403"/>
          <ac:spMkLst>
            <pc:docMk/>
            <pc:sldMk cId="3883627967" sldId="2147481464"/>
            <ac:spMk id="105" creationId="{3C6223F8-8A87-EF53-09FF-74B6CA88EE1D}"/>
          </ac:spMkLst>
        </pc:spChg>
        <pc:spChg chg="mod">
          <ac:chgData name="Yun Li" userId="a841c0d6-47bd-4aed-9498-daed041134e9" providerId="ADAL" clId="{C0FC64F5-72D1-42F2-B51B-A35F7E893786}" dt="2025-03-19T08:24:10.778" v="4624" actId="403"/>
          <ac:spMkLst>
            <pc:docMk/>
            <pc:sldMk cId="3883627967" sldId="2147481464"/>
            <ac:spMk id="108" creationId="{F6E3AD6E-BE14-A46B-4BEE-32972DC392EE}"/>
          </ac:spMkLst>
        </pc:spChg>
        <pc:spChg chg="mod">
          <ac:chgData name="Yun Li" userId="a841c0d6-47bd-4aed-9498-daed041134e9" providerId="ADAL" clId="{C0FC64F5-72D1-42F2-B51B-A35F7E893786}" dt="2025-03-19T08:03:47.656" v="4353" actId="14100"/>
          <ac:spMkLst>
            <pc:docMk/>
            <pc:sldMk cId="3883627967" sldId="2147481464"/>
            <ac:spMk id="109" creationId="{EBA87529-0963-E03E-14AE-95D6C0570631}"/>
          </ac:spMkLst>
        </pc:spChg>
        <pc:spChg chg="mod">
          <ac:chgData name="Yun Li" userId="a841c0d6-47bd-4aed-9498-daed041134e9" providerId="ADAL" clId="{C0FC64F5-72D1-42F2-B51B-A35F7E893786}" dt="2025-03-19T08:03:34.377" v="4335" actId="1036"/>
          <ac:spMkLst>
            <pc:docMk/>
            <pc:sldMk cId="3883627967" sldId="2147481464"/>
            <ac:spMk id="110" creationId="{2037E56E-897A-31A6-B5CB-C3F7FCF7828E}"/>
          </ac:spMkLst>
        </pc:spChg>
        <pc:spChg chg="mod">
          <ac:chgData name="Yun Li" userId="a841c0d6-47bd-4aed-9498-daed041134e9" providerId="ADAL" clId="{C0FC64F5-72D1-42F2-B51B-A35F7E893786}" dt="2025-03-19T08:03:34.377" v="4335" actId="1036"/>
          <ac:spMkLst>
            <pc:docMk/>
            <pc:sldMk cId="3883627967" sldId="2147481464"/>
            <ac:spMk id="112" creationId="{3A7CE955-B141-B69E-1106-E7FB3891E4A1}"/>
          </ac:spMkLst>
        </pc:spChg>
        <pc:spChg chg="mod">
          <ac:chgData name="Yun Li" userId="a841c0d6-47bd-4aed-9498-daed041134e9" providerId="ADAL" clId="{C0FC64F5-72D1-42F2-B51B-A35F7E893786}" dt="2025-03-19T08:43:17.532" v="5181" actId="1036"/>
          <ac:spMkLst>
            <pc:docMk/>
            <pc:sldMk cId="3883627967" sldId="2147481464"/>
            <ac:spMk id="113" creationId="{154FF3C9-7C76-1225-CC04-3CB4754A7644}"/>
          </ac:spMkLst>
        </pc:spChg>
        <pc:spChg chg="mod">
          <ac:chgData name="Yun Li" userId="a841c0d6-47bd-4aed-9498-daed041134e9" providerId="ADAL" clId="{C0FC64F5-72D1-42F2-B51B-A35F7E893786}" dt="2025-03-19T08:03:34.377" v="4335" actId="1036"/>
          <ac:spMkLst>
            <pc:docMk/>
            <pc:sldMk cId="3883627967" sldId="2147481464"/>
            <ac:spMk id="114" creationId="{64174957-F9B2-858A-2A96-C800C25D6CFF}"/>
          </ac:spMkLst>
        </pc:spChg>
        <pc:spChg chg="mod">
          <ac:chgData name="Yun Li" userId="a841c0d6-47bd-4aed-9498-daed041134e9" providerId="ADAL" clId="{C0FC64F5-72D1-42F2-B51B-A35F7E893786}" dt="2025-03-19T08:03:55.500" v="4362" actId="1037"/>
          <ac:spMkLst>
            <pc:docMk/>
            <pc:sldMk cId="3883627967" sldId="2147481464"/>
            <ac:spMk id="115" creationId="{AC91133E-C40D-02BF-6458-A05C5577C622}"/>
          </ac:spMkLst>
        </pc:spChg>
        <pc:spChg chg="mod">
          <ac:chgData name="Yun Li" userId="a841c0d6-47bd-4aed-9498-daed041134e9" providerId="ADAL" clId="{C0FC64F5-72D1-42F2-B51B-A35F7E893786}" dt="2025-03-19T08:02:12.032" v="4316" actId="12789"/>
          <ac:spMkLst>
            <pc:docMk/>
            <pc:sldMk cId="3883627967" sldId="2147481464"/>
            <ac:spMk id="118" creationId="{244C03CA-C398-4F9D-648A-3C14413A4218}"/>
          </ac:spMkLst>
        </pc:spChg>
        <pc:spChg chg="mod">
          <ac:chgData name="Yun Li" userId="a841c0d6-47bd-4aed-9498-daed041134e9" providerId="ADAL" clId="{C0FC64F5-72D1-42F2-B51B-A35F7E893786}" dt="2025-03-19T07:57:17.966" v="4282" actId="1036"/>
          <ac:spMkLst>
            <pc:docMk/>
            <pc:sldMk cId="3883627967" sldId="2147481464"/>
            <ac:spMk id="119" creationId="{5937916E-B011-31F3-766B-46D6075B331A}"/>
          </ac:spMkLst>
        </pc:spChg>
        <pc:spChg chg="mod">
          <ac:chgData name="Yun Li" userId="a841c0d6-47bd-4aed-9498-daed041134e9" providerId="ADAL" clId="{C0FC64F5-72D1-42F2-B51B-A35F7E893786}" dt="2025-03-19T08:03:50.848" v="4356" actId="1035"/>
          <ac:spMkLst>
            <pc:docMk/>
            <pc:sldMk cId="3883627967" sldId="2147481464"/>
            <ac:spMk id="124" creationId="{C52F6405-085F-D01E-28CA-E2EF1068FB0D}"/>
          </ac:spMkLst>
        </pc:spChg>
        <pc:spChg chg="mod">
          <ac:chgData name="Yun Li" userId="a841c0d6-47bd-4aed-9498-daed041134e9" providerId="ADAL" clId="{C0FC64F5-72D1-42F2-B51B-A35F7E893786}" dt="2025-03-19T08:03:34.377" v="4335" actId="1036"/>
          <ac:spMkLst>
            <pc:docMk/>
            <pc:sldMk cId="3883627967" sldId="2147481464"/>
            <ac:spMk id="132" creationId="{93DE0F12-5234-F550-D2B4-2DE6798EA0AE}"/>
          </ac:spMkLst>
        </pc:spChg>
        <pc:spChg chg="del mod">
          <ac:chgData name="Yun Li" userId="a841c0d6-47bd-4aed-9498-daed041134e9" providerId="ADAL" clId="{C0FC64F5-72D1-42F2-B51B-A35F7E893786}" dt="2025-03-19T08:03:15.794" v="4322" actId="478"/>
          <ac:spMkLst>
            <pc:docMk/>
            <pc:sldMk cId="3883627967" sldId="2147481464"/>
            <ac:spMk id="133" creationId="{1EC96145-9605-9BFA-0F24-1BEB920D625E}"/>
          </ac:spMkLst>
        </pc:spChg>
        <pc:spChg chg="mod">
          <ac:chgData name="Yun Li" userId="a841c0d6-47bd-4aed-9498-daed041134e9" providerId="ADAL" clId="{C0FC64F5-72D1-42F2-B51B-A35F7E893786}" dt="2025-03-19T08:03:41.104" v="4352" actId="1036"/>
          <ac:spMkLst>
            <pc:docMk/>
            <pc:sldMk cId="3883627967" sldId="2147481464"/>
            <ac:spMk id="134" creationId="{3FAD62A4-E1D5-CDB4-FD96-D0081D847C25}"/>
          </ac:spMkLst>
        </pc:spChg>
        <pc:spChg chg="mod">
          <ac:chgData name="Yun Li" userId="a841c0d6-47bd-4aed-9498-daed041134e9" providerId="ADAL" clId="{C0FC64F5-72D1-42F2-B51B-A35F7E893786}" dt="2025-03-19T08:24:18.984" v="4625" actId="113"/>
          <ac:spMkLst>
            <pc:docMk/>
            <pc:sldMk cId="3883627967" sldId="2147481464"/>
            <ac:spMk id="136" creationId="{C9A94D72-35D6-16BF-B6DB-518FEC2ADCCD}"/>
          </ac:spMkLst>
        </pc:spChg>
        <pc:spChg chg="mod">
          <ac:chgData name="Yun Li" userId="a841c0d6-47bd-4aed-9498-daed041134e9" providerId="ADAL" clId="{C0FC64F5-72D1-42F2-B51B-A35F7E893786}" dt="2025-03-19T08:43:17.532" v="5181" actId="1036"/>
          <ac:spMkLst>
            <pc:docMk/>
            <pc:sldMk cId="3883627967" sldId="2147481464"/>
            <ac:spMk id="140" creationId="{975EDACD-1100-EE4C-0A04-B5E03A08B1F3}"/>
          </ac:spMkLst>
        </pc:spChg>
        <pc:spChg chg="mod">
          <ac:chgData name="Yun Li" userId="a841c0d6-47bd-4aed-9498-daed041134e9" providerId="ADAL" clId="{C0FC64F5-72D1-42F2-B51B-A35F7E893786}" dt="2025-03-19T08:24:10.778" v="4624" actId="403"/>
          <ac:spMkLst>
            <pc:docMk/>
            <pc:sldMk cId="3883627967" sldId="2147481464"/>
            <ac:spMk id="141" creationId="{96F6C2A6-A8B4-54EF-E675-5EE9FB318E86}"/>
          </ac:spMkLst>
        </pc:spChg>
        <pc:spChg chg="mod">
          <ac:chgData name="Yun Li" userId="a841c0d6-47bd-4aed-9498-daed041134e9" providerId="ADAL" clId="{C0FC64F5-72D1-42F2-B51B-A35F7E893786}" dt="2025-03-19T08:43:17.532" v="5181" actId="1036"/>
          <ac:spMkLst>
            <pc:docMk/>
            <pc:sldMk cId="3883627967" sldId="2147481464"/>
            <ac:spMk id="142" creationId="{4BE8D371-52A7-6BC3-9327-C155D0DBC4D0}"/>
          </ac:spMkLst>
        </pc:spChg>
        <pc:spChg chg="mod">
          <ac:chgData name="Yun Li" userId="a841c0d6-47bd-4aed-9498-daed041134e9" providerId="ADAL" clId="{C0FC64F5-72D1-42F2-B51B-A35F7E893786}" dt="2025-03-19T08:24:10.778" v="4624" actId="403"/>
          <ac:spMkLst>
            <pc:docMk/>
            <pc:sldMk cId="3883627967" sldId="2147481464"/>
            <ac:spMk id="143" creationId="{13CEF4F5-5493-62E5-2FCB-8364BC96D924}"/>
          </ac:spMkLst>
        </pc:spChg>
        <pc:spChg chg="mod">
          <ac:chgData name="Yun Li" userId="a841c0d6-47bd-4aed-9498-daed041134e9" providerId="ADAL" clId="{C0FC64F5-72D1-42F2-B51B-A35F7E893786}" dt="2025-03-19T07:58:02.169" v="4294" actId="1036"/>
          <ac:spMkLst>
            <pc:docMk/>
            <pc:sldMk cId="3883627967" sldId="2147481464"/>
            <ac:spMk id="146" creationId="{37271C4E-2EFD-A806-439D-2937EAD1EEB5}"/>
          </ac:spMkLst>
        </pc:spChg>
        <pc:spChg chg="mod">
          <ac:chgData name="Yun Li" userId="a841c0d6-47bd-4aed-9498-daed041134e9" providerId="ADAL" clId="{C0FC64F5-72D1-42F2-B51B-A35F7E893786}" dt="2025-03-19T08:43:17.532" v="5181" actId="1036"/>
          <ac:spMkLst>
            <pc:docMk/>
            <pc:sldMk cId="3883627967" sldId="2147481464"/>
            <ac:spMk id="147" creationId="{14228D81-1447-FD11-B0ED-E544233AE03A}"/>
          </ac:spMkLst>
        </pc:spChg>
        <pc:spChg chg="mod">
          <ac:chgData name="Yun Li" userId="a841c0d6-47bd-4aed-9498-daed041134e9" providerId="ADAL" clId="{C0FC64F5-72D1-42F2-B51B-A35F7E893786}" dt="2025-03-19T08:24:29.984" v="4627" actId="404"/>
          <ac:spMkLst>
            <pc:docMk/>
            <pc:sldMk cId="3883627967" sldId="2147481464"/>
            <ac:spMk id="149" creationId="{06E860BB-0B4C-D947-570D-32035C78014D}"/>
          </ac:spMkLst>
        </pc:spChg>
        <pc:spChg chg="mod">
          <ac:chgData name="Yun Li" userId="a841c0d6-47bd-4aed-9498-daed041134e9" providerId="ADAL" clId="{C0FC64F5-72D1-42F2-B51B-A35F7E893786}" dt="2025-03-19T08:24:26.468" v="4626" actId="404"/>
          <ac:spMkLst>
            <pc:docMk/>
            <pc:sldMk cId="3883627967" sldId="2147481464"/>
            <ac:spMk id="151" creationId="{86EE6428-0A77-4B51-56A0-F0C26DD5C6AD}"/>
          </ac:spMkLst>
        </pc:spChg>
        <pc:spChg chg="mod">
          <ac:chgData name="Yun Li" userId="a841c0d6-47bd-4aed-9498-daed041134e9" providerId="ADAL" clId="{C0FC64F5-72D1-42F2-B51B-A35F7E893786}" dt="2025-03-19T08:24:26.468" v="4626" actId="404"/>
          <ac:spMkLst>
            <pc:docMk/>
            <pc:sldMk cId="3883627967" sldId="2147481464"/>
            <ac:spMk id="167" creationId="{64D41EE2-DF7B-D03D-09AE-199D220E9CC0}"/>
          </ac:spMkLst>
        </pc:spChg>
        <pc:spChg chg="del">
          <ac:chgData name="Yun Li" userId="a841c0d6-47bd-4aed-9498-daed041134e9" providerId="ADAL" clId="{C0FC64F5-72D1-42F2-B51B-A35F7E893786}" dt="2025-03-19T08:04:45.014" v="4398" actId="478"/>
          <ac:spMkLst>
            <pc:docMk/>
            <pc:sldMk cId="3883627967" sldId="2147481464"/>
            <ac:spMk id="168" creationId="{F29DCFCD-87DF-F6B0-505C-E32A615ADEEE}"/>
          </ac:spMkLst>
        </pc:spChg>
        <pc:spChg chg="del mod">
          <ac:chgData name="Yun Li" userId="a841c0d6-47bd-4aed-9498-daed041134e9" providerId="ADAL" clId="{C0FC64F5-72D1-42F2-B51B-A35F7E893786}" dt="2025-03-19T08:04:46.815" v="4399" actId="478"/>
          <ac:spMkLst>
            <pc:docMk/>
            <pc:sldMk cId="3883627967" sldId="2147481464"/>
            <ac:spMk id="169" creationId="{CB6F3CEB-008C-816F-2D6A-EA90DD875BD1}"/>
          </ac:spMkLst>
        </pc:spChg>
        <pc:cxnChg chg="mod">
          <ac:chgData name="Yun Li" userId="a841c0d6-47bd-4aed-9498-daed041134e9" providerId="ADAL" clId="{C0FC64F5-72D1-42F2-B51B-A35F7E893786}" dt="2025-03-19T08:05:29.601" v="4413" actId="12789"/>
          <ac:cxnSpMkLst>
            <pc:docMk/>
            <pc:sldMk cId="3883627967" sldId="2147481464"/>
            <ac:cxnSpMk id="31" creationId="{FE22B758-23B8-1686-9B07-444719F0CC2C}"/>
          </ac:cxnSpMkLst>
        </pc:cxnChg>
        <pc:cxnChg chg="mod">
          <ac:chgData name="Yun Li" userId="a841c0d6-47bd-4aed-9498-daed041134e9" providerId="ADAL" clId="{C0FC64F5-72D1-42F2-B51B-A35F7E893786}" dt="2025-03-19T08:04:10.683" v="4374" actId="14100"/>
          <ac:cxnSpMkLst>
            <pc:docMk/>
            <pc:sldMk cId="3883627967" sldId="2147481464"/>
            <ac:cxnSpMk id="80" creationId="{E44F5ADB-15A4-933D-5856-4B0F2CAE8F56}"/>
          </ac:cxnSpMkLst>
        </pc:cxnChg>
        <pc:cxnChg chg="mod">
          <ac:chgData name="Yun Li" userId="a841c0d6-47bd-4aed-9498-daed041134e9" providerId="ADAL" clId="{C0FC64F5-72D1-42F2-B51B-A35F7E893786}" dt="2025-03-19T08:04:00.153" v="4363" actId="14100"/>
          <ac:cxnSpMkLst>
            <pc:docMk/>
            <pc:sldMk cId="3883627967" sldId="2147481464"/>
            <ac:cxnSpMk id="127" creationId="{4FC3B5CC-345C-F35A-7838-63400ACE0602}"/>
          </ac:cxnSpMkLst>
        </pc:cxnChg>
        <pc:cxnChg chg="mod">
          <ac:chgData name="Yun Li" userId="a841c0d6-47bd-4aed-9498-daed041134e9" providerId="ADAL" clId="{C0FC64F5-72D1-42F2-B51B-A35F7E893786}" dt="2025-03-19T08:04:38.371" v="4397" actId="1037"/>
          <ac:cxnSpMkLst>
            <pc:docMk/>
            <pc:sldMk cId="3883627967" sldId="2147481464"/>
            <ac:cxnSpMk id="129" creationId="{1255369D-C22A-2774-400B-3587C59219FC}"/>
          </ac:cxnSpMkLst>
        </pc:cxnChg>
        <pc:cxnChg chg="mod">
          <ac:chgData name="Yun Li" userId="a841c0d6-47bd-4aed-9498-daed041134e9" providerId="ADAL" clId="{C0FC64F5-72D1-42F2-B51B-A35F7E893786}" dt="2025-03-19T08:05:29.601" v="4413" actId="12789"/>
          <ac:cxnSpMkLst>
            <pc:docMk/>
            <pc:sldMk cId="3883627967" sldId="2147481464"/>
            <ac:cxnSpMk id="159" creationId="{DE162EDE-26FA-7A58-0629-D606DEB44782}"/>
          </ac:cxnSpMkLst>
        </pc:cxnChg>
        <pc:cxnChg chg="mod">
          <ac:chgData name="Yun Li" userId="a841c0d6-47bd-4aed-9498-daed041134e9" providerId="ADAL" clId="{C0FC64F5-72D1-42F2-B51B-A35F7E893786}" dt="2025-03-19T08:06:29.194" v="4445" actId="14100"/>
          <ac:cxnSpMkLst>
            <pc:docMk/>
            <pc:sldMk cId="3883627967" sldId="2147481464"/>
            <ac:cxnSpMk id="164" creationId="{5245370A-614B-3678-5903-672C7ECBEE09}"/>
          </ac:cxnSpMkLst>
        </pc:cxnChg>
      </pc:sldChg>
      <pc:sldChg chg="delSp modSp add mod">
        <pc:chgData name="Yun Li" userId="a841c0d6-47bd-4aed-9498-daed041134e9" providerId="ADAL" clId="{C0FC64F5-72D1-42F2-B51B-A35F7E893786}" dt="2025-03-19T07:27:54.486" v="3752" actId="20577"/>
        <pc:sldMkLst>
          <pc:docMk/>
          <pc:sldMk cId="4037440427" sldId="2147481464"/>
        </pc:sldMkLst>
        <pc:spChg chg="mod">
          <ac:chgData name="Yun Li" userId="a841c0d6-47bd-4aed-9498-daed041134e9" providerId="ADAL" clId="{C0FC64F5-72D1-42F2-B51B-A35F7E893786}" dt="2025-03-19T07:27:54.486" v="3752" actId="20577"/>
          <ac:spMkLst>
            <pc:docMk/>
            <pc:sldMk cId="4037440427" sldId="2147481464"/>
            <ac:spMk id="4" creationId="{309C1C95-B76E-47DD-27AC-1BA04C7FDFBF}"/>
          </ac:spMkLst>
        </pc:spChg>
        <pc:spChg chg="del">
          <ac:chgData name="Yun Li" userId="a841c0d6-47bd-4aed-9498-daed041134e9" providerId="ADAL" clId="{C0FC64F5-72D1-42F2-B51B-A35F7E893786}" dt="2025-03-19T07:27:44.107" v="3726" actId="478"/>
          <ac:spMkLst>
            <pc:docMk/>
            <pc:sldMk cId="4037440427" sldId="2147481464"/>
            <ac:spMk id="10" creationId="{213FF527-DEAB-1AD8-5737-B99D2978801D}"/>
          </ac:spMkLst>
        </pc:spChg>
        <pc:picChg chg="del">
          <ac:chgData name="Yun Li" userId="a841c0d6-47bd-4aed-9498-daed041134e9" providerId="ADAL" clId="{C0FC64F5-72D1-42F2-B51B-A35F7E893786}" dt="2025-03-19T07:27:44.107" v="3726" actId="478"/>
          <ac:picMkLst>
            <pc:docMk/>
            <pc:sldMk cId="4037440427" sldId="2147481464"/>
            <ac:picMk id="9" creationId="{35800A87-21E7-1DA2-0E22-C028D50E98AB}"/>
          </ac:picMkLst>
        </pc:picChg>
      </pc:sldChg>
      <pc:sldChg chg="addSp delSp modSp mod">
        <pc:chgData name="Yun Li" userId="a841c0d6-47bd-4aed-9498-daed041134e9" providerId="ADAL" clId="{C0FC64F5-72D1-42F2-B51B-A35F7E893786}" dt="2025-03-19T08:15:45.594" v="4471" actId="20577"/>
        <pc:sldMkLst>
          <pc:docMk/>
          <pc:sldMk cId="4037440427" sldId="2147481466"/>
        </pc:sldMkLst>
        <pc:spChg chg="mod">
          <ac:chgData name="Yun Li" userId="a841c0d6-47bd-4aed-9498-daed041134e9" providerId="ADAL" clId="{C0FC64F5-72D1-42F2-B51B-A35F7E893786}" dt="2025-03-19T07:43:08.631" v="3982" actId="20577"/>
          <ac:spMkLst>
            <pc:docMk/>
            <pc:sldMk cId="4037440427" sldId="2147481466"/>
            <ac:spMk id="4" creationId="{309C1C95-B76E-47DD-27AC-1BA04C7FDFBF}"/>
          </ac:spMkLst>
        </pc:spChg>
        <pc:spChg chg="add mod">
          <ac:chgData name="Yun Li" userId="a841c0d6-47bd-4aed-9498-daed041134e9" providerId="ADAL" clId="{C0FC64F5-72D1-42F2-B51B-A35F7E893786}" dt="2025-03-19T07:31:31.159" v="3754" actId="1076"/>
          <ac:spMkLst>
            <pc:docMk/>
            <pc:sldMk cId="4037440427" sldId="2147481466"/>
            <ac:spMk id="5" creationId="{8046B4E7-E48A-93A8-90FA-E083BE452282}"/>
          </ac:spMkLst>
        </pc:spChg>
        <pc:spChg chg="add mod">
          <ac:chgData name="Yun Li" userId="a841c0d6-47bd-4aed-9498-daed041134e9" providerId="ADAL" clId="{C0FC64F5-72D1-42F2-B51B-A35F7E893786}" dt="2025-03-19T07:31:31.159" v="3754" actId="1076"/>
          <ac:spMkLst>
            <pc:docMk/>
            <pc:sldMk cId="4037440427" sldId="2147481466"/>
            <ac:spMk id="6" creationId="{29FDEBE4-814B-AB8B-96D5-69EBF9009AA1}"/>
          </ac:spMkLst>
        </pc:spChg>
        <pc:spChg chg="add mod">
          <ac:chgData name="Yun Li" userId="a841c0d6-47bd-4aed-9498-daed041134e9" providerId="ADAL" clId="{C0FC64F5-72D1-42F2-B51B-A35F7E893786}" dt="2025-03-19T07:31:31.159" v="3754" actId="1076"/>
          <ac:spMkLst>
            <pc:docMk/>
            <pc:sldMk cId="4037440427" sldId="2147481466"/>
            <ac:spMk id="7" creationId="{0180AB67-31B3-74DE-CBDC-947458ADA8AC}"/>
          </ac:spMkLst>
        </pc:spChg>
        <pc:spChg chg="add mod">
          <ac:chgData name="Yun Li" userId="a841c0d6-47bd-4aed-9498-daed041134e9" providerId="ADAL" clId="{C0FC64F5-72D1-42F2-B51B-A35F7E893786}" dt="2025-03-19T07:31:31.159" v="3754" actId="1076"/>
          <ac:spMkLst>
            <pc:docMk/>
            <pc:sldMk cId="4037440427" sldId="2147481466"/>
            <ac:spMk id="11" creationId="{78458AD7-F84D-595C-AF7A-81CF62DA3104}"/>
          </ac:spMkLst>
        </pc:spChg>
        <pc:spChg chg="add mod">
          <ac:chgData name="Yun Li" userId="a841c0d6-47bd-4aed-9498-daed041134e9" providerId="ADAL" clId="{C0FC64F5-72D1-42F2-B51B-A35F7E893786}" dt="2025-03-19T07:31:31.159" v="3754" actId="1076"/>
          <ac:spMkLst>
            <pc:docMk/>
            <pc:sldMk cId="4037440427" sldId="2147481466"/>
            <ac:spMk id="13" creationId="{75A11A6D-67C0-3F3C-2316-BFEAFC9BAF92}"/>
          </ac:spMkLst>
        </pc:spChg>
        <pc:spChg chg="add mod">
          <ac:chgData name="Yun Li" userId="a841c0d6-47bd-4aed-9498-daed041134e9" providerId="ADAL" clId="{C0FC64F5-72D1-42F2-B51B-A35F7E893786}" dt="2025-03-19T07:31:31.159" v="3754" actId="1076"/>
          <ac:spMkLst>
            <pc:docMk/>
            <pc:sldMk cId="4037440427" sldId="2147481466"/>
            <ac:spMk id="18" creationId="{09EAB1E7-96DF-0E25-DAE3-A8CD04318A47}"/>
          </ac:spMkLst>
        </pc:spChg>
        <pc:spChg chg="add mod">
          <ac:chgData name="Yun Li" userId="a841c0d6-47bd-4aed-9498-daed041134e9" providerId="ADAL" clId="{C0FC64F5-72D1-42F2-B51B-A35F7E893786}" dt="2025-03-19T07:31:31.159" v="3754" actId="1076"/>
          <ac:spMkLst>
            <pc:docMk/>
            <pc:sldMk cId="4037440427" sldId="2147481466"/>
            <ac:spMk id="20" creationId="{E6925A3C-4575-C497-D623-6EAB60E939F7}"/>
          </ac:spMkLst>
        </pc:spChg>
        <pc:spChg chg="add mod">
          <ac:chgData name="Yun Li" userId="a841c0d6-47bd-4aed-9498-daed041134e9" providerId="ADAL" clId="{C0FC64F5-72D1-42F2-B51B-A35F7E893786}" dt="2025-03-19T07:31:31.159" v="3754" actId="1076"/>
          <ac:spMkLst>
            <pc:docMk/>
            <pc:sldMk cId="4037440427" sldId="2147481466"/>
            <ac:spMk id="21" creationId="{6112D9C8-37A6-26B0-9082-7D34DAF326D7}"/>
          </ac:spMkLst>
        </pc:spChg>
        <pc:spChg chg="add mod">
          <ac:chgData name="Yun Li" userId="a841c0d6-47bd-4aed-9498-daed041134e9" providerId="ADAL" clId="{C0FC64F5-72D1-42F2-B51B-A35F7E893786}" dt="2025-03-19T07:31:31.159" v="3754" actId="1076"/>
          <ac:spMkLst>
            <pc:docMk/>
            <pc:sldMk cId="4037440427" sldId="2147481466"/>
            <ac:spMk id="23" creationId="{1EDE5FE1-EA9F-A28F-F758-5141C3BE20D9}"/>
          </ac:spMkLst>
        </pc:spChg>
        <pc:spChg chg="add mod">
          <ac:chgData name="Yun Li" userId="a841c0d6-47bd-4aed-9498-daed041134e9" providerId="ADAL" clId="{C0FC64F5-72D1-42F2-B51B-A35F7E893786}" dt="2025-03-19T07:31:31.159" v="3754" actId="1076"/>
          <ac:spMkLst>
            <pc:docMk/>
            <pc:sldMk cId="4037440427" sldId="2147481466"/>
            <ac:spMk id="24" creationId="{55C32C4F-AFCF-51DB-0CED-1703F9338032}"/>
          </ac:spMkLst>
        </pc:spChg>
        <pc:spChg chg="add mod">
          <ac:chgData name="Yun Li" userId="a841c0d6-47bd-4aed-9498-daed041134e9" providerId="ADAL" clId="{C0FC64F5-72D1-42F2-B51B-A35F7E893786}" dt="2025-03-19T07:31:48.410" v="3755"/>
          <ac:spMkLst>
            <pc:docMk/>
            <pc:sldMk cId="4037440427" sldId="2147481466"/>
            <ac:spMk id="25" creationId="{65F31904-8D89-55A2-F79C-C22E0FD0263B}"/>
          </ac:spMkLst>
        </pc:spChg>
        <pc:spChg chg="add mod">
          <ac:chgData name="Yun Li" userId="a841c0d6-47bd-4aed-9498-daed041134e9" providerId="ADAL" clId="{C0FC64F5-72D1-42F2-B51B-A35F7E893786}" dt="2025-03-19T07:31:48.410" v="3755"/>
          <ac:spMkLst>
            <pc:docMk/>
            <pc:sldMk cId="4037440427" sldId="2147481466"/>
            <ac:spMk id="26" creationId="{E047D1B1-4087-D1BF-8674-1E90904CD833}"/>
          </ac:spMkLst>
        </pc:spChg>
        <pc:spChg chg="add mod">
          <ac:chgData name="Yun Li" userId="a841c0d6-47bd-4aed-9498-daed041134e9" providerId="ADAL" clId="{C0FC64F5-72D1-42F2-B51B-A35F7E893786}" dt="2025-03-19T07:31:48.410" v="3755"/>
          <ac:spMkLst>
            <pc:docMk/>
            <pc:sldMk cId="4037440427" sldId="2147481466"/>
            <ac:spMk id="27" creationId="{668FA641-3EDD-8907-52D6-E8FA2A12A176}"/>
          </ac:spMkLst>
        </pc:spChg>
        <pc:spChg chg="add mod">
          <ac:chgData name="Yun Li" userId="a841c0d6-47bd-4aed-9498-daed041134e9" providerId="ADAL" clId="{C0FC64F5-72D1-42F2-B51B-A35F7E893786}" dt="2025-03-19T07:31:48.410" v="3755"/>
          <ac:spMkLst>
            <pc:docMk/>
            <pc:sldMk cId="4037440427" sldId="2147481466"/>
            <ac:spMk id="30" creationId="{42C9338E-33EF-0AD3-E755-457D43175185}"/>
          </ac:spMkLst>
        </pc:spChg>
        <pc:spChg chg="add mod">
          <ac:chgData name="Yun Li" userId="a841c0d6-47bd-4aed-9498-daed041134e9" providerId="ADAL" clId="{C0FC64F5-72D1-42F2-B51B-A35F7E893786}" dt="2025-03-19T07:31:48.410" v="3755"/>
          <ac:spMkLst>
            <pc:docMk/>
            <pc:sldMk cId="4037440427" sldId="2147481466"/>
            <ac:spMk id="31" creationId="{FD884B1D-3255-8B6C-2983-F00A0EC28415}"/>
          </ac:spMkLst>
        </pc:spChg>
        <pc:spChg chg="add mod">
          <ac:chgData name="Yun Li" userId="a841c0d6-47bd-4aed-9498-daed041134e9" providerId="ADAL" clId="{C0FC64F5-72D1-42F2-B51B-A35F7E893786}" dt="2025-03-19T07:31:48.410" v="3755"/>
          <ac:spMkLst>
            <pc:docMk/>
            <pc:sldMk cId="4037440427" sldId="2147481466"/>
            <ac:spMk id="32" creationId="{C6026464-3ED1-F1F2-609A-4C9AB76B6686}"/>
          </ac:spMkLst>
        </pc:spChg>
        <pc:spChg chg="add mod">
          <ac:chgData name="Yun Li" userId="a841c0d6-47bd-4aed-9498-daed041134e9" providerId="ADAL" clId="{C0FC64F5-72D1-42F2-B51B-A35F7E893786}" dt="2025-03-19T07:31:48.410" v="3755"/>
          <ac:spMkLst>
            <pc:docMk/>
            <pc:sldMk cId="4037440427" sldId="2147481466"/>
            <ac:spMk id="33" creationId="{E7E48435-520C-5C3C-1A6E-454C023D7809}"/>
          </ac:spMkLst>
        </pc:spChg>
        <pc:spChg chg="add mod">
          <ac:chgData name="Yun Li" userId="a841c0d6-47bd-4aed-9498-daed041134e9" providerId="ADAL" clId="{C0FC64F5-72D1-42F2-B51B-A35F7E893786}" dt="2025-03-19T07:31:48.410" v="3755"/>
          <ac:spMkLst>
            <pc:docMk/>
            <pc:sldMk cId="4037440427" sldId="2147481466"/>
            <ac:spMk id="34" creationId="{12B428DA-6C3E-6258-0797-D6E677249C56}"/>
          </ac:spMkLst>
        </pc:spChg>
        <pc:spChg chg="add mod">
          <ac:chgData name="Yun Li" userId="a841c0d6-47bd-4aed-9498-daed041134e9" providerId="ADAL" clId="{C0FC64F5-72D1-42F2-B51B-A35F7E893786}" dt="2025-03-19T07:31:48.410" v="3755"/>
          <ac:spMkLst>
            <pc:docMk/>
            <pc:sldMk cId="4037440427" sldId="2147481466"/>
            <ac:spMk id="35" creationId="{BFB693B2-A07C-411F-82AF-18401489C7FC}"/>
          </ac:spMkLst>
        </pc:spChg>
        <pc:spChg chg="add mod">
          <ac:chgData name="Yun Li" userId="a841c0d6-47bd-4aed-9498-daed041134e9" providerId="ADAL" clId="{C0FC64F5-72D1-42F2-B51B-A35F7E893786}" dt="2025-03-19T07:31:48.410" v="3755"/>
          <ac:spMkLst>
            <pc:docMk/>
            <pc:sldMk cId="4037440427" sldId="2147481466"/>
            <ac:spMk id="36" creationId="{F18E7F34-5C31-82A2-FDAF-DCAB79A5BFF8}"/>
          </ac:spMkLst>
        </pc:spChg>
        <pc:spChg chg="mod">
          <ac:chgData name="Yun Li" userId="a841c0d6-47bd-4aed-9498-daed041134e9" providerId="ADAL" clId="{C0FC64F5-72D1-42F2-B51B-A35F7E893786}" dt="2025-03-19T07:39:22.314" v="3941" actId="14100"/>
          <ac:spMkLst>
            <pc:docMk/>
            <pc:sldMk cId="4037440427" sldId="2147481466"/>
            <ac:spMk id="38" creationId="{C5D91626-3BD2-BADE-BA2E-8D3DB13F0FB6}"/>
          </ac:spMkLst>
        </pc:spChg>
        <pc:spChg chg="add mod">
          <ac:chgData name="Yun Li" userId="a841c0d6-47bd-4aed-9498-daed041134e9" providerId="ADAL" clId="{C0FC64F5-72D1-42F2-B51B-A35F7E893786}" dt="2025-03-19T07:39:22.314" v="3941" actId="14100"/>
          <ac:spMkLst>
            <pc:docMk/>
            <pc:sldMk cId="4037440427" sldId="2147481466"/>
            <ac:spMk id="39" creationId="{7BC7089D-5FD6-3601-0139-855905787A8E}"/>
          </ac:spMkLst>
        </pc:spChg>
        <pc:spChg chg="add mod">
          <ac:chgData name="Yun Li" userId="a841c0d6-47bd-4aed-9498-daed041134e9" providerId="ADAL" clId="{C0FC64F5-72D1-42F2-B51B-A35F7E893786}" dt="2025-03-19T07:39:36.216" v="3951" actId="14100"/>
          <ac:spMkLst>
            <pc:docMk/>
            <pc:sldMk cId="4037440427" sldId="2147481466"/>
            <ac:spMk id="40" creationId="{8455E7ED-EC83-9F33-AA0B-0EEDB99A3C31}"/>
          </ac:spMkLst>
        </pc:spChg>
        <pc:spChg chg="mod">
          <ac:chgData name="Yun Li" userId="a841c0d6-47bd-4aed-9498-daed041134e9" providerId="ADAL" clId="{C0FC64F5-72D1-42F2-B51B-A35F7E893786}" dt="2025-03-19T07:39:36.216" v="3951" actId="14100"/>
          <ac:spMkLst>
            <pc:docMk/>
            <pc:sldMk cId="4037440427" sldId="2147481466"/>
            <ac:spMk id="41" creationId="{BF52037C-3241-CA70-4EE4-22078CE0F549}"/>
          </ac:spMkLst>
        </pc:spChg>
        <pc:spChg chg="add mod">
          <ac:chgData name="Yun Li" userId="a841c0d6-47bd-4aed-9498-daed041134e9" providerId="ADAL" clId="{C0FC64F5-72D1-42F2-B51B-A35F7E893786}" dt="2025-03-19T07:39:32.050" v="3950" actId="1035"/>
          <ac:spMkLst>
            <pc:docMk/>
            <pc:sldMk cId="4037440427" sldId="2147481466"/>
            <ac:spMk id="42" creationId="{D4663944-CFDC-0DF0-1EA8-3A91519EE2E2}"/>
          </ac:spMkLst>
        </pc:spChg>
        <pc:spChg chg="add mod">
          <ac:chgData name="Yun Li" userId="a841c0d6-47bd-4aed-9498-daed041134e9" providerId="ADAL" clId="{C0FC64F5-72D1-42F2-B51B-A35F7E893786}" dt="2025-03-19T07:37:32.897" v="3821" actId="1076"/>
          <ac:spMkLst>
            <pc:docMk/>
            <pc:sldMk cId="4037440427" sldId="2147481466"/>
            <ac:spMk id="43" creationId="{233D85AB-E8AF-DE60-0894-5E963951F5AF}"/>
          </ac:spMkLst>
        </pc:spChg>
        <pc:spChg chg="add mod">
          <ac:chgData name="Yun Li" userId="a841c0d6-47bd-4aed-9498-daed041134e9" providerId="ADAL" clId="{C0FC64F5-72D1-42F2-B51B-A35F7E893786}" dt="2025-03-19T07:39:27.489" v="3944" actId="404"/>
          <ac:spMkLst>
            <pc:docMk/>
            <pc:sldMk cId="4037440427" sldId="2147481466"/>
            <ac:spMk id="44" creationId="{1F434AC3-DB51-F0F2-95A3-B8F3F6EB16FE}"/>
          </ac:spMkLst>
        </pc:spChg>
        <pc:spChg chg="mod">
          <ac:chgData name="Yun Li" userId="a841c0d6-47bd-4aed-9498-daed041134e9" providerId="ADAL" clId="{C0FC64F5-72D1-42F2-B51B-A35F7E893786}" dt="2025-03-19T07:32:25.362" v="3803" actId="1036"/>
          <ac:spMkLst>
            <pc:docMk/>
            <pc:sldMk cId="4037440427" sldId="2147481466"/>
            <ac:spMk id="45" creationId="{81754D57-5286-8206-3316-19D2384B1CA0}"/>
          </ac:spMkLst>
        </pc:spChg>
        <pc:spChg chg="add mod">
          <ac:chgData name="Yun Li" userId="a841c0d6-47bd-4aed-9498-daed041134e9" providerId="ADAL" clId="{C0FC64F5-72D1-42F2-B51B-A35F7E893786}" dt="2025-03-19T07:39:27.489" v="3944" actId="404"/>
          <ac:spMkLst>
            <pc:docMk/>
            <pc:sldMk cId="4037440427" sldId="2147481466"/>
            <ac:spMk id="46" creationId="{BA9A55BE-BECF-2C07-42B8-CB21646EDE5F}"/>
          </ac:spMkLst>
        </pc:spChg>
        <pc:spChg chg="add mod">
          <ac:chgData name="Yun Li" userId="a841c0d6-47bd-4aed-9498-daed041134e9" providerId="ADAL" clId="{C0FC64F5-72D1-42F2-B51B-A35F7E893786}" dt="2025-03-19T07:39:27.489" v="3944" actId="404"/>
          <ac:spMkLst>
            <pc:docMk/>
            <pc:sldMk cId="4037440427" sldId="2147481466"/>
            <ac:spMk id="47" creationId="{E70EF107-B39F-24A8-BEE7-0A25A5BC09FB}"/>
          </ac:spMkLst>
        </pc:spChg>
        <pc:spChg chg="add mod">
          <ac:chgData name="Yun Li" userId="a841c0d6-47bd-4aed-9498-daed041134e9" providerId="ADAL" clId="{C0FC64F5-72D1-42F2-B51B-A35F7E893786}" dt="2025-03-19T07:39:22.314" v="3941" actId="14100"/>
          <ac:spMkLst>
            <pc:docMk/>
            <pc:sldMk cId="4037440427" sldId="2147481466"/>
            <ac:spMk id="48" creationId="{106385C7-65D4-DF27-EBE2-B95E363CABCA}"/>
          </ac:spMkLst>
        </pc:spChg>
        <pc:spChg chg="add mod">
          <ac:chgData name="Yun Li" userId="a841c0d6-47bd-4aed-9498-daed041134e9" providerId="ADAL" clId="{C0FC64F5-72D1-42F2-B51B-A35F7E893786}" dt="2025-03-19T07:39:32.050" v="3950" actId="1035"/>
          <ac:spMkLst>
            <pc:docMk/>
            <pc:sldMk cId="4037440427" sldId="2147481466"/>
            <ac:spMk id="49" creationId="{90099C8C-E4FA-7EE5-B62A-4BAF1D70905D}"/>
          </ac:spMkLst>
        </pc:spChg>
        <pc:spChg chg="add mod">
          <ac:chgData name="Yun Li" userId="a841c0d6-47bd-4aed-9498-daed041134e9" providerId="ADAL" clId="{C0FC64F5-72D1-42F2-B51B-A35F7E893786}" dt="2025-03-19T07:39:27.489" v="3944" actId="404"/>
          <ac:spMkLst>
            <pc:docMk/>
            <pc:sldMk cId="4037440427" sldId="2147481466"/>
            <ac:spMk id="50" creationId="{385EA4E0-883C-2493-15A4-78DD66B78833}"/>
          </ac:spMkLst>
        </pc:spChg>
        <pc:spChg chg="add mod">
          <ac:chgData name="Yun Li" userId="a841c0d6-47bd-4aed-9498-daed041134e9" providerId="ADAL" clId="{C0FC64F5-72D1-42F2-B51B-A35F7E893786}" dt="2025-03-19T07:39:43.809" v="3955" actId="1076"/>
          <ac:spMkLst>
            <pc:docMk/>
            <pc:sldMk cId="4037440427" sldId="2147481466"/>
            <ac:spMk id="52" creationId="{418A09D9-11CC-F5AE-CC56-E7BF6A7AFEC0}"/>
          </ac:spMkLst>
        </pc:spChg>
        <pc:spChg chg="add mod">
          <ac:chgData name="Yun Li" userId="a841c0d6-47bd-4aed-9498-daed041134e9" providerId="ADAL" clId="{C0FC64F5-72D1-42F2-B51B-A35F7E893786}" dt="2025-03-19T07:39:10.516" v="3938" actId="1076"/>
          <ac:spMkLst>
            <pc:docMk/>
            <pc:sldMk cId="4037440427" sldId="2147481466"/>
            <ac:spMk id="55" creationId="{51EBC768-ECC1-E6F1-A137-2B8C9A6D3700}"/>
          </ac:spMkLst>
        </pc:spChg>
        <pc:spChg chg="add mod">
          <ac:chgData name="Yun Li" userId="a841c0d6-47bd-4aed-9498-daed041134e9" providerId="ADAL" clId="{C0FC64F5-72D1-42F2-B51B-A35F7E893786}" dt="2025-03-19T07:40:25.470" v="3968" actId="1076"/>
          <ac:spMkLst>
            <pc:docMk/>
            <pc:sldMk cId="4037440427" sldId="2147481466"/>
            <ac:spMk id="56" creationId="{4EA9A298-05AA-5EAD-595D-EF5407E4335E}"/>
          </ac:spMkLst>
        </pc:spChg>
        <pc:spChg chg="add mod">
          <ac:chgData name="Yun Li" userId="a841c0d6-47bd-4aed-9498-daed041134e9" providerId="ADAL" clId="{C0FC64F5-72D1-42F2-B51B-A35F7E893786}" dt="2025-03-19T07:40:27.792" v="3970" actId="1035"/>
          <ac:spMkLst>
            <pc:docMk/>
            <pc:sldMk cId="4037440427" sldId="2147481466"/>
            <ac:spMk id="57" creationId="{39A962F6-47DD-DC6C-9071-E85E72F33985}"/>
          </ac:spMkLst>
        </pc:spChg>
        <pc:spChg chg="add mod">
          <ac:chgData name="Yun Li" userId="a841c0d6-47bd-4aed-9498-daed041134e9" providerId="ADAL" clId="{C0FC64F5-72D1-42F2-B51B-A35F7E893786}" dt="2025-03-19T07:40:05.457" v="3961" actId="1076"/>
          <ac:spMkLst>
            <pc:docMk/>
            <pc:sldMk cId="4037440427" sldId="2147481466"/>
            <ac:spMk id="58" creationId="{88B27A19-6395-E1D8-5562-0BCBC4DEE4A7}"/>
          </ac:spMkLst>
        </pc:spChg>
        <pc:spChg chg="add mod">
          <ac:chgData name="Yun Li" userId="a841c0d6-47bd-4aed-9498-daed041134e9" providerId="ADAL" clId="{C0FC64F5-72D1-42F2-B51B-A35F7E893786}" dt="2025-03-19T07:41:12.940" v="3980" actId="14100"/>
          <ac:spMkLst>
            <pc:docMk/>
            <pc:sldMk cId="4037440427" sldId="2147481466"/>
            <ac:spMk id="59" creationId="{6B9E3DC4-0732-53A5-072A-113300123812}"/>
          </ac:spMkLst>
        </pc:spChg>
        <pc:spChg chg="add del mod">
          <ac:chgData name="Yun Li" userId="a841c0d6-47bd-4aed-9498-daed041134e9" providerId="ADAL" clId="{C0FC64F5-72D1-42F2-B51B-A35F7E893786}" dt="2025-03-19T07:38:52.710" v="3931" actId="478"/>
          <ac:spMkLst>
            <pc:docMk/>
            <pc:sldMk cId="4037440427" sldId="2147481466"/>
            <ac:spMk id="60" creationId="{4AF8AADC-61EF-8C95-9285-7137DAE4B885}"/>
          </ac:spMkLst>
        </pc:spChg>
        <pc:spChg chg="add del mod">
          <ac:chgData name="Yun Li" userId="a841c0d6-47bd-4aed-9498-daed041134e9" providerId="ADAL" clId="{C0FC64F5-72D1-42F2-B51B-A35F7E893786}" dt="2025-03-19T07:40:11.556" v="3963" actId="478"/>
          <ac:spMkLst>
            <pc:docMk/>
            <pc:sldMk cId="4037440427" sldId="2147481466"/>
            <ac:spMk id="61" creationId="{BFB59004-5E08-1694-9536-0CCEA3F87691}"/>
          </ac:spMkLst>
        </pc:spChg>
        <pc:spChg chg="add mod">
          <ac:chgData name="Yun Li" userId="a841c0d6-47bd-4aed-9498-daed041134e9" providerId="ADAL" clId="{C0FC64F5-72D1-42F2-B51B-A35F7E893786}" dt="2025-03-19T08:15:45.594" v="4471" actId="20577"/>
          <ac:spMkLst>
            <pc:docMk/>
            <pc:sldMk cId="4037440427" sldId="2147481466"/>
            <ac:spMk id="62" creationId="{2F01A1BC-F370-CCC1-DE21-EA34DEC4ECE1}"/>
          </ac:spMkLst>
        </pc:spChg>
        <pc:picChg chg="add mod">
          <ac:chgData name="Yun Li" userId="a841c0d6-47bd-4aed-9498-daed041134e9" providerId="ADAL" clId="{C0FC64F5-72D1-42F2-B51B-A35F7E893786}" dt="2025-03-19T07:41:11.003" v="3979" actId="1035"/>
          <ac:picMkLst>
            <pc:docMk/>
            <pc:sldMk cId="4037440427" sldId="2147481466"/>
            <ac:picMk id="51" creationId="{6F075D3E-E2CE-304B-F6EB-62E50123AF4D}"/>
          </ac:picMkLst>
        </pc:picChg>
        <pc:picChg chg="mod">
          <ac:chgData name="Yun Li" userId="a841c0d6-47bd-4aed-9498-daed041134e9" providerId="ADAL" clId="{C0FC64F5-72D1-42F2-B51B-A35F7E893786}" dt="2025-03-19T07:39:10.516" v="3938" actId="1076"/>
          <ac:picMkLst>
            <pc:docMk/>
            <pc:sldMk cId="4037440427" sldId="2147481466"/>
            <ac:picMk id="53" creationId="{025B1BAD-AF56-2744-B67E-AD7A62A57AF9}"/>
          </ac:picMkLst>
        </pc:picChg>
        <pc:picChg chg="add mod">
          <ac:chgData name="Yun Li" userId="a841c0d6-47bd-4aed-9498-daed041134e9" providerId="ADAL" clId="{C0FC64F5-72D1-42F2-B51B-A35F7E893786}" dt="2025-03-19T07:40:09.225" v="3962" actId="14100"/>
          <ac:picMkLst>
            <pc:docMk/>
            <pc:sldMk cId="4037440427" sldId="2147481466"/>
            <ac:picMk id="54" creationId="{B85410F5-A7A9-751C-F6C5-7A0C4365AB28}"/>
          </ac:picMkLst>
        </pc:picChg>
      </pc:sldChg>
      <pc:sldChg chg="addSp delSp modSp add mod">
        <pc:chgData name="Yun Li" userId="a841c0d6-47bd-4aed-9498-daed041134e9" providerId="ADAL" clId="{C0FC64F5-72D1-42F2-B51B-A35F7E893786}" dt="2025-03-19T08:55:39.479" v="5528" actId="20577"/>
        <pc:sldMkLst>
          <pc:docMk/>
          <pc:sldMk cId="3225416316" sldId="2147481467"/>
        </pc:sldMkLst>
        <pc:spChg chg="mod">
          <ac:chgData name="Yun Li" userId="a841c0d6-47bd-4aed-9498-daed041134e9" providerId="ADAL" clId="{C0FC64F5-72D1-42F2-B51B-A35F7E893786}" dt="2025-03-19T08:54:34.903" v="5486" actId="20577"/>
          <ac:spMkLst>
            <pc:docMk/>
            <pc:sldMk cId="3225416316" sldId="2147481467"/>
            <ac:spMk id="2" creationId="{E8AFA8E4-57E2-F2A1-5325-61519F48A36B}"/>
          </ac:spMkLst>
        </pc:spChg>
        <pc:spChg chg="del">
          <ac:chgData name="Yun Li" userId="a841c0d6-47bd-4aed-9498-daed041134e9" providerId="ADAL" clId="{C0FC64F5-72D1-42F2-B51B-A35F7E893786}" dt="2025-03-19T08:46:36.825" v="5292" actId="478"/>
          <ac:spMkLst>
            <pc:docMk/>
            <pc:sldMk cId="3225416316" sldId="2147481467"/>
            <ac:spMk id="4" creationId="{BF685B35-CC07-4257-531C-D9BE9BE215C7}"/>
          </ac:spMkLst>
        </pc:spChg>
        <pc:spChg chg="del">
          <ac:chgData name="Yun Li" userId="a841c0d6-47bd-4aed-9498-daed041134e9" providerId="ADAL" clId="{C0FC64F5-72D1-42F2-B51B-A35F7E893786}" dt="2025-03-19T08:46:36.825" v="5292" actId="478"/>
          <ac:spMkLst>
            <pc:docMk/>
            <pc:sldMk cId="3225416316" sldId="2147481467"/>
            <ac:spMk id="7" creationId="{357BFEF8-5CA3-D385-6236-62911F670621}"/>
          </ac:spMkLst>
        </pc:spChg>
        <pc:spChg chg="del">
          <ac:chgData name="Yun Li" userId="a841c0d6-47bd-4aed-9498-daed041134e9" providerId="ADAL" clId="{C0FC64F5-72D1-42F2-B51B-A35F7E893786}" dt="2025-03-19T08:46:36.825" v="5292" actId="478"/>
          <ac:spMkLst>
            <pc:docMk/>
            <pc:sldMk cId="3225416316" sldId="2147481467"/>
            <ac:spMk id="8" creationId="{62B98C9F-CF6C-6A9D-00B2-7274E0436F8A}"/>
          </ac:spMkLst>
        </pc:spChg>
        <pc:spChg chg="del">
          <ac:chgData name="Yun Li" userId="a841c0d6-47bd-4aed-9498-daed041134e9" providerId="ADAL" clId="{C0FC64F5-72D1-42F2-B51B-A35F7E893786}" dt="2025-03-19T08:46:36.825" v="5292" actId="478"/>
          <ac:spMkLst>
            <pc:docMk/>
            <pc:sldMk cId="3225416316" sldId="2147481467"/>
            <ac:spMk id="11" creationId="{4940B916-D044-F125-B16A-440512F534D3}"/>
          </ac:spMkLst>
        </pc:spChg>
        <pc:spChg chg="del">
          <ac:chgData name="Yun Li" userId="a841c0d6-47bd-4aed-9498-daed041134e9" providerId="ADAL" clId="{C0FC64F5-72D1-42F2-B51B-A35F7E893786}" dt="2025-03-19T08:46:36.825" v="5292" actId="478"/>
          <ac:spMkLst>
            <pc:docMk/>
            <pc:sldMk cId="3225416316" sldId="2147481467"/>
            <ac:spMk id="13" creationId="{AD5A7C5B-9E8D-60FD-9A11-78743D466BD3}"/>
          </ac:spMkLst>
        </pc:spChg>
        <pc:spChg chg="del">
          <ac:chgData name="Yun Li" userId="a841c0d6-47bd-4aed-9498-daed041134e9" providerId="ADAL" clId="{C0FC64F5-72D1-42F2-B51B-A35F7E893786}" dt="2025-03-19T08:46:36.825" v="5292" actId="478"/>
          <ac:spMkLst>
            <pc:docMk/>
            <pc:sldMk cId="3225416316" sldId="2147481467"/>
            <ac:spMk id="14" creationId="{5B4A791D-757E-55E1-04F4-45C98E4A03A8}"/>
          </ac:spMkLst>
        </pc:spChg>
        <pc:spChg chg="del">
          <ac:chgData name="Yun Li" userId="a841c0d6-47bd-4aed-9498-daed041134e9" providerId="ADAL" clId="{C0FC64F5-72D1-42F2-B51B-A35F7E893786}" dt="2025-03-19T08:46:36.825" v="5292" actId="478"/>
          <ac:spMkLst>
            <pc:docMk/>
            <pc:sldMk cId="3225416316" sldId="2147481467"/>
            <ac:spMk id="19" creationId="{5F15FA22-9EAF-FA17-6A02-79AFADE9E895}"/>
          </ac:spMkLst>
        </pc:spChg>
        <pc:spChg chg="del">
          <ac:chgData name="Yun Li" userId="a841c0d6-47bd-4aed-9498-daed041134e9" providerId="ADAL" clId="{C0FC64F5-72D1-42F2-B51B-A35F7E893786}" dt="2025-03-19T08:46:36.825" v="5292" actId="478"/>
          <ac:spMkLst>
            <pc:docMk/>
            <pc:sldMk cId="3225416316" sldId="2147481467"/>
            <ac:spMk id="21" creationId="{7837396E-4030-FCEF-8259-A79D7075461E}"/>
          </ac:spMkLst>
        </pc:spChg>
        <pc:spChg chg="del">
          <ac:chgData name="Yun Li" userId="a841c0d6-47bd-4aed-9498-daed041134e9" providerId="ADAL" clId="{C0FC64F5-72D1-42F2-B51B-A35F7E893786}" dt="2025-03-19T08:46:36.825" v="5292" actId="478"/>
          <ac:spMkLst>
            <pc:docMk/>
            <pc:sldMk cId="3225416316" sldId="2147481467"/>
            <ac:spMk id="26" creationId="{62870EEF-15C9-452E-B572-45BE95B1D402}"/>
          </ac:spMkLst>
        </pc:spChg>
        <pc:spChg chg="del">
          <ac:chgData name="Yun Li" userId="a841c0d6-47bd-4aed-9498-daed041134e9" providerId="ADAL" clId="{C0FC64F5-72D1-42F2-B51B-A35F7E893786}" dt="2025-03-19T08:46:36.825" v="5292" actId="478"/>
          <ac:spMkLst>
            <pc:docMk/>
            <pc:sldMk cId="3225416316" sldId="2147481467"/>
            <ac:spMk id="33" creationId="{46A2DC6E-A002-20DB-7602-D9E790382F5C}"/>
          </ac:spMkLst>
        </pc:spChg>
        <pc:spChg chg="add del">
          <ac:chgData name="Yun Li" userId="a841c0d6-47bd-4aed-9498-daed041134e9" providerId="ADAL" clId="{C0FC64F5-72D1-42F2-B51B-A35F7E893786}" dt="2025-03-19T08:49:47.332" v="5309" actId="22"/>
          <ac:spMkLst>
            <pc:docMk/>
            <pc:sldMk cId="3225416316" sldId="2147481467"/>
            <ac:spMk id="35" creationId="{CF21C69F-8E7D-B063-953F-71DCFA0F016B}"/>
          </ac:spMkLst>
        </pc:spChg>
        <pc:spChg chg="add mod">
          <ac:chgData name="Yun Li" userId="a841c0d6-47bd-4aed-9498-daed041134e9" providerId="ADAL" clId="{C0FC64F5-72D1-42F2-B51B-A35F7E893786}" dt="2025-03-19T08:55:39.479" v="5528" actId="20577"/>
          <ac:spMkLst>
            <pc:docMk/>
            <pc:sldMk cId="3225416316" sldId="2147481467"/>
            <ac:spMk id="37" creationId="{7BCC750E-32F4-F300-E7BA-74D7DC237405}"/>
          </ac:spMkLst>
        </pc:spChg>
      </pc:sldChg>
    </pc:docChg>
  </pc:docChgLst>
  <pc:docChgLst>
    <pc:chgData name="Yun Li" userId="S::yun.li3@univers.com::a841c0d6-47bd-4aed-9498-daed041134e9" providerId="AD" clId="Web-{2228804E-C015-8F71-B0D5-7CDA69EFA532}"/>
    <pc:docChg chg="modSld">
      <pc:chgData name="Yun Li" userId="S::yun.li3@univers.com::a841c0d6-47bd-4aed-9498-daed041134e9" providerId="AD" clId="Web-{2228804E-C015-8F71-B0D5-7CDA69EFA532}" dt="2025-02-26T01:55:36.366" v="5"/>
      <pc:docMkLst>
        <pc:docMk/>
      </pc:docMkLst>
      <pc:sldChg chg="modSp">
        <pc:chgData name="Yun Li" userId="S::yun.li3@univers.com::a841c0d6-47bd-4aed-9498-daed041134e9" providerId="AD" clId="Web-{2228804E-C015-8F71-B0D5-7CDA69EFA532}" dt="2025-02-26T01:55:24.881" v="4"/>
        <pc:sldMkLst>
          <pc:docMk/>
          <pc:sldMk cId="442938749" sldId="2147481444"/>
        </pc:sldMkLst>
        <pc:spChg chg="mod">
          <ac:chgData name="Yun Li" userId="S::yun.li3@univers.com::a841c0d6-47bd-4aed-9498-daed041134e9" providerId="AD" clId="Web-{2228804E-C015-8F71-B0D5-7CDA69EFA532}" dt="2025-02-26T01:55:24.881" v="4"/>
          <ac:spMkLst>
            <pc:docMk/>
            <pc:sldMk cId="442938749" sldId="2147481444"/>
            <ac:spMk id="5" creationId="{45818983-82FD-0179-E7FB-9892D89F99D6}"/>
          </ac:spMkLst>
        </pc:spChg>
        <pc:graphicFrameChg chg="mod">
          <ac:chgData name="Yun Li" userId="S::yun.li3@univers.com::a841c0d6-47bd-4aed-9498-daed041134e9" providerId="AD" clId="Web-{2228804E-C015-8F71-B0D5-7CDA69EFA532}" dt="2025-02-26T01:54:51.833" v="0" actId="14100"/>
          <ac:graphicFrameMkLst>
            <pc:docMk/>
            <pc:sldMk cId="442938749" sldId="2147481444"/>
            <ac:graphicFrameMk id="13" creationId="{BBCBA292-79EC-1F46-4219-0FBB3C8B12DE}"/>
          </ac:graphicFrameMkLst>
        </pc:graphicFrameChg>
      </pc:sldChg>
      <pc:sldChg chg="modSp">
        <pc:chgData name="Yun Li" userId="S::yun.li3@univers.com::a841c0d6-47bd-4aed-9498-daed041134e9" providerId="AD" clId="Web-{2228804E-C015-8F71-B0D5-7CDA69EFA532}" dt="2025-02-26T01:55:23.975" v="3" actId="14100"/>
        <pc:sldMkLst>
          <pc:docMk/>
          <pc:sldMk cId="3806047591" sldId="2147481445"/>
        </pc:sldMkLst>
        <pc:picChg chg="mod">
          <ac:chgData name="Yun Li" userId="S::yun.li3@univers.com::a841c0d6-47bd-4aed-9498-daed041134e9" providerId="AD" clId="Web-{2228804E-C015-8F71-B0D5-7CDA69EFA532}" dt="2025-02-26T01:55:23.975" v="3" actId="14100"/>
          <ac:picMkLst>
            <pc:docMk/>
            <pc:sldMk cId="3806047591" sldId="2147481445"/>
            <ac:picMk id="21" creationId="{E50742AC-4B53-F0D9-49D9-8E047EB5B9E0}"/>
          </ac:picMkLst>
        </pc:picChg>
      </pc:sldChg>
      <pc:sldChg chg="modSp">
        <pc:chgData name="Yun Li" userId="S::yun.li3@univers.com::a841c0d6-47bd-4aed-9498-daed041134e9" providerId="AD" clId="Web-{2228804E-C015-8F71-B0D5-7CDA69EFA532}" dt="2025-02-26T01:55:36.366" v="5"/>
        <pc:sldMkLst>
          <pc:docMk/>
          <pc:sldMk cId="2716750537" sldId="2147481447"/>
        </pc:sldMkLst>
        <pc:graphicFrameChg chg="modGraphic">
          <ac:chgData name="Yun Li" userId="S::yun.li3@univers.com::a841c0d6-47bd-4aed-9498-daed041134e9" providerId="AD" clId="Web-{2228804E-C015-8F71-B0D5-7CDA69EFA532}" dt="2025-02-26T01:55:36.366" v="5"/>
          <ac:graphicFrameMkLst>
            <pc:docMk/>
            <pc:sldMk cId="2716750537" sldId="2147481447"/>
            <ac:graphicFrameMk id="51" creationId="{4C6F15A1-232D-128E-37DA-09033EDD710A}"/>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b="0" i="0">
                <a:latin typeface="Microsoft YaHei" panose="020B0503020204020204" pitchFamily="34" charset="-122"/>
                <a:ea typeface="Microsoft YaHei" panose="020B0503020204020204" pitchFamily="34" charset="-122"/>
              </a:defRPr>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0" i="0">
                <a:latin typeface="Microsoft YaHei" panose="020B0503020204020204" pitchFamily="34" charset="-122"/>
                <a:ea typeface="Microsoft YaHei" panose="020B0503020204020204" pitchFamily="34" charset="-122"/>
              </a:defRPr>
            </a:lvl1pPr>
          </a:lstStyle>
          <a:p>
            <a:fld id="{081FB933-C7E0-E24B-BA3E-F6259A11C6FA}" type="datetimeFigureOut">
              <a:rPr kumimoji="1" lang="zh-CN" altLang="en-US" smtClean="0"/>
              <a:pPr/>
              <a:t>2025/5/22</a:t>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b="0" i="0">
                <a:latin typeface="Microsoft YaHei" panose="020B0503020204020204" pitchFamily="34" charset="-122"/>
                <a:ea typeface="Microsoft YaHei" panose="020B0503020204020204" pitchFamily="34" charset="-122"/>
              </a:defRPr>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b="0" i="0">
                <a:latin typeface="Microsoft YaHei" panose="020B0503020204020204" pitchFamily="34" charset="-122"/>
                <a:ea typeface="Microsoft YaHei" panose="020B0503020204020204" pitchFamily="34" charset="-122"/>
              </a:defRPr>
            </a:lvl1pPr>
          </a:lstStyle>
          <a:p>
            <a:fld id="{AA71869E-0B30-2E4A-B2CE-4A4AFE5E13BE}" type="slidenum">
              <a:rPr kumimoji="1" lang="zh-CN" altLang="en-US" smtClean="0"/>
              <a:pPr/>
              <a:t>‹#›</a:t>
            </a:fld>
            <a:endParaRPr kumimoji="1" lang="zh-CN" altLang="en-US"/>
          </a:p>
        </p:txBody>
      </p:sp>
    </p:spTree>
    <p:extLst>
      <p:ext uri="{BB962C8B-B14F-4D97-AF65-F5344CB8AC3E}">
        <p14:creationId xmlns:p14="http://schemas.microsoft.com/office/powerpoint/2010/main" val="3209958124"/>
      </p:ext>
    </p:extLst>
  </p:cSld>
  <p:clrMap bg1="lt1" tx1="dk1" bg2="lt2" tx2="dk2" accent1="accent1" accent2="accent2" accent3="accent3" accent4="accent4" accent5="accent5" accent6="accent6" hlink="hlink" folHlink="folHlink"/>
  <p:notesStyle>
    <a:lvl1pPr marL="0" algn="l" defTabSz="914400" rtl="0" eaLnBrk="1" latinLnBrk="0" hangingPunct="1">
      <a:defRPr sz="1200" b="0" i="0" kern="1200">
        <a:solidFill>
          <a:schemeClr val="tx1"/>
        </a:solidFill>
        <a:latin typeface="Microsoft YaHei" panose="020B0503020204020204" pitchFamily="34" charset="-122"/>
        <a:ea typeface="Microsoft YaHei" panose="020B0503020204020204" pitchFamily="34" charset="-122"/>
        <a:cs typeface="+mn-cs"/>
      </a:defRPr>
    </a:lvl1pPr>
    <a:lvl2pPr marL="457200" algn="l" defTabSz="914400" rtl="0" eaLnBrk="1" latinLnBrk="0" hangingPunct="1">
      <a:defRPr sz="1200" b="0" i="0" kern="1200">
        <a:solidFill>
          <a:schemeClr val="tx1"/>
        </a:solidFill>
        <a:latin typeface="Microsoft YaHei" panose="020B0503020204020204" pitchFamily="34" charset="-122"/>
        <a:ea typeface="Microsoft YaHei" panose="020B0503020204020204" pitchFamily="34" charset="-122"/>
        <a:cs typeface="+mn-cs"/>
      </a:defRPr>
    </a:lvl2pPr>
    <a:lvl3pPr marL="914400" algn="l" defTabSz="914400" rtl="0" eaLnBrk="1" latinLnBrk="0" hangingPunct="1">
      <a:defRPr sz="1200" b="0" i="0" kern="1200">
        <a:solidFill>
          <a:schemeClr val="tx1"/>
        </a:solidFill>
        <a:latin typeface="Microsoft YaHei" panose="020B0503020204020204" pitchFamily="34" charset="-122"/>
        <a:ea typeface="Microsoft YaHei" panose="020B0503020204020204" pitchFamily="34" charset="-122"/>
        <a:cs typeface="+mn-cs"/>
      </a:defRPr>
    </a:lvl3pPr>
    <a:lvl4pPr marL="1371600" algn="l" defTabSz="914400" rtl="0" eaLnBrk="1" latinLnBrk="0" hangingPunct="1">
      <a:defRPr sz="1200" b="0" i="0" kern="1200">
        <a:solidFill>
          <a:schemeClr val="tx1"/>
        </a:solidFill>
        <a:latin typeface="Microsoft YaHei" panose="020B0503020204020204" pitchFamily="34" charset="-122"/>
        <a:ea typeface="Microsoft YaHei" panose="020B0503020204020204" pitchFamily="34" charset="-122"/>
        <a:cs typeface="+mn-cs"/>
      </a:defRPr>
    </a:lvl4pPr>
    <a:lvl5pPr marL="1828800" algn="l" defTabSz="914400" rtl="0" eaLnBrk="1" latinLnBrk="0" hangingPunct="1">
      <a:defRPr sz="1200" b="0" i="0" kern="1200">
        <a:solidFill>
          <a:schemeClr val="tx1"/>
        </a:solidFill>
        <a:latin typeface="Microsoft YaHei" panose="020B0503020204020204" pitchFamily="34" charset="-122"/>
        <a:ea typeface="Microsoft YaHei" panose="020B0503020204020204" pitchFamily="34"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2B5D99-68E8-190F-9CC5-205767E7A0D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1312402-3742-63CC-2E26-05775AF6E17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154CE3C-6EBA-75F1-DBE0-152EB5B8C4BC}"/>
              </a:ext>
            </a:extLst>
          </p:cNvPr>
          <p:cNvSpPr>
            <a:spLocks noGrp="1"/>
          </p:cNvSpPr>
          <p:nvPr>
            <p:ph type="body" idx="1"/>
          </p:nvPr>
        </p:nvSpPr>
        <p:spPr/>
        <p:txBody>
          <a:bodyPr/>
          <a:lstStyle/>
          <a:p>
            <a:pPr marL="228600" indent="-228600">
              <a:buAutoNum type="arabicPeriod"/>
            </a:pPr>
            <a:endParaRPr lang="zh-CN" altLang="en-US"/>
          </a:p>
        </p:txBody>
      </p:sp>
      <p:sp>
        <p:nvSpPr>
          <p:cNvPr id="4" name="灯片编号占位符 3">
            <a:extLst>
              <a:ext uri="{FF2B5EF4-FFF2-40B4-BE49-F238E27FC236}">
                <a16:creationId xmlns:a16="http://schemas.microsoft.com/office/drawing/2014/main" id="{A5CE688E-AFEB-864A-8FB9-711512CD624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A71869E-0B30-2E4A-B2CE-4A4AFE5E13BE}" type="slidenum">
              <a:rPr kumimoji="1" lang="zh-CN" altLang="en-US" sz="1200" b="0" i="0" u="none" strike="noStrike" kern="1200" cap="none" spc="0" normalizeH="0" baseline="0" noProof="0" smtClean="0">
                <a:ln>
                  <a:noFill/>
                </a:ln>
                <a:solidFill>
                  <a:prstClr val="black"/>
                </a:solidFill>
                <a:effectLst/>
                <a:uLnTx/>
                <a:uFillTx/>
                <a:latin typeface="Microsoft YaHei" panose="020B0503020204020204" pitchFamily="34" charset="-122"/>
                <a:ea typeface="Microsoft YaHe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1" lang="zh-CN" altLang="en-US" sz="1200" b="0" i="0" u="none" strike="noStrike" kern="1200" cap="none" spc="0" normalizeH="0" baseline="0" noProof="0">
              <a:ln>
                <a:noFill/>
              </a:ln>
              <a:solidFill>
                <a:prstClr val="black"/>
              </a:solidFill>
              <a:effectLst/>
              <a:uLnTx/>
              <a:uFillTx/>
              <a:latin typeface="Microsoft YaHei" panose="020B0503020204020204" pitchFamily="34" charset="-122"/>
              <a:ea typeface="Microsoft YaHei" panose="020B0503020204020204" pitchFamily="34" charset="-122"/>
              <a:cs typeface="+mn-cs"/>
            </a:endParaRPr>
          </a:p>
        </p:txBody>
      </p:sp>
    </p:spTree>
    <p:extLst>
      <p:ext uri="{BB962C8B-B14F-4D97-AF65-F5344CB8AC3E}">
        <p14:creationId xmlns:p14="http://schemas.microsoft.com/office/powerpoint/2010/main" val="8467798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BCCB8C-2F2F-14A6-354B-BC985B4C802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7237E1C-2078-2239-78D3-EC6E6F5595F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818FCAC-EDEF-781F-217A-14D9691A8242}"/>
              </a:ext>
            </a:extLst>
          </p:cNvPr>
          <p:cNvSpPr>
            <a:spLocks noGrp="1"/>
          </p:cNvSpPr>
          <p:nvPr>
            <p:ph type="body" idx="1"/>
          </p:nvPr>
        </p:nvSpPr>
        <p:spPr/>
        <p:txBody>
          <a:bodyPr/>
          <a:lstStyle/>
          <a:p>
            <a:pPr marL="228600" indent="-228600">
              <a:buAutoNum type="arabicPeriod"/>
            </a:pPr>
            <a:endParaRPr lang="zh-CN" altLang="en-US"/>
          </a:p>
        </p:txBody>
      </p:sp>
      <p:sp>
        <p:nvSpPr>
          <p:cNvPr id="4" name="灯片编号占位符 3">
            <a:extLst>
              <a:ext uri="{FF2B5EF4-FFF2-40B4-BE49-F238E27FC236}">
                <a16:creationId xmlns:a16="http://schemas.microsoft.com/office/drawing/2014/main" id="{2F334DAF-1B0A-1E52-EF35-3295552762E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A71869E-0B30-2E4A-B2CE-4A4AFE5E13BE}" type="slidenum">
              <a:rPr kumimoji="1" lang="zh-CN" altLang="en-US" sz="1200" b="0" i="0" u="none" strike="noStrike" kern="1200" cap="none" spc="0" normalizeH="0" baseline="0" noProof="0" smtClean="0">
                <a:ln>
                  <a:noFill/>
                </a:ln>
                <a:solidFill>
                  <a:prstClr val="black"/>
                </a:solidFill>
                <a:effectLst/>
                <a:uLnTx/>
                <a:uFillTx/>
                <a:latin typeface="Microsoft YaHei" panose="020B0503020204020204" pitchFamily="34" charset="-122"/>
                <a:ea typeface="Microsoft YaHe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1" lang="zh-CN" altLang="en-US" sz="1200" b="0" i="0" u="none" strike="noStrike" kern="1200" cap="none" spc="0" normalizeH="0" baseline="0" noProof="0">
              <a:ln>
                <a:noFill/>
              </a:ln>
              <a:solidFill>
                <a:prstClr val="black"/>
              </a:solidFill>
              <a:effectLst/>
              <a:uLnTx/>
              <a:uFillTx/>
              <a:latin typeface="Microsoft YaHei" panose="020B0503020204020204" pitchFamily="34" charset="-122"/>
              <a:ea typeface="Microsoft YaHei" panose="020B0503020204020204" pitchFamily="34" charset="-122"/>
              <a:cs typeface="+mn-cs"/>
            </a:endParaRPr>
          </a:p>
        </p:txBody>
      </p:sp>
    </p:spTree>
    <p:extLst>
      <p:ext uri="{BB962C8B-B14F-4D97-AF65-F5344CB8AC3E}">
        <p14:creationId xmlns:p14="http://schemas.microsoft.com/office/powerpoint/2010/main" val="36396670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Large Language Models are advanced AI systems designed to understand and generate human-like text. Their applications in coding are vast and can greatly enhance productivity and quality.</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CED240E-F6DF-432C-B0EC-17BA9B639778}"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44254489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jpeg"/><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jpeg"/><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A">
    <p:spTree>
      <p:nvGrpSpPr>
        <p:cNvPr id="1" name=""/>
        <p:cNvGrpSpPr/>
        <p:nvPr/>
      </p:nvGrpSpPr>
      <p:grpSpPr>
        <a:xfrm>
          <a:off x="0" y="0"/>
          <a:ext cx="0" cy="0"/>
          <a:chOff x="0" y="0"/>
          <a:chExt cx="0" cy="0"/>
        </a:xfrm>
      </p:grpSpPr>
      <p:pic>
        <p:nvPicPr>
          <p:cNvPr id="4" name="Picture 2">
            <a:extLst>
              <a:ext uri="{FF2B5EF4-FFF2-40B4-BE49-F238E27FC236}">
                <a16:creationId xmlns:a16="http://schemas.microsoft.com/office/drawing/2014/main" id="{135BF16F-904E-5BD8-9E2C-DE61F2AB2256}"/>
              </a:ext>
            </a:extLst>
          </p:cNvPr>
          <p:cNvPicPr>
            <a:picLocks noChangeAspect="1"/>
          </p:cNvPicPr>
          <p:nvPr userDrawn="1"/>
        </p:nvPicPr>
        <p:blipFill>
          <a:blip r:embed="rId2"/>
          <a:srcRect/>
          <a:stretch/>
        </p:blipFill>
        <p:spPr>
          <a:xfrm>
            <a:off x="0" y="133"/>
            <a:ext cx="12191531" cy="6857736"/>
          </a:xfrm>
          <a:prstGeom prst="rect">
            <a:avLst/>
          </a:prstGeom>
        </p:spPr>
      </p:pic>
      <p:pic>
        <p:nvPicPr>
          <p:cNvPr id="8" name="图片 7" descr="黑暗中的蓝色星球&#10;&#10;描述已自动生成">
            <a:extLst>
              <a:ext uri="{FF2B5EF4-FFF2-40B4-BE49-F238E27FC236}">
                <a16:creationId xmlns:a16="http://schemas.microsoft.com/office/drawing/2014/main" id="{4311937B-87C6-96DA-BB90-C4C17DA10501}"/>
              </a:ext>
            </a:extLst>
          </p:cNvPr>
          <p:cNvPicPr>
            <a:picLocks noChangeAspect="1"/>
          </p:cNvPicPr>
          <p:nvPr userDrawn="1"/>
        </p:nvPicPr>
        <p:blipFill>
          <a:blip r:embed="rId3"/>
          <a:stretch>
            <a:fillRect/>
          </a:stretch>
        </p:blipFill>
        <p:spPr>
          <a:xfrm>
            <a:off x="0" y="0"/>
            <a:ext cx="12192000" cy="6858000"/>
          </a:xfrm>
          <a:prstGeom prst="rect">
            <a:avLst/>
          </a:prstGeom>
        </p:spPr>
      </p:pic>
      <p:sp>
        <p:nvSpPr>
          <p:cNvPr id="2" name="标题 1">
            <a:extLst>
              <a:ext uri="{FF2B5EF4-FFF2-40B4-BE49-F238E27FC236}">
                <a16:creationId xmlns:a16="http://schemas.microsoft.com/office/drawing/2014/main" id="{6F425169-ABF1-4F2B-47D9-709F7FE39098}"/>
              </a:ext>
            </a:extLst>
          </p:cNvPr>
          <p:cNvSpPr>
            <a:spLocks noGrp="1"/>
          </p:cNvSpPr>
          <p:nvPr>
            <p:ph type="title" hasCustomPrompt="1"/>
          </p:nvPr>
        </p:nvSpPr>
        <p:spPr>
          <a:xfrm>
            <a:off x="413323" y="4996800"/>
            <a:ext cx="11365354" cy="1053971"/>
          </a:xfrm>
          <a:prstGeom prst="rect">
            <a:avLst/>
          </a:prstGeom>
        </p:spPr>
        <p:txBody>
          <a:bodyPr anchor="ctr">
            <a:noAutofit/>
          </a:bodyPr>
          <a:lstStyle>
            <a:lvl1pPr>
              <a:defRPr sz="4600" b="1" i="0" baseline="0">
                <a:solidFill>
                  <a:schemeClr val="bg1"/>
                </a:solidFill>
                <a:latin typeface="Arial" panose="020B0604020202020204" pitchFamily="34" charset="0"/>
              </a:defRPr>
            </a:lvl1pPr>
          </a:lstStyle>
          <a:p>
            <a:r>
              <a:rPr kumimoji="1" lang="en-US" altLang="zh-CN"/>
              <a:t>Click to Edit Main Title  </a:t>
            </a:r>
            <a:endParaRPr kumimoji="1" lang="zh-CN" altLang="en-US"/>
          </a:p>
        </p:txBody>
      </p:sp>
      <p:sp>
        <p:nvSpPr>
          <p:cNvPr id="3" name="灯片编号占位符 2">
            <a:extLst>
              <a:ext uri="{FF2B5EF4-FFF2-40B4-BE49-F238E27FC236}">
                <a16:creationId xmlns:a16="http://schemas.microsoft.com/office/drawing/2014/main" id="{75A84943-755E-E4F0-B3A1-D9CFB8E29281}"/>
              </a:ext>
            </a:extLst>
          </p:cNvPr>
          <p:cNvSpPr>
            <a:spLocks noGrp="1"/>
          </p:cNvSpPr>
          <p:nvPr>
            <p:ph type="sldNum" sz="quarter" idx="10"/>
          </p:nvPr>
        </p:nvSpPr>
        <p:spPr>
          <a:xfrm>
            <a:off x="10892080" y="276711"/>
            <a:ext cx="886598" cy="360000"/>
          </a:xfrm>
          <a:prstGeom prst="rect">
            <a:avLst/>
          </a:prstGeom>
        </p:spPr>
        <p:txBody>
          <a:bodyPr/>
          <a:lstStyle>
            <a:lvl1pPr>
              <a:defRPr lang="zh-CN" altLang="en-US" sz="1050" b="0" i="0" kern="0" spc="-75" smtClean="0">
                <a:solidFill>
                  <a:schemeClr val="bg1"/>
                </a:solidFill>
                <a:latin typeface="Arial" panose="020B0604020202020204" pitchFamily="34" charset="0"/>
                <a:ea typeface="Arial" panose="020B0604020202020204" pitchFamily="34" charset="0"/>
                <a:cs typeface="Arial" panose="020B0604020202020204" pitchFamily="34" charset="0"/>
              </a:defRPr>
            </a:lvl1pPr>
          </a:lstStyle>
          <a:p>
            <a:fld id="{12CD2F67-C3EF-C447-835C-4EE74D5FD49D}" type="slidenum">
              <a:rPr lang="en-US" altLang="zh-CN" smtClean="0"/>
              <a:pPr/>
              <a:t>‹#›</a:t>
            </a:fld>
            <a:endParaRPr lang="en-US"/>
          </a:p>
        </p:txBody>
      </p:sp>
      <p:pic>
        <p:nvPicPr>
          <p:cNvPr id="5" name="图片 4">
            <a:extLst>
              <a:ext uri="{FF2B5EF4-FFF2-40B4-BE49-F238E27FC236}">
                <a16:creationId xmlns:a16="http://schemas.microsoft.com/office/drawing/2014/main" id="{98B80417-A733-EDF9-7269-FF675818B144}"/>
              </a:ext>
            </a:extLst>
          </p:cNvPr>
          <p:cNvPicPr>
            <a:picLocks noChangeAspect="1"/>
          </p:cNvPicPr>
          <p:nvPr userDrawn="1"/>
        </p:nvPicPr>
        <p:blipFill>
          <a:blip r:embed="rId4"/>
          <a:srcRect/>
          <a:stretch/>
        </p:blipFill>
        <p:spPr>
          <a:xfrm>
            <a:off x="413322" y="335689"/>
            <a:ext cx="1406711" cy="295086"/>
          </a:xfrm>
          <a:prstGeom prst="rect">
            <a:avLst/>
          </a:prstGeom>
        </p:spPr>
      </p:pic>
      <p:sp>
        <p:nvSpPr>
          <p:cNvPr id="6" name="文本框 5">
            <a:extLst>
              <a:ext uri="{FF2B5EF4-FFF2-40B4-BE49-F238E27FC236}">
                <a16:creationId xmlns:a16="http://schemas.microsoft.com/office/drawing/2014/main" id="{A16BB56C-716E-E275-C185-56B0C80D0035}"/>
              </a:ext>
            </a:extLst>
          </p:cNvPr>
          <p:cNvSpPr txBox="1"/>
          <p:nvPr userDrawn="1"/>
        </p:nvSpPr>
        <p:spPr>
          <a:xfrm>
            <a:off x="2072140" y="356274"/>
            <a:ext cx="1616148" cy="25391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050" b="0" i="0" kern="0" spc="-75">
                <a:solidFill>
                  <a:schemeClr val="bg1"/>
                </a:solidFill>
                <a:latin typeface="Arial" panose="020B0604020202020204" pitchFamily="34" charset="0"/>
                <a:ea typeface="Scto Grotesk A Regular" pitchFamily="34" charset="-122"/>
                <a:cs typeface="Arial" panose="020B0604020202020204" pitchFamily="34" charset="0"/>
              </a:rPr>
              <a:t>Proprietary and Confidential</a:t>
            </a:r>
            <a:endParaRPr lang="en-US" altLang="zh-CN" sz="1050" b="0" i="0">
              <a:solidFill>
                <a:schemeClr val="bg1"/>
              </a:solidFill>
              <a:latin typeface="Arial" panose="020B0604020202020204" pitchFamily="34" charset="0"/>
              <a:ea typeface="Microsoft YaHei" panose="020B0503020204020204" pitchFamily="34" charset="-122"/>
              <a:cs typeface="Arial" panose="020B0604020202020204" pitchFamily="34" charset="0"/>
            </a:endParaRPr>
          </a:p>
        </p:txBody>
      </p:sp>
    </p:spTree>
    <p:extLst>
      <p:ext uri="{BB962C8B-B14F-4D97-AF65-F5344CB8AC3E}">
        <p14:creationId xmlns:p14="http://schemas.microsoft.com/office/powerpoint/2010/main" val="16261442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ver B">
    <p:spTree>
      <p:nvGrpSpPr>
        <p:cNvPr id="1" name=""/>
        <p:cNvGrpSpPr/>
        <p:nvPr/>
      </p:nvGrpSpPr>
      <p:grpSpPr>
        <a:xfrm>
          <a:off x="0" y="0"/>
          <a:ext cx="0" cy="0"/>
          <a:chOff x="0" y="0"/>
          <a:chExt cx="0" cy="0"/>
        </a:xfrm>
      </p:grpSpPr>
      <p:pic>
        <p:nvPicPr>
          <p:cNvPr id="4" name="Picture 2">
            <a:extLst>
              <a:ext uri="{FF2B5EF4-FFF2-40B4-BE49-F238E27FC236}">
                <a16:creationId xmlns:a16="http://schemas.microsoft.com/office/drawing/2014/main" id="{135BF16F-904E-5BD8-9E2C-DE61F2AB2256}"/>
              </a:ext>
            </a:extLst>
          </p:cNvPr>
          <p:cNvPicPr>
            <a:picLocks noChangeAspect="1"/>
          </p:cNvPicPr>
          <p:nvPr userDrawn="1"/>
        </p:nvPicPr>
        <p:blipFill>
          <a:blip r:embed="rId2"/>
          <a:srcRect/>
          <a:stretch/>
        </p:blipFill>
        <p:spPr>
          <a:xfrm>
            <a:off x="0" y="133"/>
            <a:ext cx="12191531" cy="6857736"/>
          </a:xfrm>
          <a:prstGeom prst="rect">
            <a:avLst/>
          </a:prstGeom>
        </p:spPr>
      </p:pic>
      <p:sp>
        <p:nvSpPr>
          <p:cNvPr id="2" name="标题 1">
            <a:extLst>
              <a:ext uri="{FF2B5EF4-FFF2-40B4-BE49-F238E27FC236}">
                <a16:creationId xmlns:a16="http://schemas.microsoft.com/office/drawing/2014/main" id="{6F425169-ABF1-4F2B-47D9-709F7FE39098}"/>
              </a:ext>
            </a:extLst>
          </p:cNvPr>
          <p:cNvSpPr>
            <a:spLocks noGrp="1"/>
          </p:cNvSpPr>
          <p:nvPr>
            <p:ph type="title" hasCustomPrompt="1"/>
          </p:nvPr>
        </p:nvSpPr>
        <p:spPr>
          <a:xfrm>
            <a:off x="413323" y="1028047"/>
            <a:ext cx="11365354" cy="1053971"/>
          </a:xfrm>
          <a:prstGeom prst="rect">
            <a:avLst/>
          </a:prstGeom>
        </p:spPr>
        <p:txBody>
          <a:bodyPr anchor="ctr">
            <a:noAutofit/>
          </a:bodyPr>
          <a:lstStyle>
            <a:lvl1pPr>
              <a:defRPr sz="4600" b="1" i="0" baseline="0">
                <a:solidFill>
                  <a:schemeClr val="bg1"/>
                </a:solidFill>
                <a:latin typeface="Arial" panose="020B0604020202020204" pitchFamily="34" charset="0"/>
              </a:defRPr>
            </a:lvl1pPr>
          </a:lstStyle>
          <a:p>
            <a:r>
              <a:rPr kumimoji="1" lang="en-US" altLang="zh-CN"/>
              <a:t>Click to Edit Main Title  </a:t>
            </a:r>
            <a:endParaRPr kumimoji="1" lang="zh-CN" altLang="en-US"/>
          </a:p>
        </p:txBody>
      </p:sp>
      <p:sp>
        <p:nvSpPr>
          <p:cNvPr id="3" name="灯片编号占位符 2">
            <a:extLst>
              <a:ext uri="{FF2B5EF4-FFF2-40B4-BE49-F238E27FC236}">
                <a16:creationId xmlns:a16="http://schemas.microsoft.com/office/drawing/2014/main" id="{75A84943-755E-E4F0-B3A1-D9CFB8E29281}"/>
              </a:ext>
            </a:extLst>
          </p:cNvPr>
          <p:cNvSpPr>
            <a:spLocks noGrp="1"/>
          </p:cNvSpPr>
          <p:nvPr>
            <p:ph type="sldNum" sz="quarter" idx="10"/>
          </p:nvPr>
        </p:nvSpPr>
        <p:spPr>
          <a:xfrm>
            <a:off x="10892080" y="276711"/>
            <a:ext cx="886598" cy="360000"/>
          </a:xfrm>
          <a:prstGeom prst="rect">
            <a:avLst/>
          </a:prstGeom>
        </p:spPr>
        <p:txBody>
          <a:bodyPr/>
          <a:lstStyle>
            <a:lvl1pPr>
              <a:defRPr lang="zh-CN" altLang="en-US" sz="1050" b="0" i="0" kern="0" spc="-75" smtClean="0">
                <a:solidFill>
                  <a:schemeClr val="bg1"/>
                </a:solidFill>
                <a:latin typeface="Arial" panose="020B0604020202020204" pitchFamily="34" charset="0"/>
                <a:ea typeface="Arial" panose="020B0604020202020204" pitchFamily="34" charset="0"/>
                <a:cs typeface="Arial" panose="020B0604020202020204" pitchFamily="34" charset="0"/>
              </a:defRPr>
            </a:lvl1pPr>
          </a:lstStyle>
          <a:p>
            <a:fld id="{12CD2F67-C3EF-C447-835C-4EE74D5FD49D}" type="slidenum">
              <a:rPr lang="en-US" altLang="zh-CN" smtClean="0"/>
              <a:pPr/>
              <a:t>‹#›</a:t>
            </a:fld>
            <a:endParaRPr lang="en-US"/>
          </a:p>
        </p:txBody>
      </p:sp>
      <p:sp>
        <p:nvSpPr>
          <p:cNvPr id="11" name="文本占位符 10">
            <a:extLst>
              <a:ext uri="{FF2B5EF4-FFF2-40B4-BE49-F238E27FC236}">
                <a16:creationId xmlns:a16="http://schemas.microsoft.com/office/drawing/2014/main" id="{F5AA5215-40F9-2AE2-0C24-0F6E0A5F23F8}"/>
              </a:ext>
            </a:extLst>
          </p:cNvPr>
          <p:cNvSpPr>
            <a:spLocks noGrp="1"/>
          </p:cNvSpPr>
          <p:nvPr>
            <p:ph type="body" sz="quarter" idx="11" hasCustomPrompt="1"/>
          </p:nvPr>
        </p:nvSpPr>
        <p:spPr>
          <a:xfrm>
            <a:off x="412749" y="2134800"/>
            <a:ext cx="11365353" cy="562362"/>
          </a:xfrm>
          <a:prstGeom prst="rect">
            <a:avLst/>
          </a:prstGeom>
        </p:spPr>
        <p:txBody>
          <a:bodyPr anchor="ctr">
            <a:normAutofit/>
          </a:bodyPr>
          <a:lstStyle>
            <a:lvl1pPr marL="0" indent="0" algn="l" defTabSz="914400" rtl="0" eaLnBrk="1" latinLnBrk="0" hangingPunct="1">
              <a:lnSpc>
                <a:spcPct val="90000"/>
              </a:lnSpc>
              <a:spcBef>
                <a:spcPct val="0"/>
              </a:spcBef>
              <a:buNone/>
              <a:defRPr kumimoji="1" lang="zh-CN" altLang="en-US" sz="2200" b="0" i="0" kern="1200" baseline="0" dirty="0">
                <a:solidFill>
                  <a:schemeClr val="bg1"/>
                </a:solidFill>
                <a:latin typeface="Arial" panose="020B0604020202020204" pitchFamily="34" charset="0"/>
                <a:ea typeface="微软雅黑" panose="020B0503020204020204" pitchFamily="34" charset="-122"/>
                <a:cs typeface="+mj-cs"/>
              </a:defRPr>
            </a:lvl1pPr>
          </a:lstStyle>
          <a:p>
            <a:r>
              <a:rPr kumimoji="1" lang="en-US" altLang="zh-CN" sz="2000"/>
              <a:t>Subtitle</a:t>
            </a:r>
            <a:endParaRPr kumimoji="1" lang="zh-CN" altLang="en-US" sz="2000"/>
          </a:p>
        </p:txBody>
      </p:sp>
      <p:pic>
        <p:nvPicPr>
          <p:cNvPr id="7" name="图片 6">
            <a:extLst>
              <a:ext uri="{FF2B5EF4-FFF2-40B4-BE49-F238E27FC236}">
                <a16:creationId xmlns:a16="http://schemas.microsoft.com/office/drawing/2014/main" id="{620ED404-DFDA-7F78-5118-4C6A68051E1E}"/>
              </a:ext>
            </a:extLst>
          </p:cNvPr>
          <p:cNvPicPr>
            <a:picLocks noChangeAspect="1"/>
          </p:cNvPicPr>
          <p:nvPr userDrawn="1"/>
        </p:nvPicPr>
        <p:blipFill>
          <a:blip r:embed="rId3"/>
          <a:srcRect/>
          <a:stretch/>
        </p:blipFill>
        <p:spPr>
          <a:xfrm>
            <a:off x="412749" y="335689"/>
            <a:ext cx="1406711" cy="295086"/>
          </a:xfrm>
          <a:prstGeom prst="rect">
            <a:avLst/>
          </a:prstGeom>
        </p:spPr>
      </p:pic>
      <p:sp>
        <p:nvSpPr>
          <p:cNvPr id="8" name="文本框 7">
            <a:extLst>
              <a:ext uri="{FF2B5EF4-FFF2-40B4-BE49-F238E27FC236}">
                <a16:creationId xmlns:a16="http://schemas.microsoft.com/office/drawing/2014/main" id="{0A80F966-A561-A220-9DDC-D7106E50FD05}"/>
              </a:ext>
            </a:extLst>
          </p:cNvPr>
          <p:cNvSpPr txBox="1"/>
          <p:nvPr userDrawn="1"/>
        </p:nvSpPr>
        <p:spPr>
          <a:xfrm>
            <a:off x="2072140" y="356274"/>
            <a:ext cx="1616148" cy="25391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050" b="0" i="0" kern="0" spc="-75">
                <a:solidFill>
                  <a:schemeClr val="bg1"/>
                </a:solidFill>
                <a:latin typeface="Arial" panose="020B0604020202020204" pitchFamily="34" charset="0"/>
                <a:ea typeface="Scto Grotesk A Regular" pitchFamily="34" charset="-122"/>
                <a:cs typeface="Arial" panose="020B0604020202020204" pitchFamily="34" charset="0"/>
              </a:rPr>
              <a:t>Proprietary and Confidential</a:t>
            </a:r>
            <a:endParaRPr lang="en-US" altLang="zh-CN" sz="1050" b="0" i="0">
              <a:solidFill>
                <a:schemeClr val="bg1"/>
              </a:solidFill>
              <a:latin typeface="Arial" panose="020B0604020202020204" pitchFamily="34" charset="0"/>
              <a:ea typeface="Microsoft YaHei" panose="020B0503020204020204" pitchFamily="34" charset="-122"/>
              <a:cs typeface="Arial" panose="020B0604020202020204" pitchFamily="34" charset="0"/>
            </a:endParaRPr>
          </a:p>
        </p:txBody>
      </p:sp>
    </p:spTree>
    <p:extLst>
      <p:ext uri="{BB962C8B-B14F-4D97-AF65-F5344CB8AC3E}">
        <p14:creationId xmlns:p14="http://schemas.microsoft.com/office/powerpoint/2010/main" val="17602484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ver C">
    <p:spTree>
      <p:nvGrpSpPr>
        <p:cNvPr id="1" name=""/>
        <p:cNvGrpSpPr/>
        <p:nvPr/>
      </p:nvGrpSpPr>
      <p:grpSpPr>
        <a:xfrm>
          <a:off x="0" y="0"/>
          <a:ext cx="0" cy="0"/>
          <a:chOff x="0" y="0"/>
          <a:chExt cx="0" cy="0"/>
        </a:xfrm>
      </p:grpSpPr>
      <p:pic>
        <p:nvPicPr>
          <p:cNvPr id="7" name="Picture 5">
            <a:extLst>
              <a:ext uri="{FF2B5EF4-FFF2-40B4-BE49-F238E27FC236}">
                <a16:creationId xmlns:a16="http://schemas.microsoft.com/office/drawing/2014/main" id="{01BCC6F9-022B-7BD7-D731-FC72E144C4CC}"/>
              </a:ext>
            </a:extLst>
          </p:cNvPr>
          <p:cNvPicPr>
            <a:picLocks noChangeAspect="1"/>
          </p:cNvPicPr>
          <p:nvPr userDrawn="1"/>
        </p:nvPicPr>
        <p:blipFill>
          <a:blip r:embed="rId2"/>
          <a:srcRect/>
          <a:stretch/>
        </p:blipFill>
        <p:spPr>
          <a:xfrm>
            <a:off x="0" y="133"/>
            <a:ext cx="12191529" cy="6857735"/>
          </a:xfrm>
          <a:prstGeom prst="rect">
            <a:avLst/>
          </a:prstGeom>
        </p:spPr>
      </p:pic>
      <p:sp>
        <p:nvSpPr>
          <p:cNvPr id="2" name="标题 1">
            <a:extLst>
              <a:ext uri="{FF2B5EF4-FFF2-40B4-BE49-F238E27FC236}">
                <a16:creationId xmlns:a16="http://schemas.microsoft.com/office/drawing/2014/main" id="{6F425169-ABF1-4F2B-47D9-709F7FE39098}"/>
              </a:ext>
            </a:extLst>
          </p:cNvPr>
          <p:cNvSpPr>
            <a:spLocks noGrp="1"/>
          </p:cNvSpPr>
          <p:nvPr>
            <p:ph type="title" hasCustomPrompt="1"/>
          </p:nvPr>
        </p:nvSpPr>
        <p:spPr>
          <a:xfrm>
            <a:off x="413323" y="4415880"/>
            <a:ext cx="11365354" cy="1368340"/>
          </a:xfrm>
          <a:prstGeom prst="rect">
            <a:avLst/>
          </a:prstGeom>
        </p:spPr>
        <p:txBody>
          <a:bodyPr anchor="ctr">
            <a:noAutofit/>
          </a:bodyPr>
          <a:lstStyle>
            <a:lvl1pPr>
              <a:defRPr sz="4600" b="1" i="0" baseline="0">
                <a:solidFill>
                  <a:schemeClr val="bg1"/>
                </a:solidFill>
                <a:latin typeface="Arial" panose="020B0604020202020204" pitchFamily="34" charset="0"/>
              </a:defRPr>
            </a:lvl1pPr>
          </a:lstStyle>
          <a:p>
            <a:r>
              <a:rPr kumimoji="1" lang="en-US" altLang="zh-CN"/>
              <a:t>Click to Edit Main Title  </a:t>
            </a:r>
            <a:endParaRPr kumimoji="1" lang="zh-CN" altLang="en-US"/>
          </a:p>
        </p:txBody>
      </p:sp>
      <p:sp>
        <p:nvSpPr>
          <p:cNvPr id="3" name="灯片编号占位符 2">
            <a:extLst>
              <a:ext uri="{FF2B5EF4-FFF2-40B4-BE49-F238E27FC236}">
                <a16:creationId xmlns:a16="http://schemas.microsoft.com/office/drawing/2014/main" id="{75A84943-755E-E4F0-B3A1-D9CFB8E29281}"/>
              </a:ext>
            </a:extLst>
          </p:cNvPr>
          <p:cNvSpPr>
            <a:spLocks noGrp="1"/>
          </p:cNvSpPr>
          <p:nvPr>
            <p:ph type="sldNum" sz="quarter" idx="10"/>
          </p:nvPr>
        </p:nvSpPr>
        <p:spPr>
          <a:xfrm>
            <a:off x="10892080" y="276711"/>
            <a:ext cx="886598" cy="360000"/>
          </a:xfrm>
          <a:prstGeom prst="rect">
            <a:avLst/>
          </a:prstGeom>
        </p:spPr>
        <p:txBody>
          <a:bodyPr/>
          <a:lstStyle>
            <a:lvl1pPr>
              <a:defRPr lang="zh-CN" altLang="en-US" sz="1050" b="0" i="0" kern="0" spc="-75" smtClean="0">
                <a:solidFill>
                  <a:schemeClr val="bg1"/>
                </a:solidFill>
                <a:latin typeface="Arial" panose="020B0604020202020204" pitchFamily="34" charset="0"/>
                <a:ea typeface="Arial" panose="020B0604020202020204" pitchFamily="34" charset="0"/>
                <a:cs typeface="Arial" panose="020B0604020202020204" pitchFamily="34" charset="0"/>
              </a:defRPr>
            </a:lvl1pPr>
          </a:lstStyle>
          <a:p>
            <a:fld id="{12CD2F67-C3EF-C447-835C-4EE74D5FD49D}" type="slidenum">
              <a:rPr lang="en-US" altLang="zh-CN" smtClean="0"/>
              <a:pPr/>
              <a:t>‹#›</a:t>
            </a:fld>
            <a:endParaRPr lang="en-US"/>
          </a:p>
        </p:txBody>
      </p:sp>
      <p:sp>
        <p:nvSpPr>
          <p:cNvPr id="11" name="文本占位符 10">
            <a:extLst>
              <a:ext uri="{FF2B5EF4-FFF2-40B4-BE49-F238E27FC236}">
                <a16:creationId xmlns:a16="http://schemas.microsoft.com/office/drawing/2014/main" id="{F5AA5215-40F9-2AE2-0C24-0F6E0A5F23F8}"/>
              </a:ext>
            </a:extLst>
          </p:cNvPr>
          <p:cNvSpPr>
            <a:spLocks noGrp="1"/>
          </p:cNvSpPr>
          <p:nvPr>
            <p:ph type="body" sz="quarter" idx="11" hasCustomPrompt="1"/>
          </p:nvPr>
        </p:nvSpPr>
        <p:spPr>
          <a:xfrm>
            <a:off x="412749" y="5895729"/>
            <a:ext cx="11365353" cy="505065"/>
          </a:xfrm>
          <a:prstGeom prst="rect">
            <a:avLst/>
          </a:prstGeom>
        </p:spPr>
        <p:txBody>
          <a:bodyPr>
            <a:normAutofit/>
          </a:bodyPr>
          <a:lstStyle>
            <a:lvl1pPr marL="0" indent="0" algn="l" defTabSz="914400" rtl="0" eaLnBrk="1" latinLnBrk="0" hangingPunct="1">
              <a:lnSpc>
                <a:spcPct val="90000"/>
              </a:lnSpc>
              <a:spcBef>
                <a:spcPct val="0"/>
              </a:spcBef>
              <a:buNone/>
              <a:defRPr kumimoji="1" lang="zh-CN" altLang="en-US" sz="2200" b="1" i="0" kern="1200" baseline="0" dirty="0">
                <a:solidFill>
                  <a:schemeClr val="bg1"/>
                </a:solidFill>
                <a:latin typeface="Arial" panose="020B0604020202020204" pitchFamily="34" charset="0"/>
                <a:ea typeface="微软雅黑" panose="020B0503020204020204" pitchFamily="34" charset="-122"/>
                <a:cs typeface="+mj-cs"/>
              </a:defRPr>
            </a:lvl1pPr>
          </a:lstStyle>
          <a:p>
            <a:r>
              <a:rPr kumimoji="1" lang="en-US" altLang="zh-CN" sz="2000"/>
              <a:t>Subtitle</a:t>
            </a:r>
            <a:endParaRPr kumimoji="1" lang="zh-CN" altLang="en-US" sz="2000"/>
          </a:p>
        </p:txBody>
      </p:sp>
      <p:pic>
        <p:nvPicPr>
          <p:cNvPr id="4" name="图片 3">
            <a:extLst>
              <a:ext uri="{FF2B5EF4-FFF2-40B4-BE49-F238E27FC236}">
                <a16:creationId xmlns:a16="http://schemas.microsoft.com/office/drawing/2014/main" id="{BBC31598-7836-43BA-BC20-2DCE257A80A3}"/>
              </a:ext>
            </a:extLst>
          </p:cNvPr>
          <p:cNvPicPr>
            <a:picLocks noChangeAspect="1"/>
          </p:cNvPicPr>
          <p:nvPr userDrawn="1"/>
        </p:nvPicPr>
        <p:blipFill>
          <a:blip r:embed="rId3"/>
          <a:srcRect/>
          <a:stretch/>
        </p:blipFill>
        <p:spPr>
          <a:xfrm>
            <a:off x="412749" y="335689"/>
            <a:ext cx="1406711" cy="295086"/>
          </a:xfrm>
          <a:prstGeom prst="rect">
            <a:avLst/>
          </a:prstGeom>
        </p:spPr>
      </p:pic>
      <p:sp>
        <p:nvSpPr>
          <p:cNvPr id="8" name="文本框 7">
            <a:extLst>
              <a:ext uri="{FF2B5EF4-FFF2-40B4-BE49-F238E27FC236}">
                <a16:creationId xmlns:a16="http://schemas.microsoft.com/office/drawing/2014/main" id="{97865D37-B2B8-2DBE-4CB2-21074735053D}"/>
              </a:ext>
            </a:extLst>
          </p:cNvPr>
          <p:cNvSpPr txBox="1"/>
          <p:nvPr userDrawn="1"/>
        </p:nvSpPr>
        <p:spPr>
          <a:xfrm>
            <a:off x="2072140" y="356274"/>
            <a:ext cx="1616148" cy="25391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050" b="0" i="0" kern="0" spc="-75">
                <a:solidFill>
                  <a:schemeClr val="bg1"/>
                </a:solidFill>
                <a:latin typeface="Arial" panose="020B0604020202020204" pitchFamily="34" charset="0"/>
                <a:ea typeface="Scto Grotesk A Regular" pitchFamily="34" charset="-122"/>
                <a:cs typeface="Arial" panose="020B0604020202020204" pitchFamily="34" charset="0"/>
              </a:rPr>
              <a:t>Proprietary and Confidential</a:t>
            </a:r>
            <a:endParaRPr lang="en-US" altLang="zh-CN" sz="1050" b="0" i="0">
              <a:solidFill>
                <a:schemeClr val="bg1"/>
              </a:solidFill>
              <a:latin typeface="Arial" panose="020B0604020202020204" pitchFamily="34" charset="0"/>
              <a:ea typeface="Microsoft YaHei" panose="020B0503020204020204" pitchFamily="34" charset="-122"/>
              <a:cs typeface="Arial" panose="020B0604020202020204" pitchFamily="34" charset="0"/>
            </a:endParaRPr>
          </a:p>
        </p:txBody>
      </p:sp>
    </p:spTree>
    <p:extLst>
      <p:ext uri="{BB962C8B-B14F-4D97-AF65-F5344CB8AC3E}">
        <p14:creationId xmlns:p14="http://schemas.microsoft.com/office/powerpoint/2010/main" val="19327603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ver D">
    <p:spTree>
      <p:nvGrpSpPr>
        <p:cNvPr id="1" name=""/>
        <p:cNvGrpSpPr/>
        <p:nvPr/>
      </p:nvGrpSpPr>
      <p:grpSpPr>
        <a:xfrm>
          <a:off x="0" y="0"/>
          <a:ext cx="0" cy="0"/>
          <a:chOff x="0" y="0"/>
          <a:chExt cx="0" cy="0"/>
        </a:xfrm>
      </p:grpSpPr>
      <p:sp>
        <p:nvSpPr>
          <p:cNvPr id="7" name="矩形 6">
            <a:extLst>
              <a:ext uri="{FF2B5EF4-FFF2-40B4-BE49-F238E27FC236}">
                <a16:creationId xmlns:a16="http://schemas.microsoft.com/office/drawing/2014/main" id="{8107FE9B-1B7F-5A3A-908B-4272A7BF1400}"/>
              </a:ext>
            </a:extLst>
          </p:cNvPr>
          <p:cNvSpPr/>
          <p:nvPr userDrawn="1"/>
        </p:nvSpPr>
        <p:spPr>
          <a:xfrm>
            <a:off x="0" y="0"/>
            <a:ext cx="12192000"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b="0" i="0">
              <a:latin typeface="Microsoft YaHei" panose="020B0503020204020204" pitchFamily="34" charset="-122"/>
              <a:ea typeface="Microsoft YaHei" panose="020B0503020204020204" pitchFamily="34" charset="-122"/>
            </a:endParaRPr>
          </a:p>
        </p:txBody>
      </p:sp>
      <p:sp>
        <p:nvSpPr>
          <p:cNvPr id="2" name="标题 1">
            <a:extLst>
              <a:ext uri="{FF2B5EF4-FFF2-40B4-BE49-F238E27FC236}">
                <a16:creationId xmlns:a16="http://schemas.microsoft.com/office/drawing/2014/main" id="{6F425169-ABF1-4F2B-47D9-709F7FE39098}"/>
              </a:ext>
            </a:extLst>
          </p:cNvPr>
          <p:cNvSpPr>
            <a:spLocks noGrp="1"/>
          </p:cNvSpPr>
          <p:nvPr>
            <p:ph type="title" hasCustomPrompt="1"/>
          </p:nvPr>
        </p:nvSpPr>
        <p:spPr>
          <a:xfrm>
            <a:off x="413323" y="4752364"/>
            <a:ext cx="11365354" cy="1053971"/>
          </a:xfrm>
          <a:prstGeom prst="rect">
            <a:avLst/>
          </a:prstGeom>
        </p:spPr>
        <p:txBody>
          <a:bodyPr anchor="ctr">
            <a:noAutofit/>
          </a:bodyPr>
          <a:lstStyle>
            <a:lvl1pPr>
              <a:defRPr sz="5400" b="1" i="0" baseline="0">
                <a:solidFill>
                  <a:schemeClr val="bg1"/>
                </a:solidFill>
                <a:latin typeface="Arial" panose="020B0604020202020204" pitchFamily="34" charset="0"/>
              </a:defRPr>
            </a:lvl1pPr>
          </a:lstStyle>
          <a:p>
            <a:r>
              <a:rPr kumimoji="1" lang="en-US" altLang="zh-CN"/>
              <a:t>Click to Edit Main Title  </a:t>
            </a:r>
            <a:endParaRPr kumimoji="1" lang="zh-CN" altLang="en-US"/>
          </a:p>
        </p:txBody>
      </p:sp>
      <p:pic>
        <p:nvPicPr>
          <p:cNvPr id="5" name="图片 4">
            <a:extLst>
              <a:ext uri="{FF2B5EF4-FFF2-40B4-BE49-F238E27FC236}">
                <a16:creationId xmlns:a16="http://schemas.microsoft.com/office/drawing/2014/main" id="{98B80417-A733-EDF9-7269-FF675818B144}"/>
              </a:ext>
            </a:extLst>
          </p:cNvPr>
          <p:cNvPicPr>
            <a:picLocks noChangeAspect="1"/>
          </p:cNvPicPr>
          <p:nvPr userDrawn="1"/>
        </p:nvPicPr>
        <p:blipFill>
          <a:blip r:embed="rId2"/>
          <a:srcRect/>
          <a:stretch/>
        </p:blipFill>
        <p:spPr>
          <a:xfrm>
            <a:off x="412750" y="456711"/>
            <a:ext cx="3194697" cy="670152"/>
          </a:xfrm>
          <a:prstGeom prst="rect">
            <a:avLst/>
          </a:prstGeom>
        </p:spPr>
      </p:pic>
      <p:sp>
        <p:nvSpPr>
          <p:cNvPr id="12" name="文本占位符 11">
            <a:extLst>
              <a:ext uri="{FF2B5EF4-FFF2-40B4-BE49-F238E27FC236}">
                <a16:creationId xmlns:a16="http://schemas.microsoft.com/office/drawing/2014/main" id="{CC9B9109-3AB1-CE02-B69C-5CDE42404989}"/>
              </a:ext>
            </a:extLst>
          </p:cNvPr>
          <p:cNvSpPr>
            <a:spLocks noGrp="1"/>
          </p:cNvSpPr>
          <p:nvPr>
            <p:ph type="body" sz="quarter" idx="10" hasCustomPrompt="1"/>
          </p:nvPr>
        </p:nvSpPr>
        <p:spPr>
          <a:xfrm>
            <a:off x="412750" y="5900392"/>
            <a:ext cx="11365354" cy="814388"/>
          </a:xfrm>
          <a:prstGeom prst="rect">
            <a:avLst/>
          </a:prstGeom>
        </p:spPr>
        <p:txBody>
          <a:bodyPr>
            <a:normAutofit/>
          </a:bodyPr>
          <a:lstStyle>
            <a:lvl1pPr marL="0" indent="0">
              <a:buNone/>
              <a:defRPr sz="2000" b="0" i="0">
                <a:solidFill>
                  <a:schemeClr val="bg1"/>
                </a:solidFill>
                <a:latin typeface="Arial" panose="020B0604020202020204" pitchFamily="34" charset="0"/>
              </a:defRPr>
            </a:lvl1pPr>
          </a:lstStyle>
          <a:p>
            <a:pPr lvl="0"/>
            <a:r>
              <a:rPr kumimoji="1" lang="en-US" altLang="zh-CN"/>
              <a:t>Subtitle</a:t>
            </a:r>
            <a:endParaRPr kumimoji="1" lang="zh-CN" altLang="en-US"/>
          </a:p>
        </p:txBody>
      </p:sp>
      <p:sp>
        <p:nvSpPr>
          <p:cNvPr id="14" name="灯片编号占位符 2">
            <a:extLst>
              <a:ext uri="{FF2B5EF4-FFF2-40B4-BE49-F238E27FC236}">
                <a16:creationId xmlns:a16="http://schemas.microsoft.com/office/drawing/2014/main" id="{F831FFDD-57BB-F315-ED5B-712000C529F5}"/>
              </a:ext>
            </a:extLst>
          </p:cNvPr>
          <p:cNvSpPr>
            <a:spLocks noGrp="1"/>
          </p:cNvSpPr>
          <p:nvPr>
            <p:ph type="sldNum" sz="quarter" idx="11"/>
          </p:nvPr>
        </p:nvSpPr>
        <p:spPr>
          <a:xfrm>
            <a:off x="10892080" y="276711"/>
            <a:ext cx="886598" cy="360000"/>
          </a:xfrm>
          <a:prstGeom prst="rect">
            <a:avLst/>
          </a:prstGeom>
        </p:spPr>
        <p:txBody>
          <a:bodyPr/>
          <a:lstStyle>
            <a:lvl1pPr>
              <a:defRPr lang="zh-CN" altLang="en-US" sz="1050" b="0" i="0" kern="0" spc="-75" smtClean="0">
                <a:solidFill>
                  <a:schemeClr val="bg1"/>
                </a:solidFill>
                <a:latin typeface="Arial" panose="020B0604020202020204" pitchFamily="34" charset="0"/>
                <a:ea typeface="Arial" panose="020B0604020202020204" pitchFamily="34" charset="0"/>
                <a:cs typeface="Arial" panose="020B0604020202020204" pitchFamily="34" charset="0"/>
              </a:defRPr>
            </a:lvl1pPr>
          </a:lstStyle>
          <a:p>
            <a:fld id="{12CD2F67-C3EF-C447-835C-4EE74D5FD49D}" type="slidenum">
              <a:rPr lang="en-US" altLang="zh-CN" smtClean="0"/>
              <a:pPr/>
              <a:t>‹#›</a:t>
            </a:fld>
            <a:endParaRPr lang="en-US"/>
          </a:p>
        </p:txBody>
      </p:sp>
    </p:spTree>
    <p:extLst>
      <p:ext uri="{BB962C8B-B14F-4D97-AF65-F5344CB8AC3E}">
        <p14:creationId xmlns:p14="http://schemas.microsoft.com/office/powerpoint/2010/main" val="32353260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6A806B3-8A68-92E7-3C46-0AE40CB1B297}"/>
              </a:ext>
            </a:extLst>
          </p:cNvPr>
          <p:cNvSpPr>
            <a:spLocks noGrp="1"/>
          </p:cNvSpPr>
          <p:nvPr>
            <p:ph type="title" hasCustomPrompt="1"/>
          </p:nvPr>
        </p:nvSpPr>
        <p:spPr>
          <a:xfrm>
            <a:off x="548640" y="2678054"/>
            <a:ext cx="4352544" cy="1501891"/>
          </a:xfrm>
        </p:spPr>
        <p:txBody>
          <a:bodyPr anchor="ctr">
            <a:normAutofit/>
          </a:bodyPr>
          <a:lstStyle>
            <a:lvl1pPr algn="l">
              <a:defRPr sz="2800" b="0" i="0">
                <a:latin typeface="Arial" panose="020B0604020202020204" pitchFamily="34" charset="0"/>
                <a:cs typeface="Arial" panose="020B0604020202020204" pitchFamily="34" charset="0"/>
              </a:defRPr>
            </a:lvl1pPr>
          </a:lstStyle>
          <a:p>
            <a:r>
              <a:rPr kumimoji="1" lang="en-US" altLang="zh-CN"/>
              <a:t>Agenda</a:t>
            </a:r>
            <a:endParaRPr kumimoji="1" lang="zh-CN" altLang="en-US"/>
          </a:p>
        </p:txBody>
      </p:sp>
      <p:sp>
        <p:nvSpPr>
          <p:cNvPr id="3" name="灯片编号占位符 2">
            <a:extLst>
              <a:ext uri="{FF2B5EF4-FFF2-40B4-BE49-F238E27FC236}">
                <a16:creationId xmlns:a16="http://schemas.microsoft.com/office/drawing/2014/main" id="{7BAC9533-2383-B198-BC26-53882884636B}"/>
              </a:ext>
            </a:extLst>
          </p:cNvPr>
          <p:cNvSpPr>
            <a:spLocks noGrp="1"/>
          </p:cNvSpPr>
          <p:nvPr>
            <p:ph type="sldNum" sz="quarter" idx="10"/>
          </p:nvPr>
        </p:nvSpPr>
        <p:spPr/>
        <p:txBody>
          <a:bodyPr/>
          <a:lstStyle>
            <a:lvl1pPr>
              <a:defRPr b="0" i="0"/>
            </a:lvl1pPr>
          </a:lstStyle>
          <a:p>
            <a:fld id="{12CD2F67-C3EF-C447-835C-4EE74D5FD49D}" type="slidenum">
              <a:rPr kumimoji="1" lang="en-US" altLang="zh-CN" smtClean="0"/>
              <a:pPr/>
              <a:t>‹#›</a:t>
            </a:fld>
            <a:endParaRPr kumimoji="1" lang="en-US"/>
          </a:p>
        </p:txBody>
      </p:sp>
      <p:sp>
        <p:nvSpPr>
          <p:cNvPr id="5" name="文本占位符 4">
            <a:extLst>
              <a:ext uri="{FF2B5EF4-FFF2-40B4-BE49-F238E27FC236}">
                <a16:creationId xmlns:a16="http://schemas.microsoft.com/office/drawing/2014/main" id="{95B1FA8F-2A61-2B62-F544-D73E2E1C8737}"/>
              </a:ext>
            </a:extLst>
          </p:cNvPr>
          <p:cNvSpPr>
            <a:spLocks noGrp="1"/>
          </p:cNvSpPr>
          <p:nvPr>
            <p:ph type="body" sz="quarter" idx="11" hasCustomPrompt="1"/>
          </p:nvPr>
        </p:nvSpPr>
        <p:spPr>
          <a:xfrm>
            <a:off x="5212081" y="1161255"/>
            <a:ext cx="6566598" cy="4535487"/>
          </a:xfrm>
        </p:spPr>
        <p:txBody>
          <a:bodyPr>
            <a:normAutofit/>
          </a:bodyPr>
          <a:lstStyle>
            <a:lvl1pPr marL="432000" indent="-342900">
              <a:spcBef>
                <a:spcPts val="2600"/>
              </a:spcBef>
              <a:buClr>
                <a:schemeClr val="bg1">
                  <a:lumMod val="65000"/>
                </a:schemeClr>
              </a:buClr>
              <a:buSzPct val="65000"/>
              <a:buFont typeface="+mj-lt"/>
              <a:buAutoNum type="arabicPeriod"/>
              <a:defRPr sz="1800"/>
            </a:lvl1pPr>
          </a:lstStyle>
          <a:p>
            <a:pPr lvl="0"/>
            <a:r>
              <a:rPr kumimoji="1" lang="en-US" altLang="zh-CN"/>
              <a:t>Chapter One</a:t>
            </a:r>
          </a:p>
          <a:p>
            <a:pPr lvl="0"/>
            <a:r>
              <a:rPr kumimoji="1" lang="en-US" altLang="zh-CN"/>
              <a:t>Chapter Two</a:t>
            </a:r>
          </a:p>
          <a:p>
            <a:pPr lvl="0"/>
            <a:r>
              <a:rPr kumimoji="1" lang="en-US" altLang="zh-CN"/>
              <a:t>Chapter Three</a:t>
            </a:r>
            <a:endParaRPr kumimoji="1" lang="zh-CN" altLang="en-US"/>
          </a:p>
        </p:txBody>
      </p:sp>
    </p:spTree>
    <p:extLst>
      <p:ext uri="{BB962C8B-B14F-4D97-AF65-F5344CB8AC3E}">
        <p14:creationId xmlns:p14="http://schemas.microsoft.com/office/powerpoint/2010/main" val="19818638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Chapter Title">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6A806B3-8A68-92E7-3C46-0AE40CB1B297}"/>
              </a:ext>
            </a:extLst>
          </p:cNvPr>
          <p:cNvSpPr>
            <a:spLocks noGrp="1"/>
          </p:cNvSpPr>
          <p:nvPr>
            <p:ph type="title" hasCustomPrompt="1"/>
          </p:nvPr>
        </p:nvSpPr>
        <p:spPr>
          <a:xfrm>
            <a:off x="413323" y="4460788"/>
            <a:ext cx="11365354" cy="1501891"/>
          </a:xfrm>
        </p:spPr>
        <p:txBody>
          <a:bodyPr>
            <a:normAutofit/>
          </a:bodyPr>
          <a:lstStyle>
            <a:lvl1pPr>
              <a:defRPr sz="6400" b="0" i="0">
                <a:latin typeface="Arial" panose="020B0604020202020204" pitchFamily="34" charset="0"/>
                <a:cs typeface="Arial" panose="020B0604020202020204" pitchFamily="34" charset="0"/>
              </a:defRPr>
            </a:lvl1pPr>
          </a:lstStyle>
          <a:p>
            <a:r>
              <a:rPr kumimoji="1" lang="en-US" altLang="zh-CN"/>
              <a:t>Chapter Title</a:t>
            </a:r>
            <a:endParaRPr kumimoji="1" lang="zh-CN" altLang="en-US"/>
          </a:p>
        </p:txBody>
      </p:sp>
      <p:sp>
        <p:nvSpPr>
          <p:cNvPr id="3" name="灯片编号占位符 2">
            <a:extLst>
              <a:ext uri="{FF2B5EF4-FFF2-40B4-BE49-F238E27FC236}">
                <a16:creationId xmlns:a16="http://schemas.microsoft.com/office/drawing/2014/main" id="{7BAC9533-2383-B198-BC26-53882884636B}"/>
              </a:ext>
            </a:extLst>
          </p:cNvPr>
          <p:cNvSpPr>
            <a:spLocks noGrp="1"/>
          </p:cNvSpPr>
          <p:nvPr>
            <p:ph type="sldNum" sz="quarter" idx="10"/>
          </p:nvPr>
        </p:nvSpPr>
        <p:spPr/>
        <p:txBody>
          <a:bodyPr/>
          <a:lstStyle>
            <a:lvl1pPr>
              <a:defRPr b="0" i="0"/>
            </a:lvl1pPr>
          </a:lstStyle>
          <a:p>
            <a:fld id="{12CD2F67-C3EF-C447-835C-4EE74D5FD49D}" type="slidenum">
              <a:rPr kumimoji="1" lang="en-US" altLang="zh-CN" smtClean="0"/>
              <a:pPr/>
              <a:t>‹#›</a:t>
            </a:fld>
            <a:endParaRPr kumimoji="1" lang="en-US"/>
          </a:p>
        </p:txBody>
      </p:sp>
    </p:spTree>
    <p:extLst>
      <p:ext uri="{BB962C8B-B14F-4D97-AF65-F5344CB8AC3E}">
        <p14:creationId xmlns:p14="http://schemas.microsoft.com/office/powerpoint/2010/main" val="10415079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hapter Subtitle">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6A806B3-8A68-92E7-3C46-0AE40CB1B297}"/>
              </a:ext>
            </a:extLst>
          </p:cNvPr>
          <p:cNvSpPr>
            <a:spLocks noGrp="1"/>
          </p:cNvSpPr>
          <p:nvPr>
            <p:ph type="title" hasCustomPrompt="1"/>
          </p:nvPr>
        </p:nvSpPr>
        <p:spPr>
          <a:xfrm>
            <a:off x="413323" y="2829697"/>
            <a:ext cx="11365354" cy="1501891"/>
          </a:xfrm>
        </p:spPr>
        <p:txBody>
          <a:bodyPr>
            <a:normAutofit/>
          </a:bodyPr>
          <a:lstStyle>
            <a:lvl1pPr>
              <a:defRPr sz="6400" b="0" i="0">
                <a:latin typeface="Arial" panose="020B0604020202020204" pitchFamily="34" charset="0"/>
                <a:cs typeface="Arial" panose="020B0604020202020204" pitchFamily="34" charset="0"/>
              </a:defRPr>
            </a:lvl1pPr>
          </a:lstStyle>
          <a:p>
            <a:r>
              <a:rPr kumimoji="1" lang="en-US" altLang="zh-CN"/>
              <a:t>Chapter Title or Quotes</a:t>
            </a:r>
            <a:endParaRPr kumimoji="1" lang="zh-CN" altLang="en-US"/>
          </a:p>
        </p:txBody>
      </p:sp>
      <p:sp>
        <p:nvSpPr>
          <p:cNvPr id="3" name="灯片编号占位符 2">
            <a:extLst>
              <a:ext uri="{FF2B5EF4-FFF2-40B4-BE49-F238E27FC236}">
                <a16:creationId xmlns:a16="http://schemas.microsoft.com/office/drawing/2014/main" id="{7BAC9533-2383-B198-BC26-53882884636B}"/>
              </a:ext>
            </a:extLst>
          </p:cNvPr>
          <p:cNvSpPr>
            <a:spLocks noGrp="1"/>
          </p:cNvSpPr>
          <p:nvPr>
            <p:ph type="sldNum" sz="quarter" idx="10"/>
          </p:nvPr>
        </p:nvSpPr>
        <p:spPr/>
        <p:txBody>
          <a:bodyPr/>
          <a:lstStyle>
            <a:lvl1pPr>
              <a:defRPr b="0" i="0"/>
            </a:lvl1pPr>
          </a:lstStyle>
          <a:p>
            <a:fld id="{12CD2F67-C3EF-C447-835C-4EE74D5FD49D}" type="slidenum">
              <a:rPr kumimoji="1" lang="en-US" altLang="zh-CN" smtClean="0"/>
              <a:pPr/>
              <a:t>‹#›</a:t>
            </a:fld>
            <a:endParaRPr kumimoji="1" lang="en-US"/>
          </a:p>
        </p:txBody>
      </p:sp>
      <p:sp>
        <p:nvSpPr>
          <p:cNvPr id="5" name="文本占位符 4">
            <a:extLst>
              <a:ext uri="{FF2B5EF4-FFF2-40B4-BE49-F238E27FC236}">
                <a16:creationId xmlns:a16="http://schemas.microsoft.com/office/drawing/2014/main" id="{ACD08B19-9884-CD15-0889-3C5AAB107AC3}"/>
              </a:ext>
            </a:extLst>
          </p:cNvPr>
          <p:cNvSpPr>
            <a:spLocks noGrp="1"/>
          </p:cNvSpPr>
          <p:nvPr>
            <p:ph type="body" sz="quarter" idx="11" hasCustomPrompt="1"/>
          </p:nvPr>
        </p:nvSpPr>
        <p:spPr>
          <a:xfrm>
            <a:off x="412749" y="4435475"/>
            <a:ext cx="11365353" cy="1471613"/>
          </a:xfrm>
        </p:spPr>
        <p:txBody>
          <a:bodyPr>
            <a:normAutofit/>
          </a:bodyPr>
          <a:lstStyle>
            <a:lvl1pPr marL="0" indent="0">
              <a:buNone/>
              <a:defRPr sz="2800" baseline="0">
                <a:solidFill>
                  <a:srgbClr val="8C8C8C"/>
                </a:solidFill>
                <a:ea typeface="微软雅黑" panose="020B0503020204020204" pitchFamily="34" charset="-122"/>
              </a:defRPr>
            </a:lvl1pPr>
          </a:lstStyle>
          <a:p>
            <a:pPr lvl="0"/>
            <a:r>
              <a:rPr kumimoji="1" lang="en-US" altLang="zh-CN"/>
              <a:t>Chapter Subtitle or Source Name of the Quotes</a:t>
            </a:r>
            <a:endParaRPr kumimoji="1" lang="zh-CN" altLang="en-US"/>
          </a:p>
        </p:txBody>
      </p:sp>
    </p:spTree>
    <p:extLst>
      <p:ext uri="{BB962C8B-B14F-4D97-AF65-F5344CB8AC3E}">
        <p14:creationId xmlns:p14="http://schemas.microsoft.com/office/powerpoint/2010/main" val="40834090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Content">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7BAC9533-2383-B198-BC26-53882884636B}"/>
              </a:ext>
            </a:extLst>
          </p:cNvPr>
          <p:cNvSpPr>
            <a:spLocks noGrp="1"/>
          </p:cNvSpPr>
          <p:nvPr>
            <p:ph type="sldNum" sz="quarter" idx="10"/>
          </p:nvPr>
        </p:nvSpPr>
        <p:spPr/>
        <p:txBody>
          <a:bodyPr/>
          <a:lstStyle>
            <a:lvl1pPr>
              <a:defRPr b="0" i="0"/>
            </a:lvl1pPr>
          </a:lstStyle>
          <a:p>
            <a:fld id="{12CD2F67-C3EF-C447-835C-4EE74D5FD49D}" type="slidenum">
              <a:rPr kumimoji="1" lang="en-US" altLang="zh-CN" smtClean="0"/>
              <a:pPr/>
              <a:t>‹#›</a:t>
            </a:fld>
            <a:endParaRPr kumimoji="1" lang="en-US"/>
          </a:p>
        </p:txBody>
      </p:sp>
      <p:sp>
        <p:nvSpPr>
          <p:cNvPr id="4" name="文本占位符 2">
            <a:extLst>
              <a:ext uri="{FF2B5EF4-FFF2-40B4-BE49-F238E27FC236}">
                <a16:creationId xmlns:a16="http://schemas.microsoft.com/office/drawing/2014/main" id="{15D6D2B3-2DF3-5BAA-199F-61BE25EFCBA9}"/>
              </a:ext>
            </a:extLst>
          </p:cNvPr>
          <p:cNvSpPr>
            <a:spLocks noGrp="1"/>
          </p:cNvSpPr>
          <p:nvPr>
            <p:ph idx="1"/>
          </p:nvPr>
        </p:nvSpPr>
        <p:spPr>
          <a:xfrm>
            <a:off x="407545" y="1772157"/>
            <a:ext cx="11365354" cy="4809132"/>
          </a:xfrm>
          <a:prstGeom prst="rect">
            <a:avLst/>
          </a:prstGeom>
        </p:spPr>
        <p:txBody>
          <a:bodyPr vert="horz" lIns="91440" tIns="45720" rIns="91440" bIns="45720" rtlCol="0">
            <a:normAutofit/>
          </a:bodyPr>
          <a:lstStyle>
            <a:lvl1pPr>
              <a:defRPr sz="1600"/>
            </a:lvl1pPr>
            <a:lvl2pPr>
              <a:defRPr sz="1100" b="0" i="0">
                <a:latin typeface="Arial" panose="020B0604020202020204" pitchFamily="34" charset="0"/>
              </a:defRPr>
            </a:lvl2pPr>
          </a:lstStyle>
          <a:p>
            <a:pPr lvl="0"/>
            <a:r>
              <a:rPr kumimoji="1" lang="en-US" altLang="zh-CN"/>
              <a:t>Content Level 1</a:t>
            </a:r>
          </a:p>
          <a:p>
            <a:pPr lvl="1"/>
            <a:r>
              <a:rPr kumimoji="1" lang="en-US" altLang="zh-CN"/>
              <a:t>Content Level 2</a:t>
            </a:r>
          </a:p>
          <a:p>
            <a:pPr lvl="1"/>
            <a:r>
              <a:rPr kumimoji="1" lang="en-US" altLang="zh-CN"/>
              <a:t>	Content Level 3</a:t>
            </a:r>
          </a:p>
        </p:txBody>
      </p:sp>
      <p:sp>
        <p:nvSpPr>
          <p:cNvPr id="5" name="标题 4">
            <a:extLst>
              <a:ext uri="{FF2B5EF4-FFF2-40B4-BE49-F238E27FC236}">
                <a16:creationId xmlns:a16="http://schemas.microsoft.com/office/drawing/2014/main" id="{31CB0C8B-EA50-F6F3-9BB4-ED9D783DFDB4}"/>
              </a:ext>
            </a:extLst>
          </p:cNvPr>
          <p:cNvSpPr>
            <a:spLocks noGrp="1"/>
          </p:cNvSpPr>
          <p:nvPr>
            <p:ph type="title" hasCustomPrompt="1"/>
          </p:nvPr>
        </p:nvSpPr>
        <p:spPr>
          <a:xfrm>
            <a:off x="413323" y="1144799"/>
            <a:ext cx="11365354" cy="547200"/>
          </a:xfrm>
        </p:spPr>
        <p:txBody>
          <a:bodyPr anchor="t"/>
          <a:lstStyle>
            <a:lvl1pPr>
              <a:defRPr b="0" i="0">
                <a:latin typeface="Arial" panose="020B0604020202020204" pitchFamily="34" charset="0"/>
              </a:defRPr>
            </a:lvl1pPr>
          </a:lstStyle>
          <a:p>
            <a:r>
              <a:rPr kumimoji="1" lang="en-US" altLang="zh-CN"/>
              <a:t>Page Title</a:t>
            </a:r>
            <a:endParaRPr kumimoji="1" lang="zh-CN" altLang="en-US"/>
          </a:p>
        </p:txBody>
      </p:sp>
    </p:spTree>
    <p:extLst>
      <p:ext uri="{BB962C8B-B14F-4D97-AF65-F5344CB8AC3E}">
        <p14:creationId xmlns:p14="http://schemas.microsoft.com/office/powerpoint/2010/main" val="22858738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ubtitle">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7BAC9533-2383-B198-BC26-53882884636B}"/>
              </a:ext>
            </a:extLst>
          </p:cNvPr>
          <p:cNvSpPr>
            <a:spLocks noGrp="1"/>
          </p:cNvSpPr>
          <p:nvPr>
            <p:ph type="sldNum" sz="quarter" idx="10"/>
          </p:nvPr>
        </p:nvSpPr>
        <p:spPr/>
        <p:txBody>
          <a:bodyPr/>
          <a:lstStyle>
            <a:lvl1pPr>
              <a:defRPr b="0" i="0"/>
            </a:lvl1pPr>
          </a:lstStyle>
          <a:p>
            <a:fld id="{12CD2F67-C3EF-C447-835C-4EE74D5FD49D}" type="slidenum">
              <a:rPr kumimoji="1" lang="en-US" altLang="zh-CN" smtClean="0"/>
              <a:pPr/>
              <a:t>‹#›</a:t>
            </a:fld>
            <a:endParaRPr kumimoji="1" lang="en-US"/>
          </a:p>
        </p:txBody>
      </p:sp>
      <p:sp>
        <p:nvSpPr>
          <p:cNvPr id="6" name="文本占位符 5">
            <a:extLst>
              <a:ext uri="{FF2B5EF4-FFF2-40B4-BE49-F238E27FC236}">
                <a16:creationId xmlns:a16="http://schemas.microsoft.com/office/drawing/2014/main" id="{383A26E7-F5E1-9A5C-0C5D-E1CAED18805C}"/>
              </a:ext>
            </a:extLst>
          </p:cNvPr>
          <p:cNvSpPr>
            <a:spLocks noGrp="1"/>
          </p:cNvSpPr>
          <p:nvPr>
            <p:ph type="body" sz="quarter" idx="11" hasCustomPrompt="1"/>
          </p:nvPr>
        </p:nvSpPr>
        <p:spPr>
          <a:xfrm>
            <a:off x="412750" y="810686"/>
            <a:ext cx="11365354" cy="334319"/>
          </a:xfrm>
        </p:spPr>
        <p:txBody>
          <a:bodyPr anchor="b">
            <a:noAutofit/>
          </a:bodyPr>
          <a:lstStyle>
            <a:lvl1pPr marL="0" indent="0">
              <a:buNone/>
              <a:defRPr sz="1200">
                <a:solidFill>
                  <a:schemeClr val="tx1"/>
                </a:solidFill>
              </a:defRPr>
            </a:lvl1pPr>
          </a:lstStyle>
          <a:p>
            <a:pPr lvl="0"/>
            <a:r>
              <a:rPr kumimoji="1" lang="en-US" altLang="zh-CN"/>
              <a:t>Subtitle</a:t>
            </a:r>
            <a:endParaRPr kumimoji="1" lang="zh-CN" altLang="en-US"/>
          </a:p>
        </p:txBody>
      </p:sp>
      <p:sp>
        <p:nvSpPr>
          <p:cNvPr id="4" name="标题 3">
            <a:extLst>
              <a:ext uri="{FF2B5EF4-FFF2-40B4-BE49-F238E27FC236}">
                <a16:creationId xmlns:a16="http://schemas.microsoft.com/office/drawing/2014/main" id="{AADA96D7-AD10-6379-0AEA-1E9B7C395FC4}"/>
              </a:ext>
            </a:extLst>
          </p:cNvPr>
          <p:cNvSpPr>
            <a:spLocks noGrp="1"/>
          </p:cNvSpPr>
          <p:nvPr>
            <p:ph type="title" hasCustomPrompt="1"/>
          </p:nvPr>
        </p:nvSpPr>
        <p:spPr/>
        <p:txBody>
          <a:bodyPr anchor="t"/>
          <a:lstStyle>
            <a:lvl1pPr>
              <a:defRPr b="0" i="0">
                <a:latin typeface="Arial" panose="020B0604020202020204" pitchFamily="34" charset="0"/>
              </a:defRPr>
            </a:lvl1pPr>
          </a:lstStyle>
          <a:p>
            <a:r>
              <a:rPr kumimoji="1" lang="en-US" altLang="zh-CN"/>
              <a:t>Page Title</a:t>
            </a:r>
            <a:endParaRPr kumimoji="1" lang="zh-CN" altLang="en-US"/>
          </a:p>
        </p:txBody>
      </p:sp>
    </p:spTree>
    <p:extLst>
      <p:ext uri="{BB962C8B-B14F-4D97-AF65-F5344CB8AC3E}">
        <p14:creationId xmlns:p14="http://schemas.microsoft.com/office/powerpoint/2010/main" val="8969116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Image on right">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B52F44DE-697A-FA6F-B1BE-4DAC4887B31A}"/>
              </a:ext>
            </a:extLst>
          </p:cNvPr>
          <p:cNvSpPr>
            <a:spLocks noGrp="1"/>
          </p:cNvSpPr>
          <p:nvPr>
            <p:ph type="sldNum" sz="quarter" idx="10"/>
          </p:nvPr>
        </p:nvSpPr>
        <p:spPr/>
        <p:txBody>
          <a:bodyPr/>
          <a:lstStyle>
            <a:lvl1pPr>
              <a:defRPr b="0" i="0"/>
            </a:lvl1pPr>
          </a:lstStyle>
          <a:p>
            <a:fld id="{12CD2F67-C3EF-C447-835C-4EE74D5FD49D}" type="slidenum">
              <a:rPr kumimoji="1" lang="en-US" altLang="zh-CN" smtClean="0"/>
              <a:pPr/>
              <a:t>‹#›</a:t>
            </a:fld>
            <a:endParaRPr kumimoji="1" lang="en-US"/>
          </a:p>
        </p:txBody>
      </p:sp>
      <p:sp>
        <p:nvSpPr>
          <p:cNvPr id="4" name="图片占位符 4">
            <a:extLst>
              <a:ext uri="{FF2B5EF4-FFF2-40B4-BE49-F238E27FC236}">
                <a16:creationId xmlns:a16="http://schemas.microsoft.com/office/drawing/2014/main" id="{E99BB97B-A4CE-D858-DC7D-FCAB5D1386A4}"/>
              </a:ext>
            </a:extLst>
          </p:cNvPr>
          <p:cNvSpPr>
            <a:spLocks noGrp="1"/>
          </p:cNvSpPr>
          <p:nvPr>
            <p:ph type="pic" sz="quarter" idx="11" hasCustomPrompt="1"/>
          </p:nvPr>
        </p:nvSpPr>
        <p:spPr>
          <a:xfrm>
            <a:off x="7154562" y="902043"/>
            <a:ext cx="4615877" cy="5535827"/>
          </a:xfrm>
          <a:prstGeom prst="roundRect">
            <a:avLst>
              <a:gd name="adj" fmla="val 670"/>
            </a:avLst>
          </a:prstGeom>
        </p:spPr>
        <p:txBody>
          <a:bodyPr/>
          <a:lstStyle/>
          <a:p>
            <a:r>
              <a:rPr kumimoji="1" lang="en-US" altLang="zh-CN"/>
              <a:t>Insert Image</a:t>
            </a:r>
            <a:endParaRPr kumimoji="1" lang="zh-CN" altLang="en-US"/>
          </a:p>
        </p:txBody>
      </p:sp>
      <p:sp>
        <p:nvSpPr>
          <p:cNvPr id="5" name="圆角矩形 4">
            <a:extLst>
              <a:ext uri="{FF2B5EF4-FFF2-40B4-BE49-F238E27FC236}">
                <a16:creationId xmlns:a16="http://schemas.microsoft.com/office/drawing/2014/main" id="{D18D56BA-130A-DE4F-BCFC-77E2DDDB03AA}"/>
              </a:ext>
            </a:extLst>
          </p:cNvPr>
          <p:cNvSpPr/>
          <p:nvPr userDrawn="1"/>
        </p:nvSpPr>
        <p:spPr>
          <a:xfrm>
            <a:off x="469557" y="902043"/>
            <a:ext cx="6512011" cy="5535827"/>
          </a:xfrm>
          <a:prstGeom prst="roundRect">
            <a:avLst>
              <a:gd name="adj" fmla="val 1488"/>
            </a:avLst>
          </a:prstGeom>
          <a:solidFill>
            <a:srgbClr val="D2D2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b="0" i="0">
              <a:latin typeface="Microsoft YaHei" panose="020B0503020204020204" pitchFamily="34" charset="-122"/>
              <a:ea typeface="Microsoft YaHei" panose="020B0503020204020204" pitchFamily="34" charset="-122"/>
            </a:endParaRPr>
          </a:p>
        </p:txBody>
      </p:sp>
      <p:sp>
        <p:nvSpPr>
          <p:cNvPr id="6" name="标题 1">
            <a:extLst>
              <a:ext uri="{FF2B5EF4-FFF2-40B4-BE49-F238E27FC236}">
                <a16:creationId xmlns:a16="http://schemas.microsoft.com/office/drawing/2014/main" id="{C5389B48-BBD7-01FA-9F9D-658E5E9CBADC}"/>
              </a:ext>
            </a:extLst>
          </p:cNvPr>
          <p:cNvSpPr>
            <a:spLocks noGrp="1"/>
          </p:cNvSpPr>
          <p:nvPr>
            <p:ph type="title" hasCustomPrompt="1"/>
          </p:nvPr>
        </p:nvSpPr>
        <p:spPr>
          <a:xfrm>
            <a:off x="827219" y="2192639"/>
            <a:ext cx="5870143" cy="2663566"/>
          </a:xfrm>
        </p:spPr>
        <p:txBody>
          <a:bodyPr anchor="t">
            <a:normAutofit/>
          </a:bodyPr>
          <a:lstStyle>
            <a:lvl1pPr>
              <a:defRPr sz="2000" b="0" i="0">
                <a:latin typeface="Arial" panose="020B0604020202020204" pitchFamily="34" charset="0"/>
                <a:cs typeface="Arial" panose="020B0604020202020204" pitchFamily="34" charset="0"/>
              </a:defRPr>
            </a:lvl1pPr>
          </a:lstStyle>
          <a:p>
            <a:r>
              <a:rPr kumimoji="1" lang="en-US" altLang="zh-CN"/>
              <a:t>Page Title</a:t>
            </a:r>
            <a:endParaRPr kumimoji="1" lang="zh-CN" altLang="en-US"/>
          </a:p>
        </p:txBody>
      </p:sp>
      <p:sp>
        <p:nvSpPr>
          <p:cNvPr id="7" name="文本占位符 5">
            <a:extLst>
              <a:ext uri="{FF2B5EF4-FFF2-40B4-BE49-F238E27FC236}">
                <a16:creationId xmlns:a16="http://schemas.microsoft.com/office/drawing/2014/main" id="{04F9C231-473A-07B1-4F02-F07ED92B4F3D}"/>
              </a:ext>
            </a:extLst>
          </p:cNvPr>
          <p:cNvSpPr>
            <a:spLocks noGrp="1"/>
          </p:cNvSpPr>
          <p:nvPr>
            <p:ph type="body" sz="quarter" idx="12" hasCustomPrompt="1"/>
          </p:nvPr>
        </p:nvSpPr>
        <p:spPr>
          <a:xfrm>
            <a:off x="826646" y="4985266"/>
            <a:ext cx="5870143" cy="334319"/>
          </a:xfrm>
        </p:spPr>
        <p:txBody>
          <a:bodyPr>
            <a:normAutofit/>
          </a:bodyPr>
          <a:lstStyle>
            <a:lvl1pPr marL="0" indent="0">
              <a:buNone/>
              <a:defRPr sz="1600">
                <a:solidFill>
                  <a:schemeClr val="tx1"/>
                </a:solidFill>
              </a:defRPr>
            </a:lvl1pPr>
          </a:lstStyle>
          <a:p>
            <a:pPr lvl="0"/>
            <a:r>
              <a:rPr kumimoji="1" lang="en-US" altLang="zh-CN"/>
              <a:t>Subtitle</a:t>
            </a:r>
            <a:endParaRPr kumimoji="1" lang="zh-CN" altLang="en-US"/>
          </a:p>
        </p:txBody>
      </p:sp>
    </p:spTree>
    <p:extLst>
      <p:ext uri="{BB962C8B-B14F-4D97-AF65-F5344CB8AC3E}">
        <p14:creationId xmlns:p14="http://schemas.microsoft.com/office/powerpoint/2010/main" val="16297798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Image on left">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B52F44DE-697A-FA6F-B1BE-4DAC4887B31A}"/>
              </a:ext>
            </a:extLst>
          </p:cNvPr>
          <p:cNvSpPr>
            <a:spLocks noGrp="1"/>
          </p:cNvSpPr>
          <p:nvPr>
            <p:ph type="sldNum" sz="quarter" idx="10"/>
          </p:nvPr>
        </p:nvSpPr>
        <p:spPr/>
        <p:txBody>
          <a:bodyPr/>
          <a:lstStyle>
            <a:lvl1pPr>
              <a:defRPr b="0" i="0"/>
            </a:lvl1pPr>
          </a:lstStyle>
          <a:p>
            <a:fld id="{12CD2F67-C3EF-C447-835C-4EE74D5FD49D}" type="slidenum">
              <a:rPr kumimoji="1" lang="en-US" altLang="zh-CN" smtClean="0"/>
              <a:pPr/>
              <a:t>‹#›</a:t>
            </a:fld>
            <a:endParaRPr kumimoji="1" lang="en-US"/>
          </a:p>
        </p:txBody>
      </p:sp>
      <p:sp>
        <p:nvSpPr>
          <p:cNvPr id="4" name="图片占位符 4">
            <a:extLst>
              <a:ext uri="{FF2B5EF4-FFF2-40B4-BE49-F238E27FC236}">
                <a16:creationId xmlns:a16="http://schemas.microsoft.com/office/drawing/2014/main" id="{E99BB97B-A4CE-D858-DC7D-FCAB5D1386A4}"/>
              </a:ext>
            </a:extLst>
          </p:cNvPr>
          <p:cNvSpPr>
            <a:spLocks noGrp="1"/>
          </p:cNvSpPr>
          <p:nvPr>
            <p:ph type="pic" sz="quarter" idx="11" hasCustomPrompt="1"/>
          </p:nvPr>
        </p:nvSpPr>
        <p:spPr>
          <a:xfrm>
            <a:off x="469557" y="902043"/>
            <a:ext cx="4615877" cy="5535827"/>
          </a:xfrm>
          <a:prstGeom prst="roundRect">
            <a:avLst>
              <a:gd name="adj" fmla="val 670"/>
            </a:avLst>
          </a:prstGeom>
        </p:spPr>
        <p:txBody>
          <a:bodyPr/>
          <a:lstStyle/>
          <a:p>
            <a:r>
              <a:rPr kumimoji="1" lang="en-US" altLang="zh-CN"/>
              <a:t>Insert Image</a:t>
            </a:r>
            <a:endParaRPr kumimoji="1" lang="zh-CN" altLang="en-US"/>
          </a:p>
        </p:txBody>
      </p:sp>
      <p:sp>
        <p:nvSpPr>
          <p:cNvPr id="5" name="圆角矩形 4">
            <a:extLst>
              <a:ext uri="{FF2B5EF4-FFF2-40B4-BE49-F238E27FC236}">
                <a16:creationId xmlns:a16="http://schemas.microsoft.com/office/drawing/2014/main" id="{D18D56BA-130A-DE4F-BCFC-77E2DDDB03AA}"/>
              </a:ext>
            </a:extLst>
          </p:cNvPr>
          <p:cNvSpPr/>
          <p:nvPr userDrawn="1"/>
        </p:nvSpPr>
        <p:spPr>
          <a:xfrm>
            <a:off x="5266667" y="902043"/>
            <a:ext cx="6512011" cy="5535827"/>
          </a:xfrm>
          <a:prstGeom prst="roundRect">
            <a:avLst>
              <a:gd name="adj" fmla="val 1488"/>
            </a:avLst>
          </a:prstGeom>
          <a:solidFill>
            <a:srgbClr val="D2D2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b="0" i="0">
              <a:latin typeface="Microsoft YaHei" panose="020B0503020204020204" pitchFamily="34" charset="-122"/>
              <a:ea typeface="Microsoft YaHei" panose="020B0503020204020204" pitchFamily="34" charset="-122"/>
            </a:endParaRPr>
          </a:p>
        </p:txBody>
      </p:sp>
      <p:sp>
        <p:nvSpPr>
          <p:cNvPr id="6" name="标题 1">
            <a:extLst>
              <a:ext uri="{FF2B5EF4-FFF2-40B4-BE49-F238E27FC236}">
                <a16:creationId xmlns:a16="http://schemas.microsoft.com/office/drawing/2014/main" id="{C5389B48-BBD7-01FA-9F9D-658E5E9CBADC}"/>
              </a:ext>
            </a:extLst>
          </p:cNvPr>
          <p:cNvSpPr>
            <a:spLocks noGrp="1"/>
          </p:cNvSpPr>
          <p:nvPr>
            <p:ph type="title" hasCustomPrompt="1"/>
          </p:nvPr>
        </p:nvSpPr>
        <p:spPr>
          <a:xfrm>
            <a:off x="5624329" y="2192639"/>
            <a:ext cx="5870143" cy="2663566"/>
          </a:xfrm>
        </p:spPr>
        <p:txBody>
          <a:bodyPr anchor="t">
            <a:normAutofit/>
          </a:bodyPr>
          <a:lstStyle>
            <a:lvl1pPr>
              <a:defRPr sz="2000" b="0" i="0">
                <a:latin typeface="Arial" panose="020B0604020202020204" pitchFamily="34" charset="0"/>
                <a:cs typeface="Arial" panose="020B0604020202020204" pitchFamily="34" charset="0"/>
              </a:defRPr>
            </a:lvl1pPr>
          </a:lstStyle>
          <a:p>
            <a:r>
              <a:rPr kumimoji="1" lang="en-US" altLang="zh-CN"/>
              <a:t>Page Title</a:t>
            </a:r>
            <a:endParaRPr kumimoji="1" lang="zh-CN" altLang="en-US"/>
          </a:p>
        </p:txBody>
      </p:sp>
      <p:sp>
        <p:nvSpPr>
          <p:cNvPr id="7" name="文本占位符 5">
            <a:extLst>
              <a:ext uri="{FF2B5EF4-FFF2-40B4-BE49-F238E27FC236}">
                <a16:creationId xmlns:a16="http://schemas.microsoft.com/office/drawing/2014/main" id="{04F9C231-473A-07B1-4F02-F07ED92B4F3D}"/>
              </a:ext>
            </a:extLst>
          </p:cNvPr>
          <p:cNvSpPr>
            <a:spLocks noGrp="1"/>
          </p:cNvSpPr>
          <p:nvPr>
            <p:ph type="body" sz="quarter" idx="12" hasCustomPrompt="1"/>
          </p:nvPr>
        </p:nvSpPr>
        <p:spPr>
          <a:xfrm>
            <a:off x="5623756" y="4985266"/>
            <a:ext cx="5870143" cy="334319"/>
          </a:xfrm>
        </p:spPr>
        <p:txBody>
          <a:bodyPr>
            <a:normAutofit/>
          </a:bodyPr>
          <a:lstStyle>
            <a:lvl1pPr marL="0" indent="0">
              <a:buNone/>
              <a:defRPr sz="1600">
                <a:solidFill>
                  <a:schemeClr val="tx1"/>
                </a:solidFill>
              </a:defRPr>
            </a:lvl1pPr>
          </a:lstStyle>
          <a:p>
            <a:pPr lvl="0"/>
            <a:r>
              <a:rPr kumimoji="1" lang="en-US" altLang="zh-CN"/>
              <a:t>Subtitle</a:t>
            </a:r>
            <a:endParaRPr kumimoji="1" lang="zh-CN" altLang="en-US"/>
          </a:p>
        </p:txBody>
      </p:sp>
    </p:spTree>
    <p:extLst>
      <p:ext uri="{BB962C8B-B14F-4D97-AF65-F5344CB8AC3E}">
        <p14:creationId xmlns:p14="http://schemas.microsoft.com/office/powerpoint/2010/main" val="7099790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Large Image">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B52F44DE-697A-FA6F-B1BE-4DAC4887B31A}"/>
              </a:ext>
            </a:extLst>
          </p:cNvPr>
          <p:cNvSpPr>
            <a:spLocks noGrp="1"/>
          </p:cNvSpPr>
          <p:nvPr>
            <p:ph type="sldNum" sz="quarter" idx="10"/>
          </p:nvPr>
        </p:nvSpPr>
        <p:spPr/>
        <p:txBody>
          <a:bodyPr/>
          <a:lstStyle>
            <a:lvl1pPr>
              <a:defRPr b="0" i="0"/>
            </a:lvl1pPr>
          </a:lstStyle>
          <a:p>
            <a:fld id="{12CD2F67-C3EF-C447-835C-4EE74D5FD49D}" type="slidenum">
              <a:rPr kumimoji="1" lang="en-US" altLang="zh-CN" smtClean="0"/>
              <a:pPr/>
              <a:t>‹#›</a:t>
            </a:fld>
            <a:endParaRPr kumimoji="1" lang="en-US"/>
          </a:p>
        </p:txBody>
      </p:sp>
      <p:sp>
        <p:nvSpPr>
          <p:cNvPr id="4" name="图片占位符 4">
            <a:extLst>
              <a:ext uri="{FF2B5EF4-FFF2-40B4-BE49-F238E27FC236}">
                <a16:creationId xmlns:a16="http://schemas.microsoft.com/office/drawing/2014/main" id="{E99BB97B-A4CE-D858-DC7D-FCAB5D1386A4}"/>
              </a:ext>
            </a:extLst>
          </p:cNvPr>
          <p:cNvSpPr>
            <a:spLocks noGrp="1"/>
          </p:cNvSpPr>
          <p:nvPr>
            <p:ph type="pic" sz="quarter" idx="11" hasCustomPrompt="1"/>
          </p:nvPr>
        </p:nvSpPr>
        <p:spPr>
          <a:xfrm>
            <a:off x="469557" y="902043"/>
            <a:ext cx="11309121" cy="5535827"/>
          </a:xfrm>
          <a:prstGeom prst="roundRect">
            <a:avLst>
              <a:gd name="adj" fmla="val 670"/>
            </a:avLst>
          </a:prstGeom>
        </p:spPr>
        <p:txBody>
          <a:bodyPr/>
          <a:lstStyle/>
          <a:p>
            <a:r>
              <a:rPr kumimoji="1" lang="en-US" altLang="zh-CN"/>
              <a:t>Insert Image</a:t>
            </a:r>
            <a:endParaRPr kumimoji="1" lang="zh-CN" altLang="en-US"/>
          </a:p>
        </p:txBody>
      </p:sp>
    </p:spTree>
    <p:extLst>
      <p:ext uri="{BB962C8B-B14F-4D97-AF65-F5344CB8AC3E}">
        <p14:creationId xmlns:p14="http://schemas.microsoft.com/office/powerpoint/2010/main" val="256513714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Large Image">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72D4198D-0398-E4BD-CE4F-5D5A63C23094}"/>
              </a:ext>
            </a:extLst>
          </p:cNvPr>
          <p:cNvSpPr/>
          <p:nvPr userDrawn="1"/>
        </p:nvSpPr>
        <p:spPr>
          <a:xfrm>
            <a:off x="0" y="0"/>
            <a:ext cx="12192000" cy="6858000"/>
          </a:xfrm>
          <a:prstGeom prst="rect">
            <a:avLst/>
          </a:prstGeom>
          <a:solidFill>
            <a:srgbClr val="64646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b="0" i="0">
              <a:latin typeface="Microsoft YaHei" panose="020B0503020204020204" pitchFamily="34" charset="-122"/>
              <a:ea typeface="Microsoft YaHei" panose="020B0503020204020204" pitchFamily="34" charset="-122"/>
            </a:endParaRPr>
          </a:p>
        </p:txBody>
      </p:sp>
      <p:sp>
        <p:nvSpPr>
          <p:cNvPr id="3" name="灯片编号占位符 2">
            <a:extLst>
              <a:ext uri="{FF2B5EF4-FFF2-40B4-BE49-F238E27FC236}">
                <a16:creationId xmlns:a16="http://schemas.microsoft.com/office/drawing/2014/main" id="{B52F44DE-697A-FA6F-B1BE-4DAC4887B31A}"/>
              </a:ext>
            </a:extLst>
          </p:cNvPr>
          <p:cNvSpPr>
            <a:spLocks noGrp="1"/>
          </p:cNvSpPr>
          <p:nvPr>
            <p:ph type="sldNum" sz="quarter" idx="10"/>
          </p:nvPr>
        </p:nvSpPr>
        <p:spPr/>
        <p:txBody>
          <a:bodyPr/>
          <a:lstStyle>
            <a:lvl1pPr>
              <a:defRPr b="0" i="0">
                <a:solidFill>
                  <a:schemeClr val="bg1"/>
                </a:solidFill>
              </a:defRPr>
            </a:lvl1pPr>
          </a:lstStyle>
          <a:p>
            <a:fld id="{12CD2F67-C3EF-C447-835C-4EE74D5FD49D}" type="slidenum">
              <a:rPr kumimoji="1" lang="en-US" altLang="zh-CN" smtClean="0"/>
              <a:pPr/>
              <a:t>‹#›</a:t>
            </a:fld>
            <a:endParaRPr kumimoji="1" lang="en-US"/>
          </a:p>
        </p:txBody>
      </p:sp>
    </p:spTree>
    <p:extLst>
      <p:ext uri="{BB962C8B-B14F-4D97-AF65-F5344CB8AC3E}">
        <p14:creationId xmlns:p14="http://schemas.microsoft.com/office/powerpoint/2010/main" val="140280783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imple Title Only">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6A806B3-8A68-92E7-3C46-0AE40CB1B297}"/>
              </a:ext>
            </a:extLst>
          </p:cNvPr>
          <p:cNvSpPr>
            <a:spLocks noGrp="1"/>
          </p:cNvSpPr>
          <p:nvPr>
            <p:ph type="title" hasCustomPrompt="1"/>
          </p:nvPr>
        </p:nvSpPr>
        <p:spPr>
          <a:xfrm>
            <a:off x="413323" y="745395"/>
            <a:ext cx="11365354" cy="546431"/>
          </a:xfrm>
        </p:spPr>
        <p:txBody>
          <a:bodyPr/>
          <a:lstStyle>
            <a:lvl1pPr>
              <a:defRPr b="0" i="0">
                <a:latin typeface="Arial" panose="020B0604020202020204" pitchFamily="34" charset="0"/>
              </a:defRPr>
            </a:lvl1pPr>
          </a:lstStyle>
          <a:p>
            <a:r>
              <a:rPr kumimoji="1" lang="en-US" altLang="zh-CN"/>
              <a:t>Appendix</a:t>
            </a:r>
            <a:endParaRPr kumimoji="1" lang="zh-CN" altLang="en-US"/>
          </a:p>
        </p:txBody>
      </p:sp>
      <p:sp>
        <p:nvSpPr>
          <p:cNvPr id="3" name="灯片编号占位符 2">
            <a:extLst>
              <a:ext uri="{FF2B5EF4-FFF2-40B4-BE49-F238E27FC236}">
                <a16:creationId xmlns:a16="http://schemas.microsoft.com/office/drawing/2014/main" id="{7BAC9533-2383-B198-BC26-53882884636B}"/>
              </a:ext>
            </a:extLst>
          </p:cNvPr>
          <p:cNvSpPr>
            <a:spLocks noGrp="1"/>
          </p:cNvSpPr>
          <p:nvPr>
            <p:ph type="sldNum" sz="quarter" idx="10"/>
          </p:nvPr>
        </p:nvSpPr>
        <p:spPr/>
        <p:txBody>
          <a:bodyPr/>
          <a:lstStyle>
            <a:lvl1pPr>
              <a:defRPr b="0" i="0"/>
            </a:lvl1pPr>
          </a:lstStyle>
          <a:p>
            <a:fld id="{12CD2F67-C3EF-C447-835C-4EE74D5FD49D}" type="slidenum">
              <a:rPr kumimoji="1" lang="en-US" altLang="zh-CN" smtClean="0"/>
              <a:pPr/>
              <a:t>‹#›</a:t>
            </a:fld>
            <a:endParaRPr kumimoji="1" lang="en-US"/>
          </a:p>
        </p:txBody>
      </p:sp>
    </p:spTree>
    <p:extLst>
      <p:ext uri="{BB962C8B-B14F-4D97-AF65-F5344CB8AC3E}">
        <p14:creationId xmlns:p14="http://schemas.microsoft.com/office/powerpoint/2010/main" val="224725843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1524000" y="1322962"/>
            <a:ext cx="9144000" cy="2187001"/>
          </a:xfrm>
        </p:spPr>
        <p:txBody>
          <a:bodyPr anchor="b">
            <a:normAutofit/>
          </a:bodyPr>
          <a:lstStyle>
            <a:lvl1pPr algn="ctr">
              <a:lnSpc>
                <a:spcPct val="130000"/>
              </a:lnSpc>
              <a:defRPr sz="6000">
                <a:effectLst/>
              </a:defRPr>
            </a:lvl1pPr>
          </a:lstStyle>
          <a:p>
            <a:r>
              <a:rPr lang="zh-CN" altLang="en-US"/>
              <a:t>单击此处添加标题</a:t>
            </a:r>
          </a:p>
        </p:txBody>
      </p:sp>
      <p:sp>
        <p:nvSpPr>
          <p:cNvPr id="4" name="日期占位符 3"/>
          <p:cNvSpPr>
            <a:spLocks noGrp="1"/>
          </p:cNvSpPr>
          <p:nvPr>
            <p:ph type="dt" sz="half" idx="10"/>
          </p:nvPr>
        </p:nvSpPr>
        <p:spPr/>
        <p:txBody>
          <a:bodyPr/>
          <a:lstStyle/>
          <a:p>
            <a:fld id="{760FBDFE-C587-4B4C-A407-44438C67B59E}" type="datetimeFigureOut">
              <a:rPr lang="zh-CN" altLang="en-US" smtClean="0"/>
              <a:t>2025/5/22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t>‹#›</a:t>
            </a:fld>
            <a:endParaRPr lang="zh-CN" altLang="en-US"/>
          </a:p>
        </p:txBody>
      </p:sp>
      <p:sp>
        <p:nvSpPr>
          <p:cNvPr id="3" name="副标题 2"/>
          <p:cNvSpPr>
            <a:spLocks noGrp="1"/>
          </p:cNvSpPr>
          <p:nvPr>
            <p:ph type="subTitle" idx="1" hasCustomPrompt="1"/>
          </p:nvPr>
        </p:nvSpPr>
        <p:spPr>
          <a:xfrm>
            <a:off x="1524000" y="3602038"/>
            <a:ext cx="9144000" cy="1655762"/>
          </a:xfrm>
        </p:spPr>
        <p:txBody>
          <a:bodyPr>
            <a:normAutofit/>
          </a:bodyPr>
          <a:lstStyle>
            <a:lvl1pPr marL="0" indent="0" algn="ctr">
              <a:buNone/>
              <a:defRPr sz="2400">
                <a:solidFill>
                  <a:schemeClr val="tx1">
                    <a:lumMod val="75000"/>
                    <a:lumOff val="25000"/>
                  </a:schemeClr>
                </a:solidFill>
                <a:effectLst/>
                <a:latin typeface="+mn-ea"/>
                <a:ea typeface="+mn-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单击此处添加副标题</a:t>
            </a:r>
          </a:p>
        </p:txBody>
      </p:sp>
    </p:spTree>
    <p:extLst>
      <p:ext uri="{BB962C8B-B14F-4D97-AF65-F5344CB8AC3E}">
        <p14:creationId xmlns:p14="http://schemas.microsoft.com/office/powerpoint/2010/main" val="243878959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47700" y="258445"/>
            <a:ext cx="10515600" cy="1325563"/>
          </a:xfrm>
        </p:spPr>
        <p:txBody>
          <a:bodyPr anchor="ctr" anchorCtr="0">
            <a:normAutofit/>
          </a:bodyPr>
          <a:lstStyle>
            <a:lvl1pPr>
              <a:defRPr sz="4400" b="0">
                <a:effectLst/>
              </a:defRPr>
            </a:lvl1pPr>
          </a:lstStyle>
          <a:p>
            <a:r>
              <a:rPr lang="zh-CN" altLang="en-US"/>
              <a:t>单击此处编辑母版标题样式</a:t>
            </a:r>
          </a:p>
        </p:txBody>
      </p:sp>
      <p:sp>
        <p:nvSpPr>
          <p:cNvPr id="3" name="内容占位符 2"/>
          <p:cNvSpPr>
            <a:spLocks noGrp="1"/>
          </p:cNvSpPr>
          <p:nvPr>
            <p:ph idx="1"/>
          </p:nvPr>
        </p:nvSpPr>
        <p:spPr>
          <a:xfrm>
            <a:off x="647700" y="1825625"/>
            <a:ext cx="10515600" cy="4351338"/>
          </a:xfrm>
        </p:spPr>
        <p:txBody>
          <a:bodyPr>
            <a:normAutofit/>
          </a:bodyPr>
          <a:lstStyle>
            <a:lvl1pPr>
              <a:defRPr sz="2800">
                <a:solidFill>
                  <a:schemeClr val="tx1">
                    <a:lumMod val="75000"/>
                    <a:lumOff val="25000"/>
                  </a:schemeClr>
                </a:solidFill>
              </a:defRPr>
            </a:lvl1pPr>
            <a:lvl2pPr>
              <a:defRPr sz="2400">
                <a:solidFill>
                  <a:schemeClr val="tx1">
                    <a:lumMod val="75000"/>
                    <a:lumOff val="25000"/>
                  </a:schemeClr>
                </a:solidFill>
              </a:defRPr>
            </a:lvl2pPr>
            <a:lvl3pPr>
              <a:defRPr sz="2000">
                <a:solidFill>
                  <a:schemeClr val="tx1">
                    <a:lumMod val="75000"/>
                    <a:lumOff val="25000"/>
                  </a:schemeClr>
                </a:solidFill>
              </a:defRPr>
            </a:lvl3pPr>
            <a:lvl4pPr>
              <a:defRPr sz="1800">
                <a:solidFill>
                  <a:schemeClr val="tx1">
                    <a:lumMod val="75000"/>
                    <a:lumOff val="25000"/>
                  </a:schemeClr>
                </a:solidFill>
              </a:defRPr>
            </a:lvl4pPr>
            <a:lvl5pPr>
              <a:defRPr sz="1800">
                <a:solidFill>
                  <a:schemeClr val="tx1">
                    <a:lumMod val="75000"/>
                    <a:lumOff val="25000"/>
                  </a:schemeClr>
                </a:solidFill>
              </a:defRPr>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760FBDFE-C587-4B4C-A407-44438C67B59E}" type="datetimeFigureOut">
              <a:rPr lang="zh-CN" altLang="en-US" smtClean="0"/>
              <a:t>2025/5/22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t>‹#›</a:t>
            </a:fld>
            <a:endParaRPr lang="zh-CN" altLang="en-US"/>
          </a:p>
        </p:txBody>
      </p:sp>
    </p:spTree>
    <p:extLst>
      <p:ext uri="{BB962C8B-B14F-4D97-AF65-F5344CB8AC3E}">
        <p14:creationId xmlns:p14="http://schemas.microsoft.com/office/powerpoint/2010/main" val="383151260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6A806B3-8A68-92E7-3C46-0AE40CB1B297}"/>
              </a:ext>
            </a:extLst>
          </p:cNvPr>
          <p:cNvSpPr>
            <a:spLocks noGrp="1"/>
          </p:cNvSpPr>
          <p:nvPr>
            <p:ph type="title" hasCustomPrompt="1"/>
          </p:nvPr>
        </p:nvSpPr>
        <p:spPr>
          <a:xfrm>
            <a:off x="548640" y="2678054"/>
            <a:ext cx="4352544" cy="1501891"/>
          </a:xfrm>
        </p:spPr>
        <p:txBody>
          <a:bodyPr anchor="ctr">
            <a:normAutofit/>
          </a:bodyPr>
          <a:lstStyle>
            <a:lvl1pPr algn="l">
              <a:defRPr sz="2800" b="0" i="0">
                <a:latin typeface="Arial" panose="020B0604020202020204" pitchFamily="34" charset="0"/>
                <a:cs typeface="Arial" panose="020B0604020202020204" pitchFamily="34" charset="0"/>
              </a:defRPr>
            </a:lvl1pPr>
          </a:lstStyle>
          <a:p>
            <a:r>
              <a:rPr kumimoji="1" lang="en-US" altLang="zh-CN"/>
              <a:t>Agenda</a:t>
            </a:r>
            <a:endParaRPr kumimoji="1" lang="zh-CN" altLang="en-US"/>
          </a:p>
        </p:txBody>
      </p:sp>
      <p:sp>
        <p:nvSpPr>
          <p:cNvPr id="3" name="灯片编号占位符 2">
            <a:extLst>
              <a:ext uri="{FF2B5EF4-FFF2-40B4-BE49-F238E27FC236}">
                <a16:creationId xmlns:a16="http://schemas.microsoft.com/office/drawing/2014/main" id="{7BAC9533-2383-B198-BC26-53882884636B}"/>
              </a:ext>
            </a:extLst>
          </p:cNvPr>
          <p:cNvSpPr>
            <a:spLocks noGrp="1"/>
          </p:cNvSpPr>
          <p:nvPr>
            <p:ph type="sldNum" sz="quarter" idx="10"/>
          </p:nvPr>
        </p:nvSpPr>
        <p:spPr/>
        <p:txBody>
          <a:bodyPr/>
          <a:lstStyle>
            <a:lvl1pPr>
              <a:defRPr b="0" i="0"/>
            </a:lvl1pPr>
          </a:lstStyle>
          <a:p>
            <a:fld id="{12CD2F67-C3EF-C447-835C-4EE74D5FD49D}" type="slidenum">
              <a:rPr kumimoji="1" lang="en-US" altLang="zh-CN" smtClean="0"/>
              <a:pPr/>
              <a:t>‹#›</a:t>
            </a:fld>
            <a:endParaRPr kumimoji="1" lang="en-US"/>
          </a:p>
        </p:txBody>
      </p:sp>
      <p:sp>
        <p:nvSpPr>
          <p:cNvPr id="5" name="文本占位符 4">
            <a:extLst>
              <a:ext uri="{FF2B5EF4-FFF2-40B4-BE49-F238E27FC236}">
                <a16:creationId xmlns:a16="http://schemas.microsoft.com/office/drawing/2014/main" id="{95B1FA8F-2A61-2B62-F544-D73E2E1C8737}"/>
              </a:ext>
            </a:extLst>
          </p:cNvPr>
          <p:cNvSpPr>
            <a:spLocks noGrp="1"/>
          </p:cNvSpPr>
          <p:nvPr>
            <p:ph type="body" sz="quarter" idx="11" hasCustomPrompt="1"/>
          </p:nvPr>
        </p:nvSpPr>
        <p:spPr>
          <a:xfrm>
            <a:off x="5212081" y="1161255"/>
            <a:ext cx="6566598" cy="4535487"/>
          </a:xfrm>
        </p:spPr>
        <p:txBody>
          <a:bodyPr>
            <a:normAutofit/>
          </a:bodyPr>
          <a:lstStyle>
            <a:lvl1pPr marL="432000" indent="-342900">
              <a:spcBef>
                <a:spcPts val="2600"/>
              </a:spcBef>
              <a:buClr>
                <a:schemeClr val="bg1">
                  <a:lumMod val="65000"/>
                </a:schemeClr>
              </a:buClr>
              <a:buSzPct val="65000"/>
              <a:buFont typeface="+mj-lt"/>
              <a:buAutoNum type="arabicPeriod"/>
              <a:defRPr sz="1800"/>
            </a:lvl1pPr>
          </a:lstStyle>
          <a:p>
            <a:pPr lvl="0"/>
            <a:r>
              <a:rPr kumimoji="1" lang="en-US" altLang="zh-CN"/>
              <a:t>Chapter One</a:t>
            </a:r>
          </a:p>
          <a:p>
            <a:pPr lvl="0"/>
            <a:r>
              <a:rPr kumimoji="1" lang="en-US" altLang="zh-CN"/>
              <a:t>Chapter Two</a:t>
            </a:r>
          </a:p>
          <a:p>
            <a:pPr lvl="0"/>
            <a:r>
              <a:rPr kumimoji="1" lang="en-US" altLang="zh-CN"/>
              <a:t>Chapter Three</a:t>
            </a:r>
            <a:endParaRPr kumimoji="1" lang="zh-CN" altLang="en-US"/>
          </a:p>
        </p:txBody>
      </p:sp>
    </p:spTree>
    <p:extLst>
      <p:ext uri="{BB962C8B-B14F-4D97-AF65-F5344CB8AC3E}">
        <p14:creationId xmlns:p14="http://schemas.microsoft.com/office/powerpoint/2010/main" val="187341272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hapter Title">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7BAC9533-2383-B198-BC26-53882884636B}"/>
              </a:ext>
            </a:extLst>
          </p:cNvPr>
          <p:cNvSpPr>
            <a:spLocks noGrp="1"/>
          </p:cNvSpPr>
          <p:nvPr>
            <p:ph type="sldNum" sz="quarter" idx="10"/>
          </p:nvPr>
        </p:nvSpPr>
        <p:spPr/>
        <p:txBody>
          <a:bodyPr/>
          <a:lstStyle>
            <a:lvl1pPr>
              <a:defRPr b="0" i="0"/>
            </a:lvl1pPr>
          </a:lstStyle>
          <a:p>
            <a:fld id="{12CD2F67-C3EF-C447-835C-4EE74D5FD49D}" type="slidenum">
              <a:rPr kumimoji="1" lang="zh-CN" altLang="en-US" smtClean="0"/>
              <a:pPr/>
              <a:t>‹#›</a:t>
            </a:fld>
            <a:endParaRPr kumimoji="1" lang="zh-CN" altLang="en-US"/>
          </a:p>
        </p:txBody>
      </p:sp>
      <p:sp>
        <p:nvSpPr>
          <p:cNvPr id="2" name="标题 1">
            <a:extLst>
              <a:ext uri="{FF2B5EF4-FFF2-40B4-BE49-F238E27FC236}">
                <a16:creationId xmlns:a16="http://schemas.microsoft.com/office/drawing/2014/main" id="{69FE9BF1-4506-3650-9027-F958DBE4C195}"/>
              </a:ext>
            </a:extLst>
          </p:cNvPr>
          <p:cNvSpPr>
            <a:spLocks noGrp="1"/>
          </p:cNvSpPr>
          <p:nvPr>
            <p:ph type="title" hasCustomPrompt="1"/>
          </p:nvPr>
        </p:nvSpPr>
        <p:spPr>
          <a:xfrm>
            <a:off x="413323" y="4460788"/>
            <a:ext cx="11365354" cy="1501891"/>
          </a:xfrm>
        </p:spPr>
        <p:txBody>
          <a:bodyPr>
            <a:normAutofit/>
          </a:bodyPr>
          <a:lstStyle>
            <a:lvl1pPr>
              <a:defRPr sz="6400" b="0" i="0">
                <a:latin typeface="Arial" panose="020B0604020202020204" pitchFamily="34" charset="0"/>
                <a:cs typeface="Arial" panose="020B0604020202020204" pitchFamily="34" charset="0"/>
              </a:defRPr>
            </a:lvl1pPr>
          </a:lstStyle>
          <a:p>
            <a:r>
              <a:rPr kumimoji="1" lang="en-US" altLang="zh-CN"/>
              <a:t>Chapter Title</a:t>
            </a:r>
            <a:endParaRPr kumimoji="1" lang="zh-CN" altLang="en-US"/>
          </a:p>
        </p:txBody>
      </p:sp>
    </p:spTree>
    <p:extLst>
      <p:ext uri="{BB962C8B-B14F-4D97-AF65-F5344CB8AC3E}">
        <p14:creationId xmlns:p14="http://schemas.microsoft.com/office/powerpoint/2010/main" val="316734643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hapter Subtitle">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4DC2BAAD-A084-A7E7-EB18-C20150EB88FA}"/>
              </a:ext>
            </a:extLst>
          </p:cNvPr>
          <p:cNvSpPr>
            <a:spLocks noGrp="1"/>
          </p:cNvSpPr>
          <p:nvPr>
            <p:ph type="sldNum" sz="quarter" idx="10"/>
          </p:nvPr>
        </p:nvSpPr>
        <p:spPr/>
        <p:txBody>
          <a:bodyPr/>
          <a:lstStyle>
            <a:lvl1pPr>
              <a:defRPr b="0" i="0"/>
            </a:lvl1pPr>
          </a:lstStyle>
          <a:p>
            <a:fld id="{12CD2F67-C3EF-C447-835C-4EE74D5FD49D}" type="slidenum">
              <a:rPr kumimoji="1" lang="zh-CN" altLang="en-US" smtClean="0"/>
              <a:pPr/>
              <a:t>‹#›</a:t>
            </a:fld>
            <a:endParaRPr kumimoji="1" lang="zh-CN" altLang="en-US"/>
          </a:p>
        </p:txBody>
      </p:sp>
      <p:sp>
        <p:nvSpPr>
          <p:cNvPr id="4" name="标题 1">
            <a:extLst>
              <a:ext uri="{FF2B5EF4-FFF2-40B4-BE49-F238E27FC236}">
                <a16:creationId xmlns:a16="http://schemas.microsoft.com/office/drawing/2014/main" id="{A5432589-A631-47FC-8430-CB92A66E6300}"/>
              </a:ext>
            </a:extLst>
          </p:cNvPr>
          <p:cNvSpPr>
            <a:spLocks noGrp="1"/>
          </p:cNvSpPr>
          <p:nvPr>
            <p:ph type="title" hasCustomPrompt="1"/>
          </p:nvPr>
        </p:nvSpPr>
        <p:spPr>
          <a:xfrm>
            <a:off x="413323" y="2829697"/>
            <a:ext cx="11365354" cy="1501891"/>
          </a:xfrm>
        </p:spPr>
        <p:txBody>
          <a:bodyPr>
            <a:normAutofit/>
          </a:bodyPr>
          <a:lstStyle>
            <a:lvl1pPr>
              <a:defRPr sz="6400" b="0" i="0">
                <a:latin typeface="Arial" panose="020B0604020202020204" pitchFamily="34" charset="0"/>
                <a:cs typeface="Arial" panose="020B0604020202020204" pitchFamily="34" charset="0"/>
              </a:defRPr>
            </a:lvl1pPr>
          </a:lstStyle>
          <a:p>
            <a:r>
              <a:rPr kumimoji="1" lang="en-US" altLang="zh-CN"/>
              <a:t>Chapter Title or Quotes</a:t>
            </a:r>
            <a:endParaRPr kumimoji="1" lang="zh-CN" altLang="en-US"/>
          </a:p>
        </p:txBody>
      </p:sp>
      <p:sp>
        <p:nvSpPr>
          <p:cNvPr id="5" name="文本占位符 4">
            <a:extLst>
              <a:ext uri="{FF2B5EF4-FFF2-40B4-BE49-F238E27FC236}">
                <a16:creationId xmlns:a16="http://schemas.microsoft.com/office/drawing/2014/main" id="{E44FC229-0B3B-BC80-F978-1D31D2B90D1A}"/>
              </a:ext>
            </a:extLst>
          </p:cNvPr>
          <p:cNvSpPr>
            <a:spLocks noGrp="1"/>
          </p:cNvSpPr>
          <p:nvPr>
            <p:ph type="body" sz="quarter" idx="11" hasCustomPrompt="1"/>
          </p:nvPr>
        </p:nvSpPr>
        <p:spPr>
          <a:xfrm>
            <a:off x="412749" y="4435475"/>
            <a:ext cx="11365353" cy="1471613"/>
          </a:xfrm>
        </p:spPr>
        <p:txBody>
          <a:bodyPr>
            <a:normAutofit/>
          </a:bodyPr>
          <a:lstStyle>
            <a:lvl1pPr marL="0" indent="0">
              <a:buNone/>
              <a:defRPr sz="2800" b="0" i="0" baseline="0">
                <a:solidFill>
                  <a:srgbClr val="8C8C8C"/>
                </a:solidFill>
                <a:latin typeface="Arial" panose="020B0604020202020204" pitchFamily="34" charset="0"/>
                <a:ea typeface="微软雅黑" panose="020B0503020204020204" pitchFamily="34" charset="-122"/>
              </a:defRPr>
            </a:lvl1pPr>
          </a:lstStyle>
          <a:p>
            <a:pPr lvl="0"/>
            <a:r>
              <a:rPr kumimoji="1" lang="en-US" altLang="zh-CN"/>
              <a:t>Chapter Subtitle or Source Name of the Quotes</a:t>
            </a:r>
            <a:endParaRPr kumimoji="1" lang="zh-CN" altLang="en-US"/>
          </a:p>
        </p:txBody>
      </p:sp>
    </p:spTree>
    <p:extLst>
      <p:ext uri="{BB962C8B-B14F-4D97-AF65-F5344CB8AC3E}">
        <p14:creationId xmlns:p14="http://schemas.microsoft.com/office/powerpoint/2010/main" val="123597320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Content">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4D5F0B4D-1637-E324-1C30-C94FDA5E6AC8}"/>
              </a:ext>
            </a:extLst>
          </p:cNvPr>
          <p:cNvSpPr>
            <a:spLocks noGrp="1"/>
          </p:cNvSpPr>
          <p:nvPr>
            <p:ph type="sldNum" sz="quarter" idx="10"/>
          </p:nvPr>
        </p:nvSpPr>
        <p:spPr/>
        <p:txBody>
          <a:bodyPr/>
          <a:lstStyle>
            <a:lvl1pPr>
              <a:defRPr b="0" i="0"/>
            </a:lvl1pPr>
          </a:lstStyle>
          <a:p>
            <a:fld id="{12CD2F67-C3EF-C447-835C-4EE74D5FD49D}" type="slidenum">
              <a:rPr kumimoji="1" lang="zh-CN" altLang="en-US" smtClean="0"/>
              <a:pPr/>
              <a:t>‹#›</a:t>
            </a:fld>
            <a:endParaRPr kumimoji="1" lang="zh-CN" altLang="en-US"/>
          </a:p>
        </p:txBody>
      </p:sp>
      <p:sp>
        <p:nvSpPr>
          <p:cNvPr id="4" name="标题 1">
            <a:extLst>
              <a:ext uri="{FF2B5EF4-FFF2-40B4-BE49-F238E27FC236}">
                <a16:creationId xmlns:a16="http://schemas.microsoft.com/office/drawing/2014/main" id="{DAACC10B-2756-57A9-933C-9FC181D35253}"/>
              </a:ext>
            </a:extLst>
          </p:cNvPr>
          <p:cNvSpPr>
            <a:spLocks noGrp="1"/>
          </p:cNvSpPr>
          <p:nvPr>
            <p:ph type="title" hasCustomPrompt="1"/>
          </p:nvPr>
        </p:nvSpPr>
        <p:spPr>
          <a:xfrm>
            <a:off x="413323" y="1144800"/>
            <a:ext cx="11365200" cy="547200"/>
          </a:xfrm>
        </p:spPr>
        <p:txBody>
          <a:bodyPr>
            <a:normAutofit/>
          </a:bodyPr>
          <a:lstStyle>
            <a:lvl1pPr>
              <a:defRPr sz="1800" b="0" i="0">
                <a:latin typeface="Arial" panose="020B0604020202020204" pitchFamily="34" charset="0"/>
                <a:cs typeface="Arial" panose="020B0604020202020204" pitchFamily="34" charset="0"/>
              </a:defRPr>
            </a:lvl1pPr>
          </a:lstStyle>
          <a:p>
            <a:r>
              <a:rPr kumimoji="1" lang="en-US" altLang="zh-CN"/>
              <a:t>Page Title</a:t>
            </a:r>
            <a:endParaRPr kumimoji="1" lang="zh-CN" altLang="en-US"/>
          </a:p>
        </p:txBody>
      </p:sp>
      <p:sp>
        <p:nvSpPr>
          <p:cNvPr id="2" name="文本占位符 2">
            <a:extLst>
              <a:ext uri="{FF2B5EF4-FFF2-40B4-BE49-F238E27FC236}">
                <a16:creationId xmlns:a16="http://schemas.microsoft.com/office/drawing/2014/main" id="{A35DA02D-A0E4-0E6B-2BD8-0A9B0C4D06B9}"/>
              </a:ext>
            </a:extLst>
          </p:cNvPr>
          <p:cNvSpPr>
            <a:spLocks noGrp="1"/>
          </p:cNvSpPr>
          <p:nvPr>
            <p:ph idx="1"/>
          </p:nvPr>
        </p:nvSpPr>
        <p:spPr>
          <a:xfrm>
            <a:off x="407545" y="1772157"/>
            <a:ext cx="11365354" cy="4809132"/>
          </a:xfrm>
          <a:prstGeom prst="rect">
            <a:avLst/>
          </a:prstGeom>
        </p:spPr>
        <p:txBody>
          <a:bodyPr vert="horz" lIns="91440" tIns="45720" rIns="91440" bIns="45720" rtlCol="0">
            <a:normAutofit/>
          </a:bodyPr>
          <a:lstStyle>
            <a:lvl1pPr>
              <a:defRPr sz="1600"/>
            </a:lvl1pPr>
            <a:lvl2pPr>
              <a:defRPr sz="1100" b="0" i="0">
                <a:latin typeface="Arial" panose="020B0604020202020204" pitchFamily="34" charset="0"/>
              </a:defRPr>
            </a:lvl2pPr>
          </a:lstStyle>
          <a:p>
            <a:pPr lvl="0"/>
            <a:r>
              <a:rPr kumimoji="1" lang="en-US" altLang="zh-CN"/>
              <a:t>Content Level 1</a:t>
            </a:r>
          </a:p>
          <a:p>
            <a:pPr lvl="1"/>
            <a:r>
              <a:rPr kumimoji="1" lang="en-US" altLang="zh-CN"/>
              <a:t>Content Level 2</a:t>
            </a:r>
          </a:p>
          <a:p>
            <a:pPr lvl="1"/>
            <a:r>
              <a:rPr kumimoji="1" lang="en-US" altLang="zh-CN"/>
              <a:t>	Content Level 3</a:t>
            </a:r>
          </a:p>
        </p:txBody>
      </p:sp>
    </p:spTree>
    <p:extLst>
      <p:ext uri="{BB962C8B-B14F-4D97-AF65-F5344CB8AC3E}">
        <p14:creationId xmlns:p14="http://schemas.microsoft.com/office/powerpoint/2010/main" val="288094478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Subtitle">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A1B2AA53-574D-6225-B330-627353FE5C8D}"/>
              </a:ext>
            </a:extLst>
          </p:cNvPr>
          <p:cNvSpPr>
            <a:spLocks noGrp="1"/>
          </p:cNvSpPr>
          <p:nvPr>
            <p:ph type="sldNum" sz="quarter" idx="10"/>
          </p:nvPr>
        </p:nvSpPr>
        <p:spPr/>
        <p:txBody>
          <a:bodyPr/>
          <a:lstStyle>
            <a:lvl1pPr>
              <a:defRPr b="0" i="0"/>
            </a:lvl1pPr>
          </a:lstStyle>
          <a:p>
            <a:fld id="{12CD2F67-C3EF-C447-835C-4EE74D5FD49D}" type="slidenum">
              <a:rPr kumimoji="1" lang="zh-CN" altLang="en-US" smtClean="0"/>
              <a:pPr/>
              <a:t>‹#›</a:t>
            </a:fld>
            <a:endParaRPr kumimoji="1" lang="zh-CN" altLang="en-US"/>
          </a:p>
        </p:txBody>
      </p:sp>
      <p:sp>
        <p:nvSpPr>
          <p:cNvPr id="4" name="标题 1">
            <a:extLst>
              <a:ext uri="{FF2B5EF4-FFF2-40B4-BE49-F238E27FC236}">
                <a16:creationId xmlns:a16="http://schemas.microsoft.com/office/drawing/2014/main" id="{25D2B216-0A74-5A63-7371-3A364C70E40B}"/>
              </a:ext>
            </a:extLst>
          </p:cNvPr>
          <p:cNvSpPr>
            <a:spLocks noGrp="1"/>
          </p:cNvSpPr>
          <p:nvPr>
            <p:ph type="title" hasCustomPrompt="1"/>
          </p:nvPr>
        </p:nvSpPr>
        <p:spPr>
          <a:xfrm>
            <a:off x="413323" y="1144800"/>
            <a:ext cx="11365354" cy="518983"/>
          </a:xfrm>
        </p:spPr>
        <p:txBody>
          <a:bodyPr>
            <a:normAutofit/>
          </a:bodyPr>
          <a:lstStyle>
            <a:lvl1pPr marL="0" algn="l" defTabSz="914400" rtl="0" eaLnBrk="1" latinLnBrk="0" hangingPunct="1">
              <a:lnSpc>
                <a:spcPct val="90000"/>
              </a:lnSpc>
              <a:spcBef>
                <a:spcPct val="0"/>
              </a:spcBef>
              <a:buNone/>
              <a:defRPr kumimoji="1" lang="zh-CN" altLang="en-US" sz="1800" b="0" i="0" kern="1200" baseline="0" dirty="0">
                <a:solidFill>
                  <a:schemeClr val="bg1"/>
                </a:solidFill>
                <a:latin typeface="Arial" panose="020B0604020202020204" pitchFamily="34" charset="0"/>
                <a:ea typeface="微软雅黑" panose="020B0503020204020204" pitchFamily="34" charset="-122"/>
                <a:cs typeface="Arial" panose="020B0604020202020204" pitchFamily="34" charset="0"/>
              </a:defRPr>
            </a:lvl1pPr>
          </a:lstStyle>
          <a:p>
            <a:r>
              <a:rPr kumimoji="1" lang="en-US" altLang="zh-CN"/>
              <a:t>Page Title</a:t>
            </a:r>
            <a:endParaRPr kumimoji="1" lang="zh-CN" altLang="en-US"/>
          </a:p>
        </p:txBody>
      </p:sp>
      <p:sp>
        <p:nvSpPr>
          <p:cNvPr id="5" name="文本占位符 5">
            <a:extLst>
              <a:ext uri="{FF2B5EF4-FFF2-40B4-BE49-F238E27FC236}">
                <a16:creationId xmlns:a16="http://schemas.microsoft.com/office/drawing/2014/main" id="{041DBD97-8F8E-9527-F30F-EB8405FF6E42}"/>
              </a:ext>
            </a:extLst>
          </p:cNvPr>
          <p:cNvSpPr>
            <a:spLocks noGrp="1"/>
          </p:cNvSpPr>
          <p:nvPr>
            <p:ph type="body" sz="quarter" idx="11" hasCustomPrompt="1"/>
          </p:nvPr>
        </p:nvSpPr>
        <p:spPr>
          <a:xfrm>
            <a:off x="412750" y="810000"/>
            <a:ext cx="11365354" cy="334319"/>
          </a:xfrm>
        </p:spPr>
        <p:txBody>
          <a:bodyPr anchor="b">
            <a:normAutofit/>
          </a:bodyPr>
          <a:lstStyle>
            <a:lvl1pPr marL="0" indent="0">
              <a:buNone/>
              <a:defRPr sz="1200">
                <a:solidFill>
                  <a:schemeClr val="bg1">
                    <a:lumMod val="95000"/>
                  </a:schemeClr>
                </a:solidFill>
              </a:defRPr>
            </a:lvl1pPr>
          </a:lstStyle>
          <a:p>
            <a:pPr lvl="0"/>
            <a:r>
              <a:rPr kumimoji="1" lang="en-US" altLang="zh-CN"/>
              <a:t>Subtitle</a:t>
            </a:r>
            <a:endParaRPr kumimoji="1" lang="zh-CN" altLang="en-US"/>
          </a:p>
        </p:txBody>
      </p:sp>
    </p:spTree>
    <p:extLst>
      <p:ext uri="{BB962C8B-B14F-4D97-AF65-F5344CB8AC3E}">
        <p14:creationId xmlns:p14="http://schemas.microsoft.com/office/powerpoint/2010/main" val="381703736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Image on right">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D9B63565-7CD1-34D1-4B6D-7C4AB2B143A4}"/>
              </a:ext>
            </a:extLst>
          </p:cNvPr>
          <p:cNvSpPr>
            <a:spLocks noGrp="1"/>
          </p:cNvSpPr>
          <p:nvPr>
            <p:ph type="sldNum" sz="quarter" idx="10"/>
          </p:nvPr>
        </p:nvSpPr>
        <p:spPr/>
        <p:txBody>
          <a:bodyPr/>
          <a:lstStyle>
            <a:lvl1pPr>
              <a:defRPr b="0" i="0"/>
            </a:lvl1pPr>
          </a:lstStyle>
          <a:p>
            <a:fld id="{12CD2F67-C3EF-C447-835C-4EE74D5FD49D}" type="slidenum">
              <a:rPr kumimoji="1" lang="zh-CN" altLang="en-US" smtClean="0"/>
              <a:pPr/>
              <a:t>‹#›</a:t>
            </a:fld>
            <a:endParaRPr kumimoji="1" lang="zh-CN" altLang="en-US"/>
          </a:p>
        </p:txBody>
      </p:sp>
      <p:sp>
        <p:nvSpPr>
          <p:cNvPr id="4" name="图片占位符 4">
            <a:extLst>
              <a:ext uri="{FF2B5EF4-FFF2-40B4-BE49-F238E27FC236}">
                <a16:creationId xmlns:a16="http://schemas.microsoft.com/office/drawing/2014/main" id="{5438F20D-22B2-5D0E-4CAE-0D523C8B7A68}"/>
              </a:ext>
            </a:extLst>
          </p:cNvPr>
          <p:cNvSpPr>
            <a:spLocks noGrp="1"/>
          </p:cNvSpPr>
          <p:nvPr>
            <p:ph type="pic" sz="quarter" idx="11" hasCustomPrompt="1"/>
          </p:nvPr>
        </p:nvSpPr>
        <p:spPr>
          <a:xfrm>
            <a:off x="7154562" y="902043"/>
            <a:ext cx="4615877" cy="5535827"/>
          </a:xfrm>
          <a:prstGeom prst="roundRect">
            <a:avLst>
              <a:gd name="adj" fmla="val 670"/>
            </a:avLst>
          </a:prstGeom>
        </p:spPr>
        <p:txBody>
          <a:bodyPr/>
          <a:lstStyle/>
          <a:p>
            <a:r>
              <a:rPr kumimoji="1" lang="en-US" altLang="zh-CN"/>
              <a:t>Insert Image</a:t>
            </a:r>
            <a:endParaRPr kumimoji="1" lang="zh-CN" altLang="en-US"/>
          </a:p>
        </p:txBody>
      </p:sp>
      <p:sp>
        <p:nvSpPr>
          <p:cNvPr id="5" name="圆角矩形 4">
            <a:extLst>
              <a:ext uri="{FF2B5EF4-FFF2-40B4-BE49-F238E27FC236}">
                <a16:creationId xmlns:a16="http://schemas.microsoft.com/office/drawing/2014/main" id="{8EF4923F-E042-EC78-3C32-5B8367CD8953}"/>
              </a:ext>
            </a:extLst>
          </p:cNvPr>
          <p:cNvSpPr/>
          <p:nvPr userDrawn="1"/>
        </p:nvSpPr>
        <p:spPr>
          <a:xfrm>
            <a:off x="469557" y="902043"/>
            <a:ext cx="6512011" cy="5535827"/>
          </a:xfrm>
          <a:prstGeom prst="roundRect">
            <a:avLst>
              <a:gd name="adj" fmla="val 1488"/>
            </a:avLst>
          </a:prstGeom>
          <a:solidFill>
            <a:srgbClr val="D2D2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b="0" i="0">
              <a:latin typeface="Microsoft YaHei" panose="020B0503020204020204" pitchFamily="34" charset="-122"/>
              <a:ea typeface="Microsoft YaHei" panose="020B0503020204020204" pitchFamily="34" charset="-122"/>
            </a:endParaRPr>
          </a:p>
        </p:txBody>
      </p:sp>
      <p:sp>
        <p:nvSpPr>
          <p:cNvPr id="6" name="标题 1">
            <a:extLst>
              <a:ext uri="{FF2B5EF4-FFF2-40B4-BE49-F238E27FC236}">
                <a16:creationId xmlns:a16="http://schemas.microsoft.com/office/drawing/2014/main" id="{F75AA360-09B2-4872-93D3-306E3433B3D1}"/>
              </a:ext>
            </a:extLst>
          </p:cNvPr>
          <p:cNvSpPr>
            <a:spLocks noGrp="1"/>
          </p:cNvSpPr>
          <p:nvPr>
            <p:ph type="title" hasCustomPrompt="1"/>
          </p:nvPr>
        </p:nvSpPr>
        <p:spPr>
          <a:xfrm>
            <a:off x="827219" y="2192639"/>
            <a:ext cx="5870143" cy="2663566"/>
          </a:xfrm>
        </p:spPr>
        <p:txBody>
          <a:bodyPr anchor="t">
            <a:normAutofit/>
          </a:bodyPr>
          <a:lstStyle>
            <a:lvl1pPr>
              <a:defRPr sz="2000" b="0" i="0">
                <a:solidFill>
                  <a:schemeClr val="tx1"/>
                </a:solidFill>
                <a:latin typeface="Arial" panose="020B0604020202020204" pitchFamily="34" charset="0"/>
                <a:cs typeface="Arial" panose="020B0604020202020204" pitchFamily="34" charset="0"/>
              </a:defRPr>
            </a:lvl1pPr>
          </a:lstStyle>
          <a:p>
            <a:r>
              <a:rPr kumimoji="1" lang="en-US" altLang="zh-CN"/>
              <a:t>Page Title</a:t>
            </a:r>
            <a:endParaRPr kumimoji="1" lang="zh-CN" altLang="en-US"/>
          </a:p>
        </p:txBody>
      </p:sp>
      <p:sp>
        <p:nvSpPr>
          <p:cNvPr id="7" name="文本占位符 5">
            <a:extLst>
              <a:ext uri="{FF2B5EF4-FFF2-40B4-BE49-F238E27FC236}">
                <a16:creationId xmlns:a16="http://schemas.microsoft.com/office/drawing/2014/main" id="{8973303F-FF90-D4C8-B353-24B41AD0DCFB}"/>
              </a:ext>
            </a:extLst>
          </p:cNvPr>
          <p:cNvSpPr>
            <a:spLocks noGrp="1"/>
          </p:cNvSpPr>
          <p:nvPr>
            <p:ph type="body" sz="quarter" idx="12" hasCustomPrompt="1"/>
          </p:nvPr>
        </p:nvSpPr>
        <p:spPr>
          <a:xfrm>
            <a:off x="826646" y="4985266"/>
            <a:ext cx="5870143" cy="334319"/>
          </a:xfrm>
        </p:spPr>
        <p:txBody>
          <a:bodyPr>
            <a:normAutofit/>
          </a:bodyPr>
          <a:lstStyle>
            <a:lvl1pPr marL="0" indent="0">
              <a:buNone/>
              <a:defRPr sz="1600">
                <a:solidFill>
                  <a:schemeClr val="tx1"/>
                </a:solidFill>
              </a:defRPr>
            </a:lvl1pPr>
          </a:lstStyle>
          <a:p>
            <a:pPr lvl="0"/>
            <a:r>
              <a:rPr kumimoji="1" lang="en-US" altLang="zh-CN"/>
              <a:t>Subtitle</a:t>
            </a:r>
            <a:endParaRPr kumimoji="1" lang="zh-CN" altLang="en-US"/>
          </a:p>
        </p:txBody>
      </p:sp>
    </p:spTree>
    <p:extLst>
      <p:ext uri="{BB962C8B-B14F-4D97-AF65-F5344CB8AC3E}">
        <p14:creationId xmlns:p14="http://schemas.microsoft.com/office/powerpoint/2010/main" val="304566701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Image on left">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ECFCB68B-F380-A895-04BA-20929E35E035}"/>
              </a:ext>
            </a:extLst>
          </p:cNvPr>
          <p:cNvSpPr>
            <a:spLocks noGrp="1"/>
          </p:cNvSpPr>
          <p:nvPr>
            <p:ph type="sldNum" sz="quarter" idx="10"/>
          </p:nvPr>
        </p:nvSpPr>
        <p:spPr/>
        <p:txBody>
          <a:bodyPr/>
          <a:lstStyle>
            <a:lvl1pPr>
              <a:defRPr b="0" i="0"/>
            </a:lvl1pPr>
          </a:lstStyle>
          <a:p>
            <a:fld id="{12CD2F67-C3EF-C447-835C-4EE74D5FD49D}" type="slidenum">
              <a:rPr kumimoji="1" lang="zh-CN" altLang="en-US" smtClean="0"/>
              <a:pPr/>
              <a:t>‹#›</a:t>
            </a:fld>
            <a:endParaRPr kumimoji="1" lang="zh-CN" altLang="en-US"/>
          </a:p>
        </p:txBody>
      </p:sp>
      <p:sp>
        <p:nvSpPr>
          <p:cNvPr id="4" name="图片占位符 4">
            <a:extLst>
              <a:ext uri="{FF2B5EF4-FFF2-40B4-BE49-F238E27FC236}">
                <a16:creationId xmlns:a16="http://schemas.microsoft.com/office/drawing/2014/main" id="{CC73A0C8-DF3B-FF08-37B9-CB1A64873D3E}"/>
              </a:ext>
            </a:extLst>
          </p:cNvPr>
          <p:cNvSpPr>
            <a:spLocks noGrp="1"/>
          </p:cNvSpPr>
          <p:nvPr>
            <p:ph type="pic" sz="quarter" idx="11" hasCustomPrompt="1"/>
          </p:nvPr>
        </p:nvSpPr>
        <p:spPr>
          <a:xfrm>
            <a:off x="469557" y="902043"/>
            <a:ext cx="4615877" cy="5535827"/>
          </a:xfrm>
          <a:prstGeom prst="roundRect">
            <a:avLst>
              <a:gd name="adj" fmla="val 670"/>
            </a:avLst>
          </a:prstGeom>
        </p:spPr>
        <p:txBody>
          <a:bodyPr/>
          <a:lstStyle/>
          <a:p>
            <a:r>
              <a:rPr kumimoji="1" lang="en-US" altLang="zh-CN"/>
              <a:t>Insert Image</a:t>
            </a:r>
            <a:endParaRPr kumimoji="1" lang="zh-CN" altLang="en-US"/>
          </a:p>
        </p:txBody>
      </p:sp>
      <p:sp>
        <p:nvSpPr>
          <p:cNvPr id="5" name="圆角矩形 4">
            <a:extLst>
              <a:ext uri="{FF2B5EF4-FFF2-40B4-BE49-F238E27FC236}">
                <a16:creationId xmlns:a16="http://schemas.microsoft.com/office/drawing/2014/main" id="{804DFE82-DE2E-1ACF-4CD5-D6961F00EE2F}"/>
              </a:ext>
            </a:extLst>
          </p:cNvPr>
          <p:cNvSpPr/>
          <p:nvPr userDrawn="1"/>
        </p:nvSpPr>
        <p:spPr>
          <a:xfrm>
            <a:off x="5266667" y="902043"/>
            <a:ext cx="6512011" cy="5535827"/>
          </a:xfrm>
          <a:prstGeom prst="roundRect">
            <a:avLst>
              <a:gd name="adj" fmla="val 1488"/>
            </a:avLst>
          </a:prstGeom>
          <a:solidFill>
            <a:srgbClr val="D2D2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b="0" i="0">
              <a:latin typeface="Microsoft YaHei" panose="020B0503020204020204" pitchFamily="34" charset="-122"/>
              <a:ea typeface="Microsoft YaHei" panose="020B0503020204020204" pitchFamily="34" charset="-122"/>
            </a:endParaRPr>
          </a:p>
        </p:txBody>
      </p:sp>
      <p:sp>
        <p:nvSpPr>
          <p:cNvPr id="6" name="标题 1">
            <a:extLst>
              <a:ext uri="{FF2B5EF4-FFF2-40B4-BE49-F238E27FC236}">
                <a16:creationId xmlns:a16="http://schemas.microsoft.com/office/drawing/2014/main" id="{6BEB26B2-F915-E94E-CDFE-235C68C22EE4}"/>
              </a:ext>
            </a:extLst>
          </p:cNvPr>
          <p:cNvSpPr>
            <a:spLocks noGrp="1"/>
          </p:cNvSpPr>
          <p:nvPr>
            <p:ph type="title" hasCustomPrompt="1"/>
          </p:nvPr>
        </p:nvSpPr>
        <p:spPr>
          <a:xfrm>
            <a:off x="5624329" y="2192639"/>
            <a:ext cx="5870143" cy="2663566"/>
          </a:xfrm>
        </p:spPr>
        <p:txBody>
          <a:bodyPr anchor="t">
            <a:normAutofit/>
          </a:bodyPr>
          <a:lstStyle>
            <a:lvl1pPr>
              <a:defRPr sz="2000" b="0" i="0">
                <a:solidFill>
                  <a:schemeClr val="tx1"/>
                </a:solidFill>
                <a:latin typeface="Arial" panose="020B0604020202020204" pitchFamily="34" charset="0"/>
                <a:cs typeface="Arial" panose="020B0604020202020204" pitchFamily="34" charset="0"/>
              </a:defRPr>
            </a:lvl1pPr>
          </a:lstStyle>
          <a:p>
            <a:r>
              <a:rPr kumimoji="1" lang="en-US" altLang="zh-CN"/>
              <a:t>Page Title</a:t>
            </a:r>
            <a:endParaRPr kumimoji="1" lang="zh-CN" altLang="en-US"/>
          </a:p>
        </p:txBody>
      </p:sp>
      <p:sp>
        <p:nvSpPr>
          <p:cNvPr id="7" name="文本占位符 5">
            <a:extLst>
              <a:ext uri="{FF2B5EF4-FFF2-40B4-BE49-F238E27FC236}">
                <a16:creationId xmlns:a16="http://schemas.microsoft.com/office/drawing/2014/main" id="{A7D7DA10-FDC4-45E8-88ED-12EF202258BC}"/>
              </a:ext>
            </a:extLst>
          </p:cNvPr>
          <p:cNvSpPr>
            <a:spLocks noGrp="1"/>
          </p:cNvSpPr>
          <p:nvPr>
            <p:ph type="body" sz="quarter" idx="12" hasCustomPrompt="1"/>
          </p:nvPr>
        </p:nvSpPr>
        <p:spPr>
          <a:xfrm>
            <a:off x="5623756" y="4985266"/>
            <a:ext cx="5870143" cy="334319"/>
          </a:xfrm>
        </p:spPr>
        <p:txBody>
          <a:bodyPr>
            <a:normAutofit/>
          </a:bodyPr>
          <a:lstStyle>
            <a:lvl1pPr marL="0" indent="0">
              <a:buNone/>
              <a:defRPr sz="1600">
                <a:solidFill>
                  <a:schemeClr val="tx1"/>
                </a:solidFill>
              </a:defRPr>
            </a:lvl1pPr>
          </a:lstStyle>
          <a:p>
            <a:pPr lvl="0"/>
            <a:r>
              <a:rPr kumimoji="1" lang="en-US" altLang="zh-CN"/>
              <a:t>Subtitle</a:t>
            </a:r>
            <a:endParaRPr kumimoji="1" lang="zh-CN" altLang="en-US"/>
          </a:p>
        </p:txBody>
      </p:sp>
    </p:spTree>
    <p:extLst>
      <p:ext uri="{BB962C8B-B14F-4D97-AF65-F5344CB8AC3E}">
        <p14:creationId xmlns:p14="http://schemas.microsoft.com/office/powerpoint/2010/main" val="81897611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Large Image">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ECFCB68B-F380-A895-04BA-20929E35E035}"/>
              </a:ext>
            </a:extLst>
          </p:cNvPr>
          <p:cNvSpPr>
            <a:spLocks noGrp="1"/>
          </p:cNvSpPr>
          <p:nvPr>
            <p:ph type="sldNum" sz="quarter" idx="10"/>
          </p:nvPr>
        </p:nvSpPr>
        <p:spPr/>
        <p:txBody>
          <a:bodyPr/>
          <a:lstStyle>
            <a:lvl1pPr>
              <a:defRPr b="0" i="0"/>
            </a:lvl1pPr>
          </a:lstStyle>
          <a:p>
            <a:fld id="{12CD2F67-C3EF-C447-835C-4EE74D5FD49D}" type="slidenum">
              <a:rPr kumimoji="1" lang="zh-CN" altLang="en-US" smtClean="0"/>
              <a:pPr/>
              <a:t>‹#›</a:t>
            </a:fld>
            <a:endParaRPr kumimoji="1" lang="zh-CN" altLang="en-US"/>
          </a:p>
        </p:txBody>
      </p:sp>
      <p:sp>
        <p:nvSpPr>
          <p:cNvPr id="4" name="图片占位符 4">
            <a:extLst>
              <a:ext uri="{FF2B5EF4-FFF2-40B4-BE49-F238E27FC236}">
                <a16:creationId xmlns:a16="http://schemas.microsoft.com/office/drawing/2014/main" id="{CC73A0C8-DF3B-FF08-37B9-CB1A64873D3E}"/>
              </a:ext>
            </a:extLst>
          </p:cNvPr>
          <p:cNvSpPr>
            <a:spLocks noGrp="1"/>
          </p:cNvSpPr>
          <p:nvPr>
            <p:ph type="pic" sz="quarter" idx="11" hasCustomPrompt="1"/>
          </p:nvPr>
        </p:nvSpPr>
        <p:spPr>
          <a:xfrm>
            <a:off x="469557" y="902043"/>
            <a:ext cx="11309121" cy="5535827"/>
          </a:xfrm>
          <a:prstGeom prst="roundRect">
            <a:avLst>
              <a:gd name="adj" fmla="val 670"/>
            </a:avLst>
          </a:prstGeom>
        </p:spPr>
        <p:txBody>
          <a:bodyPr/>
          <a:lstStyle/>
          <a:p>
            <a:r>
              <a:rPr kumimoji="1" lang="en-US" altLang="zh-CN"/>
              <a:t>Insert Image</a:t>
            </a:r>
            <a:endParaRPr kumimoji="1" lang="zh-CN" altLang="en-US"/>
          </a:p>
        </p:txBody>
      </p:sp>
    </p:spTree>
    <p:extLst>
      <p:ext uri="{BB962C8B-B14F-4D97-AF65-F5344CB8AC3E}">
        <p14:creationId xmlns:p14="http://schemas.microsoft.com/office/powerpoint/2010/main" val="263275306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Large Image">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E7E59A2A-51C6-9DD6-A39D-C61EF475B4CC}"/>
              </a:ext>
            </a:extLst>
          </p:cNvPr>
          <p:cNvSpPr/>
          <p:nvPr userDrawn="1"/>
        </p:nvSpPr>
        <p:spPr>
          <a:xfrm>
            <a:off x="0" y="0"/>
            <a:ext cx="12192000" cy="6858000"/>
          </a:xfrm>
          <a:prstGeom prst="rect">
            <a:avLst/>
          </a:prstGeom>
          <a:solidFill>
            <a:srgbClr val="64646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b="0" i="0">
              <a:latin typeface="Microsoft YaHei" panose="020B0503020204020204" pitchFamily="34" charset="-122"/>
              <a:ea typeface="Microsoft YaHei" panose="020B0503020204020204" pitchFamily="34" charset="-122"/>
            </a:endParaRPr>
          </a:p>
        </p:txBody>
      </p:sp>
      <p:sp>
        <p:nvSpPr>
          <p:cNvPr id="3" name="灯片编号占位符 2">
            <a:extLst>
              <a:ext uri="{FF2B5EF4-FFF2-40B4-BE49-F238E27FC236}">
                <a16:creationId xmlns:a16="http://schemas.microsoft.com/office/drawing/2014/main" id="{ECFCB68B-F380-A895-04BA-20929E35E035}"/>
              </a:ext>
            </a:extLst>
          </p:cNvPr>
          <p:cNvSpPr>
            <a:spLocks noGrp="1"/>
          </p:cNvSpPr>
          <p:nvPr>
            <p:ph type="sldNum" sz="quarter" idx="10"/>
          </p:nvPr>
        </p:nvSpPr>
        <p:spPr/>
        <p:txBody>
          <a:bodyPr/>
          <a:lstStyle>
            <a:lvl1pPr>
              <a:defRPr b="0" i="0"/>
            </a:lvl1pPr>
          </a:lstStyle>
          <a:p>
            <a:fld id="{12CD2F67-C3EF-C447-835C-4EE74D5FD49D}" type="slidenum">
              <a:rPr kumimoji="1" lang="zh-CN" altLang="en-US" smtClean="0"/>
              <a:pPr/>
              <a:t>‹#›</a:t>
            </a:fld>
            <a:endParaRPr kumimoji="1" lang="zh-CN" altLang="en-US"/>
          </a:p>
        </p:txBody>
      </p:sp>
    </p:spTree>
    <p:extLst>
      <p:ext uri="{BB962C8B-B14F-4D97-AF65-F5344CB8AC3E}">
        <p14:creationId xmlns:p14="http://schemas.microsoft.com/office/powerpoint/2010/main" val="27973448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Simple Title Only">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620A2A98-D979-43EE-E742-0854694D4B95}"/>
              </a:ext>
            </a:extLst>
          </p:cNvPr>
          <p:cNvSpPr>
            <a:spLocks noGrp="1"/>
          </p:cNvSpPr>
          <p:nvPr>
            <p:ph type="sldNum" sz="quarter" idx="10"/>
          </p:nvPr>
        </p:nvSpPr>
        <p:spPr/>
        <p:txBody>
          <a:bodyPr/>
          <a:lstStyle>
            <a:lvl1pPr>
              <a:defRPr b="0" i="0"/>
            </a:lvl1pPr>
          </a:lstStyle>
          <a:p>
            <a:fld id="{12CD2F67-C3EF-C447-835C-4EE74D5FD49D}" type="slidenum">
              <a:rPr kumimoji="1" lang="zh-CN" altLang="en-US" smtClean="0"/>
              <a:pPr/>
              <a:t>‹#›</a:t>
            </a:fld>
            <a:endParaRPr kumimoji="1" lang="zh-CN" altLang="en-US"/>
          </a:p>
        </p:txBody>
      </p:sp>
      <p:sp>
        <p:nvSpPr>
          <p:cNvPr id="4" name="标题 1">
            <a:extLst>
              <a:ext uri="{FF2B5EF4-FFF2-40B4-BE49-F238E27FC236}">
                <a16:creationId xmlns:a16="http://schemas.microsoft.com/office/drawing/2014/main" id="{AD417B9A-80BE-3A63-D820-6A1FA39FDE9D}"/>
              </a:ext>
            </a:extLst>
          </p:cNvPr>
          <p:cNvSpPr>
            <a:spLocks noGrp="1"/>
          </p:cNvSpPr>
          <p:nvPr>
            <p:ph type="title" hasCustomPrompt="1"/>
          </p:nvPr>
        </p:nvSpPr>
        <p:spPr>
          <a:xfrm>
            <a:off x="413323" y="745395"/>
            <a:ext cx="11365354" cy="546431"/>
          </a:xfrm>
        </p:spPr>
        <p:txBody>
          <a:bodyPr/>
          <a:lstStyle/>
          <a:p>
            <a:r>
              <a:rPr kumimoji="1" lang="en-US" altLang="zh-CN"/>
              <a:t>Appendix</a:t>
            </a:r>
            <a:endParaRPr kumimoji="1" lang="zh-CN" altLang="en-US"/>
          </a:p>
        </p:txBody>
      </p:sp>
    </p:spTree>
    <p:extLst>
      <p:ext uri="{BB962C8B-B14F-4D97-AF65-F5344CB8AC3E}">
        <p14:creationId xmlns:p14="http://schemas.microsoft.com/office/powerpoint/2010/main" val="12895321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able of Contents">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F5DA7C45-20A3-A049-9C9D-C9DEAB5B8901}"/>
              </a:ext>
            </a:extLst>
          </p:cNvPr>
          <p:cNvSpPr/>
          <p:nvPr userDrawn="1"/>
        </p:nvSpPr>
        <p:spPr>
          <a:xfrm>
            <a:off x="5227292" y="1678500"/>
            <a:ext cx="720000" cy="72000"/>
          </a:xfrm>
          <a:prstGeom prst="rect">
            <a:avLst/>
          </a:prstGeom>
          <a:gradFill>
            <a:gsLst>
              <a:gs pos="2000">
                <a:srgbClr val="00B0F0"/>
              </a:gs>
              <a:gs pos="53000">
                <a:srgbClr val="0070C0"/>
              </a:gs>
              <a:gs pos="100000">
                <a:srgbClr val="7030A0"/>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 name="标题 12">
            <a:extLst>
              <a:ext uri="{FF2B5EF4-FFF2-40B4-BE49-F238E27FC236}">
                <a16:creationId xmlns:a16="http://schemas.microsoft.com/office/drawing/2014/main" id="{1C019104-8709-6F4B-BC95-2EE0678F3622}"/>
              </a:ext>
            </a:extLst>
          </p:cNvPr>
          <p:cNvSpPr>
            <a:spLocks noGrp="1"/>
          </p:cNvSpPr>
          <p:nvPr>
            <p:ph type="title" hasCustomPrompt="1"/>
          </p:nvPr>
        </p:nvSpPr>
        <p:spPr>
          <a:xfrm>
            <a:off x="5099276" y="586749"/>
            <a:ext cx="6464074" cy="732097"/>
          </a:xfrm>
        </p:spPr>
        <p:txBody>
          <a:bodyPr anchor="b"/>
          <a:lstStyle>
            <a:lvl1pPr>
              <a:defRPr b="1" i="0" baseline="0">
                <a:solidFill>
                  <a:srgbClr val="3E3E47"/>
                </a:solidFill>
                <a:latin typeface="Arial" panose="020B0604020202020204" pitchFamily="34" charset="0"/>
                <a:ea typeface="Microsoft YaHei" panose="020B0503020204020204" pitchFamily="34" charset="-122"/>
              </a:defRPr>
            </a:lvl1pPr>
          </a:lstStyle>
          <a:p>
            <a:r>
              <a:rPr kumimoji="1" lang="en-US" altLang="zh-CN"/>
              <a:t>Table</a:t>
            </a:r>
            <a:r>
              <a:rPr kumimoji="1" lang="zh-CN" altLang="en-US"/>
              <a:t> </a:t>
            </a:r>
            <a:r>
              <a:rPr kumimoji="1" lang="en-US" altLang="zh-CN"/>
              <a:t>of</a:t>
            </a:r>
            <a:r>
              <a:rPr kumimoji="1" lang="zh-CN" altLang="en-US"/>
              <a:t> </a:t>
            </a:r>
            <a:r>
              <a:rPr kumimoji="1" lang="en-US" altLang="zh-CN"/>
              <a:t>Contents</a:t>
            </a:r>
            <a:endParaRPr kumimoji="1" lang="zh-CN" altLang="en-US"/>
          </a:p>
        </p:txBody>
      </p:sp>
      <p:sp>
        <p:nvSpPr>
          <p:cNvPr id="5" name="文本占位符 16">
            <a:extLst>
              <a:ext uri="{FF2B5EF4-FFF2-40B4-BE49-F238E27FC236}">
                <a16:creationId xmlns:a16="http://schemas.microsoft.com/office/drawing/2014/main" id="{2EC0BDF4-1542-A34E-AEDE-593E80CA49E9}"/>
              </a:ext>
            </a:extLst>
          </p:cNvPr>
          <p:cNvSpPr>
            <a:spLocks noGrp="1"/>
          </p:cNvSpPr>
          <p:nvPr>
            <p:ph type="body" sz="quarter" idx="10" hasCustomPrompt="1"/>
          </p:nvPr>
        </p:nvSpPr>
        <p:spPr>
          <a:xfrm>
            <a:off x="5099050" y="2110154"/>
            <a:ext cx="6464300" cy="3956595"/>
          </a:xfrm>
        </p:spPr>
        <p:txBody>
          <a:bodyPr>
            <a:normAutofit/>
          </a:bodyPr>
          <a:lstStyle>
            <a:lvl1pPr marL="285750" marR="0" indent="-285750" algn="l" defTabSz="914400" rtl="0" eaLnBrk="1" fontAlgn="auto" latinLnBrk="0" hangingPunct="1">
              <a:lnSpc>
                <a:spcPct val="90000"/>
              </a:lnSpc>
              <a:spcBef>
                <a:spcPts val="2800"/>
              </a:spcBef>
              <a:spcAft>
                <a:spcPts val="0"/>
              </a:spcAft>
              <a:buClr>
                <a:srgbClr val="0E8DE8"/>
              </a:buClr>
              <a:buSzTx/>
              <a:buFont typeface="Arial" panose="020B0604020202020204" pitchFamily="34" charset="0"/>
              <a:buChar char="•"/>
              <a:tabLst/>
              <a:defRPr kumimoji="1" lang="en-US" altLang="zh-CN" sz="1800" b="0" i="0" kern="1200" baseline="0" dirty="0" smtClean="0">
                <a:solidFill>
                  <a:schemeClr val="tx2"/>
                </a:solidFill>
                <a:latin typeface="Calibri" panose="020F0502020204030204" pitchFamily="34" charset="0"/>
                <a:ea typeface="微软雅黑" panose="020B0503020204020204" pitchFamily="34" charset="-122"/>
                <a:cs typeface="Arial" charset="0"/>
              </a:defRPr>
            </a:lvl1pPr>
          </a:lstStyle>
          <a:p>
            <a:pPr lvl="0"/>
            <a:r>
              <a:rPr kumimoji="1" lang="en-US" altLang="zh-CN"/>
              <a:t>Title</a:t>
            </a:r>
            <a:r>
              <a:rPr kumimoji="1" lang="zh-CN" altLang="en-US"/>
              <a:t> </a:t>
            </a:r>
            <a:r>
              <a:rPr kumimoji="1" lang="en-US" altLang="zh-CN"/>
              <a:t>1</a:t>
            </a:r>
            <a:endParaRPr kumimoji="1" lang="zh-CN" altLang="en-US"/>
          </a:p>
          <a:p>
            <a:pPr lvl="0"/>
            <a:r>
              <a:rPr kumimoji="1" lang="en-US" altLang="zh-CN"/>
              <a:t>Title</a:t>
            </a:r>
            <a:r>
              <a:rPr kumimoji="1" lang="zh-CN" altLang="en-US"/>
              <a:t> </a:t>
            </a:r>
            <a:r>
              <a:rPr kumimoji="1" lang="en-US" altLang="zh-CN"/>
              <a:t>2</a:t>
            </a:r>
            <a:endParaRPr kumimoji="1" lang="zh-CN" altLang="en-US"/>
          </a:p>
          <a:p>
            <a:pPr lvl="0"/>
            <a:r>
              <a:rPr kumimoji="1" lang="en-US" altLang="zh-CN"/>
              <a:t>Title</a:t>
            </a:r>
            <a:r>
              <a:rPr kumimoji="1" lang="zh-CN" altLang="en-US"/>
              <a:t> </a:t>
            </a:r>
            <a:r>
              <a:rPr kumimoji="1" lang="en-US" altLang="zh-CN"/>
              <a:t>3</a:t>
            </a:r>
            <a:endParaRPr kumimoji="1" lang="zh-CN" altLang="en-US"/>
          </a:p>
          <a:p>
            <a:pPr lvl="0"/>
            <a:r>
              <a:rPr kumimoji="1" lang="en-US" altLang="zh-CN"/>
              <a:t>Title</a:t>
            </a:r>
            <a:r>
              <a:rPr kumimoji="1" lang="zh-CN" altLang="en-US"/>
              <a:t> </a:t>
            </a:r>
            <a:r>
              <a:rPr kumimoji="1" lang="en-US" altLang="zh-CN"/>
              <a:t>4</a:t>
            </a:r>
            <a:endParaRPr kumimoji="1" lang="zh-CN" altLang="en-US"/>
          </a:p>
        </p:txBody>
      </p:sp>
      <p:sp>
        <p:nvSpPr>
          <p:cNvPr id="6" name="图片占位符 2">
            <a:extLst>
              <a:ext uri="{FF2B5EF4-FFF2-40B4-BE49-F238E27FC236}">
                <a16:creationId xmlns:a16="http://schemas.microsoft.com/office/drawing/2014/main" id="{67CB6E9C-760D-9F4D-8755-3EA354356FF5}"/>
              </a:ext>
            </a:extLst>
          </p:cNvPr>
          <p:cNvSpPr>
            <a:spLocks noGrp="1"/>
          </p:cNvSpPr>
          <p:nvPr>
            <p:ph type="pic" sz="quarter" idx="11" hasCustomPrompt="1"/>
          </p:nvPr>
        </p:nvSpPr>
        <p:spPr>
          <a:xfrm>
            <a:off x="0" y="0"/>
            <a:ext cx="4659313" cy="6400800"/>
          </a:xfrm>
        </p:spPr>
        <p:txBody>
          <a:bodyPr/>
          <a:lstStyle>
            <a:lvl1pPr marL="0" indent="0">
              <a:buNone/>
              <a:defRPr baseline="0"/>
            </a:lvl1pPr>
          </a:lstStyle>
          <a:p>
            <a:r>
              <a:rPr kumimoji="1" lang="en-US" altLang="zh-CN"/>
              <a:t>Insert Cover Picture Here</a:t>
            </a:r>
            <a:endParaRPr kumimoji="1" lang="zh-CN" altLang="en-US"/>
          </a:p>
        </p:txBody>
      </p:sp>
    </p:spTree>
    <p:extLst>
      <p:ext uri="{BB962C8B-B14F-4D97-AF65-F5344CB8AC3E}">
        <p14:creationId xmlns:p14="http://schemas.microsoft.com/office/powerpoint/2010/main" val="244065325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Summary Page">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5CD4B38C-61D2-684A-9EFB-8D2FB29C5C99}"/>
              </a:ext>
            </a:extLst>
          </p:cNvPr>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9" name="图片 8">
            <a:extLst>
              <a:ext uri="{FF2B5EF4-FFF2-40B4-BE49-F238E27FC236}">
                <a16:creationId xmlns:a16="http://schemas.microsoft.com/office/drawing/2014/main" id="{AA14921A-C4AC-7D44-8820-238BDBAE08B9}"/>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4528460" cy="6858000"/>
          </a:xfrm>
          <a:prstGeom prst="rect">
            <a:avLst/>
          </a:prstGeom>
        </p:spPr>
      </p:pic>
      <p:sp>
        <p:nvSpPr>
          <p:cNvPr id="7" name="内容占位符 6">
            <a:extLst>
              <a:ext uri="{FF2B5EF4-FFF2-40B4-BE49-F238E27FC236}">
                <a16:creationId xmlns:a16="http://schemas.microsoft.com/office/drawing/2014/main" id="{DC064C82-19B4-D549-9956-F5D3DEB057F8}"/>
              </a:ext>
            </a:extLst>
          </p:cNvPr>
          <p:cNvSpPr>
            <a:spLocks noGrp="1"/>
          </p:cNvSpPr>
          <p:nvPr>
            <p:ph sz="quarter" idx="10" hasCustomPrompt="1"/>
          </p:nvPr>
        </p:nvSpPr>
        <p:spPr>
          <a:xfrm>
            <a:off x="4796023" y="286544"/>
            <a:ext cx="7262813" cy="6284913"/>
          </a:xfrm>
        </p:spPr>
        <p:txBody>
          <a:bodyPr/>
          <a:lstStyle>
            <a:lvl1pPr>
              <a:defRPr/>
            </a:lvl1pPr>
          </a:lstStyle>
          <a:p>
            <a:pPr lvl="0"/>
            <a:r>
              <a:rPr kumimoji="1" lang="en-US" altLang="zh-CN"/>
              <a:t>Content</a:t>
            </a:r>
            <a:endParaRPr kumimoji="1" lang="zh-CN" altLang="en-US"/>
          </a:p>
        </p:txBody>
      </p:sp>
      <p:pic>
        <p:nvPicPr>
          <p:cNvPr id="12" name="图片 11">
            <a:extLst>
              <a:ext uri="{FF2B5EF4-FFF2-40B4-BE49-F238E27FC236}">
                <a16:creationId xmlns:a16="http://schemas.microsoft.com/office/drawing/2014/main" id="{50E13D0B-D200-A241-BF29-3DF8843DEB32}"/>
              </a:ext>
            </a:extLst>
          </p:cNvPr>
          <p:cNvPicPr>
            <a:picLocks noChangeAspect="1"/>
          </p:cNvPicPr>
          <p:nvPr userDrawn="1"/>
        </p:nvPicPr>
        <p:blipFill rotWithShape="1">
          <a:blip r:embed="rId3">
            <a:extLst>
              <a:ext uri="{28A0092B-C50C-407E-A947-70E740481C1C}">
                <a14:useLocalDpi xmlns:a14="http://schemas.microsoft.com/office/drawing/2010/main"/>
              </a:ext>
            </a:extLst>
          </a:blip>
          <a:srcRect l="48627" b="12137"/>
          <a:stretch/>
        </p:blipFill>
        <p:spPr>
          <a:xfrm>
            <a:off x="0" y="1326776"/>
            <a:ext cx="4312096" cy="5531224"/>
          </a:xfrm>
          <a:prstGeom prst="rect">
            <a:avLst/>
          </a:prstGeom>
        </p:spPr>
      </p:pic>
      <p:sp>
        <p:nvSpPr>
          <p:cNvPr id="13" name="标题 1">
            <a:extLst>
              <a:ext uri="{FF2B5EF4-FFF2-40B4-BE49-F238E27FC236}">
                <a16:creationId xmlns:a16="http://schemas.microsoft.com/office/drawing/2014/main" id="{A5CC5A70-9963-7E41-9F80-452A4E891C43}"/>
              </a:ext>
            </a:extLst>
          </p:cNvPr>
          <p:cNvSpPr>
            <a:spLocks noGrp="1"/>
          </p:cNvSpPr>
          <p:nvPr>
            <p:ph type="title" hasCustomPrompt="1"/>
          </p:nvPr>
        </p:nvSpPr>
        <p:spPr>
          <a:xfrm>
            <a:off x="539586" y="2956006"/>
            <a:ext cx="3588147" cy="3544807"/>
          </a:xfrm>
        </p:spPr>
        <p:txBody>
          <a:bodyPr anchor="b">
            <a:normAutofit/>
          </a:bodyPr>
          <a:lstStyle>
            <a:lvl1pPr>
              <a:lnSpc>
                <a:spcPct val="150000"/>
              </a:lnSpc>
              <a:defRPr sz="3600" b="0" i="0" baseline="0">
                <a:solidFill>
                  <a:schemeClr val="bg1"/>
                </a:solidFill>
                <a:latin typeface="Arial Nova Light" panose="020B0304020202020204" pitchFamily="34" charset="0"/>
                <a:ea typeface="微软雅黑 Light" panose="020B0502040204020203" pitchFamily="34" charset="-122"/>
              </a:defRPr>
            </a:lvl1pPr>
          </a:lstStyle>
          <a:p>
            <a:r>
              <a:rPr kumimoji="1" lang="en-US" altLang="zh-CN"/>
              <a:t>Insert Title</a:t>
            </a:r>
            <a:endParaRPr kumimoji="1" lang="zh-CN" altLang="en-US"/>
          </a:p>
        </p:txBody>
      </p:sp>
    </p:spTree>
    <p:extLst>
      <p:ext uri="{BB962C8B-B14F-4D97-AF65-F5344CB8AC3E}">
        <p14:creationId xmlns:p14="http://schemas.microsoft.com/office/powerpoint/2010/main" val="101802529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hapter Cover">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A9B82390-E4B1-D045-82A2-B78627097658}"/>
              </a:ext>
            </a:extLst>
          </p:cNvPr>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88000" rIns="288000" rtlCol="0" anchor="ctr"/>
          <a:lstStyle/>
          <a:p>
            <a:pPr algn="r"/>
            <a:endParaRPr kumimoji="1" lang="zh-CN" altLang="en-US" sz="800">
              <a:latin typeface="Microsoft YaHei" panose="020B0503020204020204" pitchFamily="34" charset="-122"/>
              <a:ea typeface="Microsoft YaHei" panose="020B0503020204020204" pitchFamily="34" charset="-122"/>
            </a:endParaRPr>
          </a:p>
        </p:txBody>
      </p:sp>
      <p:pic>
        <p:nvPicPr>
          <p:cNvPr id="8" name="图片 7">
            <a:extLst>
              <a:ext uri="{FF2B5EF4-FFF2-40B4-BE49-F238E27FC236}">
                <a16:creationId xmlns:a16="http://schemas.microsoft.com/office/drawing/2014/main" id="{8205F3CC-D14E-D64A-90BA-E1069DA1E4A7}"/>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3921369" y="305433"/>
            <a:ext cx="8393723" cy="6295292"/>
          </a:xfrm>
          <a:prstGeom prst="rect">
            <a:avLst/>
          </a:prstGeom>
        </p:spPr>
      </p:pic>
      <p:pic>
        <p:nvPicPr>
          <p:cNvPr id="4" name="图片 3">
            <a:extLst>
              <a:ext uri="{FF2B5EF4-FFF2-40B4-BE49-F238E27FC236}">
                <a16:creationId xmlns:a16="http://schemas.microsoft.com/office/drawing/2014/main" id="{330BA77A-C1A6-B54C-8836-0B5342BD30E1}"/>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153397" y="2227291"/>
            <a:ext cx="3173208" cy="933958"/>
          </a:xfrm>
          <a:prstGeom prst="rect">
            <a:avLst/>
          </a:prstGeom>
        </p:spPr>
      </p:pic>
      <p:sp>
        <p:nvSpPr>
          <p:cNvPr id="6" name="标题 1">
            <a:extLst>
              <a:ext uri="{FF2B5EF4-FFF2-40B4-BE49-F238E27FC236}">
                <a16:creationId xmlns:a16="http://schemas.microsoft.com/office/drawing/2014/main" id="{3A6B9C28-24B2-A448-A952-938E875D8848}"/>
              </a:ext>
            </a:extLst>
          </p:cNvPr>
          <p:cNvSpPr>
            <a:spLocks noGrp="1"/>
          </p:cNvSpPr>
          <p:nvPr>
            <p:ph type="title" hasCustomPrompt="1"/>
          </p:nvPr>
        </p:nvSpPr>
        <p:spPr>
          <a:xfrm>
            <a:off x="4747097" y="3453079"/>
            <a:ext cx="6855943" cy="2539160"/>
          </a:xfrm>
        </p:spPr>
        <p:txBody>
          <a:bodyPr anchor="t">
            <a:normAutofit/>
          </a:bodyPr>
          <a:lstStyle>
            <a:lvl1pPr marL="0" algn="l" defTabSz="914400" rtl="0" eaLnBrk="1" latinLnBrk="0" hangingPunct="1">
              <a:lnSpc>
                <a:spcPct val="90000"/>
              </a:lnSpc>
              <a:spcBef>
                <a:spcPct val="0"/>
              </a:spcBef>
              <a:buNone/>
              <a:defRPr kumimoji="1" lang="zh-CN" altLang="en-US" sz="4400" b="1" i="0" kern="1200" baseline="0" dirty="0">
                <a:solidFill>
                  <a:srgbClr val="3E3E47"/>
                </a:solidFill>
                <a:latin typeface="Arial" panose="020B0604020202020204" pitchFamily="34" charset="0"/>
                <a:ea typeface="Microsoft YaHei" panose="020B0503020204020204" pitchFamily="34" charset="-122"/>
                <a:cs typeface="+mj-cs"/>
              </a:defRPr>
            </a:lvl1pPr>
          </a:lstStyle>
          <a:p>
            <a:r>
              <a:rPr kumimoji="1" lang="en-US" altLang="zh-CN"/>
              <a:t>Chapter</a:t>
            </a:r>
            <a:r>
              <a:rPr kumimoji="1" lang="zh-CN" altLang="en-US"/>
              <a:t> </a:t>
            </a:r>
            <a:r>
              <a:rPr kumimoji="1" lang="en-US" altLang="zh-CN"/>
              <a:t>Title</a:t>
            </a:r>
            <a:endParaRPr kumimoji="1" lang="zh-CN" altLang="en-US"/>
          </a:p>
        </p:txBody>
      </p:sp>
    </p:spTree>
    <p:extLst>
      <p:ext uri="{BB962C8B-B14F-4D97-AF65-F5344CB8AC3E}">
        <p14:creationId xmlns:p14="http://schemas.microsoft.com/office/powerpoint/2010/main" val="261017127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hapter Title">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7D799A0A-52F7-2349-8E72-B840D405C33A}"/>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3921369" y="0"/>
            <a:ext cx="8393723" cy="6295292"/>
          </a:xfrm>
          <a:prstGeom prst="rect">
            <a:avLst/>
          </a:prstGeom>
        </p:spPr>
      </p:pic>
      <p:sp>
        <p:nvSpPr>
          <p:cNvPr id="4" name="标题 1">
            <a:extLst>
              <a:ext uri="{FF2B5EF4-FFF2-40B4-BE49-F238E27FC236}">
                <a16:creationId xmlns:a16="http://schemas.microsoft.com/office/drawing/2014/main" id="{6BFC52F4-218A-7840-8312-37124BF580C7}"/>
              </a:ext>
            </a:extLst>
          </p:cNvPr>
          <p:cNvSpPr>
            <a:spLocks noGrp="1"/>
          </p:cNvSpPr>
          <p:nvPr>
            <p:ph type="title" hasCustomPrompt="1"/>
          </p:nvPr>
        </p:nvSpPr>
        <p:spPr>
          <a:xfrm>
            <a:off x="827617" y="2465916"/>
            <a:ext cx="10536766" cy="1926168"/>
          </a:xfrm>
        </p:spPr>
        <p:txBody>
          <a:bodyPr>
            <a:normAutofit/>
          </a:bodyPr>
          <a:lstStyle>
            <a:lvl1pPr>
              <a:lnSpc>
                <a:spcPct val="150000"/>
              </a:lnSpc>
              <a:defRPr sz="4000" baseline="0">
                <a:solidFill>
                  <a:srgbClr val="3E3E47"/>
                </a:solidFill>
              </a:defRPr>
            </a:lvl1pPr>
          </a:lstStyle>
          <a:p>
            <a:r>
              <a:rPr kumimoji="1" lang="en-US" altLang="zh-CN"/>
              <a:t>Chapter</a:t>
            </a:r>
            <a:r>
              <a:rPr kumimoji="1" lang="zh-CN" altLang="en-US"/>
              <a:t> </a:t>
            </a:r>
            <a:r>
              <a:rPr kumimoji="1" lang="en-US" altLang="zh-CN"/>
              <a:t>Title</a:t>
            </a:r>
            <a:endParaRPr kumimoji="1" lang="zh-CN" altLang="en-US"/>
          </a:p>
        </p:txBody>
      </p:sp>
    </p:spTree>
    <p:extLst>
      <p:ext uri="{BB962C8B-B14F-4D97-AF65-F5344CB8AC3E}">
        <p14:creationId xmlns:p14="http://schemas.microsoft.com/office/powerpoint/2010/main" val="315307616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hapter Cover with Number">
    <p:spTree>
      <p:nvGrpSpPr>
        <p:cNvPr id="1" name=""/>
        <p:cNvGrpSpPr/>
        <p:nvPr/>
      </p:nvGrpSpPr>
      <p:grpSpPr>
        <a:xfrm>
          <a:off x="0" y="0"/>
          <a:ext cx="0" cy="0"/>
          <a:chOff x="0" y="0"/>
          <a:chExt cx="0" cy="0"/>
        </a:xfrm>
      </p:grpSpPr>
      <p:pic>
        <p:nvPicPr>
          <p:cNvPr id="8" name="图片 7">
            <a:extLst>
              <a:ext uri="{FF2B5EF4-FFF2-40B4-BE49-F238E27FC236}">
                <a16:creationId xmlns:a16="http://schemas.microsoft.com/office/drawing/2014/main" id="{1E6649D1-1443-7D4F-9E47-5FAAB72CC632}"/>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3921369" y="0"/>
            <a:ext cx="8393723" cy="6295292"/>
          </a:xfrm>
          <a:prstGeom prst="rect">
            <a:avLst/>
          </a:prstGeom>
        </p:spPr>
      </p:pic>
      <p:sp>
        <p:nvSpPr>
          <p:cNvPr id="4" name="标题 1">
            <a:extLst>
              <a:ext uri="{FF2B5EF4-FFF2-40B4-BE49-F238E27FC236}">
                <a16:creationId xmlns:a16="http://schemas.microsoft.com/office/drawing/2014/main" id="{6BFC52F4-218A-7840-8312-37124BF580C7}"/>
              </a:ext>
            </a:extLst>
          </p:cNvPr>
          <p:cNvSpPr>
            <a:spLocks noGrp="1"/>
          </p:cNvSpPr>
          <p:nvPr>
            <p:ph type="title" hasCustomPrompt="1"/>
          </p:nvPr>
        </p:nvSpPr>
        <p:spPr>
          <a:xfrm>
            <a:off x="5520266" y="2777067"/>
            <a:ext cx="5403850" cy="3132059"/>
          </a:xfrm>
        </p:spPr>
        <p:txBody>
          <a:bodyPr anchor="t">
            <a:normAutofit/>
          </a:bodyPr>
          <a:lstStyle>
            <a:lvl1pPr>
              <a:lnSpc>
                <a:spcPct val="150000"/>
              </a:lnSpc>
              <a:defRPr sz="4000" baseline="0"/>
            </a:lvl1pPr>
          </a:lstStyle>
          <a:p>
            <a:r>
              <a:rPr kumimoji="1" lang="en-US" altLang="zh-CN"/>
              <a:t>Chapter</a:t>
            </a:r>
            <a:r>
              <a:rPr kumimoji="1" lang="zh-CN" altLang="en-US"/>
              <a:t> </a:t>
            </a:r>
            <a:r>
              <a:rPr kumimoji="1" lang="en-US" altLang="zh-CN"/>
              <a:t>Title</a:t>
            </a:r>
            <a:endParaRPr kumimoji="1" lang="zh-CN" altLang="en-US"/>
          </a:p>
        </p:txBody>
      </p:sp>
      <p:sp>
        <p:nvSpPr>
          <p:cNvPr id="6" name="文本占位符 12">
            <a:extLst>
              <a:ext uri="{FF2B5EF4-FFF2-40B4-BE49-F238E27FC236}">
                <a16:creationId xmlns:a16="http://schemas.microsoft.com/office/drawing/2014/main" id="{24939A00-8B15-D640-BA9F-BFE81D8F0BBA}"/>
              </a:ext>
            </a:extLst>
          </p:cNvPr>
          <p:cNvSpPr>
            <a:spLocks noGrp="1"/>
          </p:cNvSpPr>
          <p:nvPr>
            <p:ph type="body" sz="quarter" idx="12" hasCustomPrompt="1"/>
          </p:nvPr>
        </p:nvSpPr>
        <p:spPr>
          <a:xfrm>
            <a:off x="1746901" y="971887"/>
            <a:ext cx="2691227" cy="1685120"/>
          </a:xfrm>
        </p:spPr>
        <p:txBody>
          <a:bodyPr anchor="b"/>
          <a:lstStyle>
            <a:lvl1pPr marL="0" indent="0">
              <a:buNone/>
              <a:defRPr kumimoji="0" lang="zh-CN" altLang="en-US" sz="9600" b="1" i="0" u="none" strike="noStrike" kern="1200" cap="none" spc="0" normalizeH="0" baseline="0" dirty="0" smtClean="0">
                <a:ln>
                  <a:noFill/>
                </a:ln>
                <a:solidFill>
                  <a:schemeClr val="tx1">
                    <a:lumMod val="95000"/>
                    <a:lumOff val="5000"/>
                  </a:schemeClr>
                </a:solidFill>
                <a:effectLst/>
                <a:uLnTx/>
                <a:uFillTx/>
                <a:latin typeface="微软雅黑" panose="020B0503020204020204" pitchFamily="34" charset="-122"/>
                <a:ea typeface="微软雅黑" panose="020B0503020204020204" pitchFamily="34" charset="-122"/>
                <a:cs typeface="Calibri" panose="020F0502020204030204" pitchFamily="34" charset="0"/>
              </a:defRPr>
            </a:lvl1pPr>
            <a:lvl2pPr marL="457200" indent="0">
              <a:buNone/>
              <a:defRPr kumimoji="0" lang="zh-CN" altLang="en-US" sz="11000" u="none" strike="noStrike" kern="1200" cap="none" spc="0" normalizeH="0" baseline="0" dirty="0" smtClean="0">
                <a:ln>
                  <a:noFill/>
                </a:ln>
                <a:solidFill>
                  <a:schemeClr val="bg1"/>
                </a:solidFill>
                <a:effectLst/>
                <a:uLnTx/>
                <a:uFillTx/>
                <a:latin typeface="Helvetica Neue Thin" charset="0"/>
                <a:ea typeface="Helvetica Neue Thin" charset="0"/>
                <a:cs typeface="Helvetica Neue Thin" charset="0"/>
              </a:defRPr>
            </a:lvl2pPr>
            <a:lvl3pPr marL="914400" indent="0">
              <a:buNone/>
              <a:defRPr kumimoji="0" lang="zh-CN" altLang="en-US" sz="11000" u="none" strike="noStrike" kern="1200" cap="none" spc="0" normalizeH="0" baseline="0" dirty="0" smtClean="0">
                <a:ln>
                  <a:noFill/>
                </a:ln>
                <a:solidFill>
                  <a:schemeClr val="bg1"/>
                </a:solidFill>
                <a:effectLst/>
                <a:uLnTx/>
                <a:uFillTx/>
                <a:latin typeface="Helvetica Neue Thin" charset="0"/>
                <a:ea typeface="Helvetica Neue Thin" charset="0"/>
                <a:cs typeface="Helvetica Neue Thin" charset="0"/>
              </a:defRPr>
            </a:lvl3pPr>
            <a:lvl4pPr marL="1371600" indent="0">
              <a:buNone/>
              <a:defRPr kumimoji="0" lang="zh-CN" altLang="en-US" sz="11000" u="none" strike="noStrike" kern="1200" cap="none" spc="0" normalizeH="0" baseline="0" dirty="0" smtClean="0">
                <a:ln>
                  <a:noFill/>
                </a:ln>
                <a:solidFill>
                  <a:schemeClr val="bg1"/>
                </a:solidFill>
                <a:effectLst/>
                <a:uLnTx/>
                <a:uFillTx/>
                <a:latin typeface="Helvetica Neue Thin" charset="0"/>
                <a:ea typeface="Helvetica Neue Thin" charset="0"/>
                <a:cs typeface="Helvetica Neue Thin" charset="0"/>
              </a:defRPr>
            </a:lvl4pPr>
            <a:lvl5pPr marL="1828800" indent="0">
              <a:buNone/>
              <a:defRPr kumimoji="0" lang="zh-CN" altLang="en-US" sz="11000" u="none" strike="noStrike" kern="1200" cap="none" spc="0" normalizeH="0" baseline="0" dirty="0">
                <a:ln>
                  <a:noFill/>
                </a:ln>
                <a:solidFill>
                  <a:schemeClr val="bg1"/>
                </a:solidFill>
                <a:effectLst/>
                <a:uLnTx/>
                <a:uFillTx/>
                <a:latin typeface="Helvetica Neue Thin" charset="0"/>
                <a:ea typeface="Helvetica Neue Thin" charset="0"/>
                <a:cs typeface="Helvetica Neue Thin" charset="0"/>
              </a:defRPr>
            </a:lvl5pPr>
          </a:lstStyle>
          <a:p>
            <a:pPr lvl="0"/>
            <a:r>
              <a:rPr kumimoji="1" lang="en-US" altLang="zh-CN"/>
              <a:t>01</a:t>
            </a:r>
            <a:endParaRPr kumimoji="1" lang="zh-CN" altLang="en-US"/>
          </a:p>
        </p:txBody>
      </p:sp>
      <p:sp>
        <p:nvSpPr>
          <p:cNvPr id="7" name="矩形 6">
            <a:extLst>
              <a:ext uri="{FF2B5EF4-FFF2-40B4-BE49-F238E27FC236}">
                <a16:creationId xmlns:a16="http://schemas.microsoft.com/office/drawing/2014/main" id="{637F6566-F0BF-D24C-8132-C428E8C8A116}"/>
              </a:ext>
            </a:extLst>
          </p:cNvPr>
          <p:cNvSpPr/>
          <p:nvPr userDrawn="1"/>
        </p:nvSpPr>
        <p:spPr>
          <a:xfrm>
            <a:off x="1746901" y="2657007"/>
            <a:ext cx="1440000" cy="72000"/>
          </a:xfrm>
          <a:prstGeom prst="rect">
            <a:avLst/>
          </a:prstGeom>
          <a:gradFill>
            <a:gsLst>
              <a:gs pos="2000">
                <a:srgbClr val="00B0F0"/>
              </a:gs>
              <a:gs pos="53000">
                <a:srgbClr val="0070C0"/>
              </a:gs>
              <a:gs pos="100000">
                <a:srgbClr val="7030A0"/>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extLst>
      <p:ext uri="{BB962C8B-B14F-4D97-AF65-F5344CB8AC3E}">
        <p14:creationId xmlns:p14="http://schemas.microsoft.com/office/powerpoint/2010/main" val="308315730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Big Title with Subtitle">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6018711C-F5F7-2D4B-97F0-C292D492BC58}"/>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3921369" y="0"/>
            <a:ext cx="8393723" cy="6295292"/>
          </a:xfrm>
          <a:prstGeom prst="rect">
            <a:avLst/>
          </a:prstGeom>
        </p:spPr>
      </p:pic>
      <p:sp>
        <p:nvSpPr>
          <p:cNvPr id="4" name="标题 1">
            <a:extLst>
              <a:ext uri="{FF2B5EF4-FFF2-40B4-BE49-F238E27FC236}">
                <a16:creationId xmlns:a16="http://schemas.microsoft.com/office/drawing/2014/main" id="{6BFC52F4-218A-7840-8312-37124BF580C7}"/>
              </a:ext>
            </a:extLst>
          </p:cNvPr>
          <p:cNvSpPr>
            <a:spLocks noGrp="1"/>
          </p:cNvSpPr>
          <p:nvPr>
            <p:ph type="title" hasCustomPrompt="1"/>
          </p:nvPr>
        </p:nvSpPr>
        <p:spPr>
          <a:xfrm>
            <a:off x="827617" y="1211002"/>
            <a:ext cx="10536766" cy="2504964"/>
          </a:xfrm>
        </p:spPr>
        <p:txBody>
          <a:bodyPr anchor="b">
            <a:normAutofit/>
          </a:bodyPr>
          <a:lstStyle>
            <a:lvl1pPr>
              <a:lnSpc>
                <a:spcPct val="150000"/>
              </a:lnSpc>
              <a:defRPr sz="4000">
                <a:solidFill>
                  <a:srgbClr val="3E3E47"/>
                </a:solidFill>
              </a:defRPr>
            </a:lvl1pPr>
          </a:lstStyle>
          <a:p>
            <a:r>
              <a:rPr kumimoji="1" lang="en-US" altLang="zh-CN"/>
              <a:t>Chapter Title or Quotes</a:t>
            </a:r>
            <a:endParaRPr kumimoji="1" lang="zh-CN" altLang="en-US"/>
          </a:p>
        </p:txBody>
      </p:sp>
      <p:sp>
        <p:nvSpPr>
          <p:cNvPr id="6" name="文本占位符 2">
            <a:extLst>
              <a:ext uri="{FF2B5EF4-FFF2-40B4-BE49-F238E27FC236}">
                <a16:creationId xmlns:a16="http://schemas.microsoft.com/office/drawing/2014/main" id="{0C8DA6FE-2534-F742-B651-65AACC41CFEF}"/>
              </a:ext>
            </a:extLst>
          </p:cNvPr>
          <p:cNvSpPr>
            <a:spLocks noGrp="1"/>
          </p:cNvSpPr>
          <p:nvPr>
            <p:ph type="body" idx="1" hasCustomPrompt="1"/>
          </p:nvPr>
        </p:nvSpPr>
        <p:spPr>
          <a:xfrm>
            <a:off x="831849" y="3885104"/>
            <a:ext cx="10532533" cy="1500187"/>
          </a:xfrm>
        </p:spPr>
        <p:txBody>
          <a:bodyPr>
            <a:normAutofit/>
          </a:bodyPr>
          <a:lstStyle>
            <a:lvl1pPr marL="0" indent="0" algn="l" defTabSz="914400" rtl="0" eaLnBrk="1" latinLnBrk="0" hangingPunct="1">
              <a:lnSpc>
                <a:spcPct val="90000"/>
              </a:lnSpc>
              <a:spcBef>
                <a:spcPct val="0"/>
              </a:spcBef>
              <a:buNone/>
              <a:defRPr kumimoji="1" lang="zh-CN" altLang="en-US" sz="2800" b="0" i="0" kern="1200" baseline="0" dirty="0">
                <a:solidFill>
                  <a:srgbClr val="767685"/>
                </a:solidFill>
                <a:latin typeface="+mn-lt"/>
                <a:ea typeface="微软雅黑 Light" panose="020B0502040204020203" pitchFamily="34" charset="-122"/>
                <a:cs typeface="+mj-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en-US" altLang="zh-CN"/>
              <a:t>Chapter Subtitle or Source Name of the Quotes</a:t>
            </a:r>
            <a:endParaRPr kumimoji="1" lang="zh-CN" altLang="en-US"/>
          </a:p>
        </p:txBody>
      </p:sp>
    </p:spTree>
    <p:extLst>
      <p:ext uri="{BB962C8B-B14F-4D97-AF65-F5344CB8AC3E}">
        <p14:creationId xmlns:p14="http://schemas.microsoft.com/office/powerpoint/2010/main" val="387285249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obj" preserve="1">
  <p:cSld name="Title &amp; Content">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C65342C-669D-BE4F-83BE-F30A9E6EE630}"/>
              </a:ext>
            </a:extLst>
          </p:cNvPr>
          <p:cNvSpPr>
            <a:spLocks noGrp="1"/>
          </p:cNvSpPr>
          <p:nvPr>
            <p:ph type="title" hasCustomPrompt="1"/>
          </p:nvPr>
        </p:nvSpPr>
        <p:spPr>
          <a:xfrm>
            <a:off x="318375" y="215901"/>
            <a:ext cx="11454524" cy="1016000"/>
          </a:xfrm>
          <a:prstGeom prst="rect">
            <a:avLst/>
          </a:prstGeom>
        </p:spPr>
        <p:txBody>
          <a:bodyPr/>
          <a:lstStyle>
            <a:lvl1pPr>
              <a:defRPr/>
            </a:lvl1pPr>
          </a:lstStyle>
          <a:p>
            <a:r>
              <a:rPr kumimoji="1" lang="en-US" altLang="zh-CN"/>
              <a:t>Page Title</a:t>
            </a:r>
            <a:endParaRPr kumimoji="1" lang="zh-CN" altLang="en-US"/>
          </a:p>
        </p:txBody>
      </p:sp>
      <p:sp>
        <p:nvSpPr>
          <p:cNvPr id="3" name="内容占位符 2">
            <a:extLst>
              <a:ext uri="{FF2B5EF4-FFF2-40B4-BE49-F238E27FC236}">
                <a16:creationId xmlns:a16="http://schemas.microsoft.com/office/drawing/2014/main" id="{AC2ED9D7-EF15-BE41-939B-400DD3BC146B}"/>
              </a:ext>
            </a:extLst>
          </p:cNvPr>
          <p:cNvSpPr>
            <a:spLocks noGrp="1"/>
          </p:cNvSpPr>
          <p:nvPr>
            <p:ph idx="1" hasCustomPrompt="1"/>
          </p:nvPr>
        </p:nvSpPr>
        <p:spPr/>
        <p:txBody>
          <a:bodyPr/>
          <a:lstStyle/>
          <a:p>
            <a:pPr lvl="0"/>
            <a:r>
              <a:rPr kumimoji="1" lang="en-US" altLang="zh-CN"/>
              <a:t>Content</a:t>
            </a:r>
            <a:endParaRPr kumimoji="1" lang="zh-CN" altLang="en-US"/>
          </a:p>
        </p:txBody>
      </p:sp>
    </p:spTree>
    <p:extLst>
      <p:ext uri="{BB962C8B-B14F-4D97-AF65-F5344CB8AC3E}">
        <p14:creationId xmlns:p14="http://schemas.microsoft.com/office/powerpoint/2010/main" val="425599802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 preserve="1">
  <p:cSld name="Title &amp; 2 Column Contents">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C65342C-669D-BE4F-83BE-F30A9E6EE630}"/>
              </a:ext>
            </a:extLst>
          </p:cNvPr>
          <p:cNvSpPr>
            <a:spLocks noGrp="1"/>
          </p:cNvSpPr>
          <p:nvPr>
            <p:ph type="title" hasCustomPrompt="1"/>
          </p:nvPr>
        </p:nvSpPr>
        <p:spPr>
          <a:xfrm>
            <a:off x="318375" y="215901"/>
            <a:ext cx="11454524" cy="1016000"/>
          </a:xfrm>
          <a:prstGeom prst="rect">
            <a:avLst/>
          </a:prstGeom>
        </p:spPr>
        <p:txBody>
          <a:bodyPr/>
          <a:lstStyle>
            <a:lvl1pPr>
              <a:defRPr/>
            </a:lvl1pPr>
          </a:lstStyle>
          <a:p>
            <a:r>
              <a:rPr kumimoji="1" lang="en-US" altLang="zh-CN"/>
              <a:t>Page Title</a:t>
            </a:r>
            <a:endParaRPr kumimoji="1" lang="zh-CN" altLang="en-US"/>
          </a:p>
        </p:txBody>
      </p:sp>
      <p:sp>
        <p:nvSpPr>
          <p:cNvPr id="3" name="内容占位符 2">
            <a:extLst>
              <a:ext uri="{FF2B5EF4-FFF2-40B4-BE49-F238E27FC236}">
                <a16:creationId xmlns:a16="http://schemas.microsoft.com/office/drawing/2014/main" id="{AC2ED9D7-EF15-BE41-939B-400DD3BC146B}"/>
              </a:ext>
            </a:extLst>
          </p:cNvPr>
          <p:cNvSpPr>
            <a:spLocks noGrp="1"/>
          </p:cNvSpPr>
          <p:nvPr>
            <p:ph idx="1" hasCustomPrompt="1"/>
          </p:nvPr>
        </p:nvSpPr>
        <p:spPr>
          <a:xfrm>
            <a:off x="6095999" y="1460500"/>
            <a:ext cx="5676899" cy="4725988"/>
          </a:xfrm>
        </p:spPr>
        <p:txBody>
          <a:bodyPr/>
          <a:lstStyle>
            <a:lvl1pPr>
              <a:defRPr>
                <a:solidFill>
                  <a:srgbClr val="3E3E47"/>
                </a:solidFill>
              </a:defRPr>
            </a:lvl1pPr>
          </a:lstStyle>
          <a:p>
            <a:pPr lvl="0"/>
            <a:r>
              <a:rPr kumimoji="1" lang="en-US" altLang="zh-CN"/>
              <a:t>Right side content</a:t>
            </a:r>
            <a:endParaRPr kumimoji="1" lang="zh-CN" altLang="en-US"/>
          </a:p>
        </p:txBody>
      </p:sp>
      <p:sp>
        <p:nvSpPr>
          <p:cNvPr id="4" name="内容占位符 2">
            <a:extLst>
              <a:ext uri="{FF2B5EF4-FFF2-40B4-BE49-F238E27FC236}">
                <a16:creationId xmlns:a16="http://schemas.microsoft.com/office/drawing/2014/main" id="{546CFD49-3ABE-6B4B-8A61-151AC5CFCB9B}"/>
              </a:ext>
            </a:extLst>
          </p:cNvPr>
          <p:cNvSpPr>
            <a:spLocks noGrp="1"/>
          </p:cNvSpPr>
          <p:nvPr>
            <p:ph idx="10" hasCustomPrompt="1"/>
          </p:nvPr>
        </p:nvSpPr>
        <p:spPr>
          <a:xfrm>
            <a:off x="318375" y="1460500"/>
            <a:ext cx="5676899" cy="4725988"/>
          </a:xfrm>
        </p:spPr>
        <p:txBody>
          <a:bodyPr/>
          <a:lstStyle>
            <a:lvl1pPr>
              <a:defRPr>
                <a:solidFill>
                  <a:srgbClr val="3E3E47"/>
                </a:solidFill>
              </a:defRPr>
            </a:lvl1pPr>
          </a:lstStyle>
          <a:p>
            <a:pPr lvl="0"/>
            <a:r>
              <a:rPr kumimoji="1" lang="en-US" altLang="zh-CN"/>
              <a:t>Left side content</a:t>
            </a:r>
            <a:endParaRPr kumimoji="1" lang="zh-CN" altLang="en-US"/>
          </a:p>
        </p:txBody>
      </p:sp>
    </p:spTree>
    <p:extLst>
      <p:ext uri="{BB962C8B-B14F-4D97-AF65-F5344CB8AC3E}">
        <p14:creationId xmlns:p14="http://schemas.microsoft.com/office/powerpoint/2010/main" val="262718333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6" name="标题占位符 1">
            <a:extLst>
              <a:ext uri="{FF2B5EF4-FFF2-40B4-BE49-F238E27FC236}">
                <a16:creationId xmlns:a16="http://schemas.microsoft.com/office/drawing/2014/main" id="{FCC4C320-5A2A-494E-90CD-6D07AD225963}"/>
              </a:ext>
            </a:extLst>
          </p:cNvPr>
          <p:cNvSpPr>
            <a:spLocks noGrp="1"/>
          </p:cNvSpPr>
          <p:nvPr>
            <p:ph type="title" hasCustomPrompt="1"/>
          </p:nvPr>
        </p:nvSpPr>
        <p:spPr>
          <a:xfrm>
            <a:off x="318374" y="215901"/>
            <a:ext cx="11454525" cy="1016000"/>
          </a:xfrm>
          <a:prstGeom prst="rect">
            <a:avLst/>
          </a:prstGeom>
        </p:spPr>
        <p:txBody>
          <a:bodyPr vert="horz" lIns="91440" tIns="45720" rIns="91440" bIns="45720" rtlCol="0" anchor="ctr">
            <a:normAutofit/>
          </a:bodyPr>
          <a:lstStyle>
            <a:lvl1pPr>
              <a:defRPr/>
            </a:lvl1pPr>
          </a:lstStyle>
          <a:p>
            <a:r>
              <a:rPr kumimoji="1" lang="en-US" altLang="zh-CN"/>
              <a:t>Page Title</a:t>
            </a:r>
            <a:endParaRPr kumimoji="1" lang="zh-CN" altLang="en-US"/>
          </a:p>
        </p:txBody>
      </p:sp>
    </p:spTree>
    <p:extLst>
      <p:ext uri="{BB962C8B-B14F-4D97-AF65-F5344CB8AC3E}">
        <p14:creationId xmlns:p14="http://schemas.microsoft.com/office/powerpoint/2010/main" val="256490682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Subtitle">
    <p:spTree>
      <p:nvGrpSpPr>
        <p:cNvPr id="1" name=""/>
        <p:cNvGrpSpPr/>
        <p:nvPr/>
      </p:nvGrpSpPr>
      <p:grpSpPr>
        <a:xfrm>
          <a:off x="0" y="0"/>
          <a:ext cx="0" cy="0"/>
          <a:chOff x="0" y="0"/>
          <a:chExt cx="0" cy="0"/>
        </a:xfrm>
      </p:grpSpPr>
      <p:sp>
        <p:nvSpPr>
          <p:cNvPr id="6" name="标题占位符 1">
            <a:extLst>
              <a:ext uri="{FF2B5EF4-FFF2-40B4-BE49-F238E27FC236}">
                <a16:creationId xmlns:a16="http://schemas.microsoft.com/office/drawing/2014/main" id="{FCC4C320-5A2A-494E-90CD-6D07AD225963}"/>
              </a:ext>
            </a:extLst>
          </p:cNvPr>
          <p:cNvSpPr>
            <a:spLocks noGrp="1"/>
          </p:cNvSpPr>
          <p:nvPr>
            <p:ph type="title" hasCustomPrompt="1"/>
          </p:nvPr>
        </p:nvSpPr>
        <p:spPr>
          <a:xfrm>
            <a:off x="318374" y="215901"/>
            <a:ext cx="11454525" cy="606220"/>
          </a:xfrm>
          <a:prstGeom prst="rect">
            <a:avLst/>
          </a:prstGeom>
        </p:spPr>
        <p:txBody>
          <a:bodyPr vert="horz" lIns="91440" tIns="45720" rIns="91440" bIns="45720" rtlCol="0" anchor="ctr">
            <a:normAutofit/>
          </a:bodyPr>
          <a:lstStyle/>
          <a:p>
            <a:r>
              <a:rPr kumimoji="1" lang="en-US" altLang="zh-CN"/>
              <a:t>Page Title</a:t>
            </a:r>
            <a:endParaRPr kumimoji="1" lang="zh-CN" altLang="en-US"/>
          </a:p>
        </p:txBody>
      </p:sp>
      <p:sp>
        <p:nvSpPr>
          <p:cNvPr id="7" name="文本占位符 6">
            <a:extLst>
              <a:ext uri="{FF2B5EF4-FFF2-40B4-BE49-F238E27FC236}">
                <a16:creationId xmlns:a16="http://schemas.microsoft.com/office/drawing/2014/main" id="{991156A2-479F-904D-86CA-B870B3E5BBA2}"/>
              </a:ext>
            </a:extLst>
          </p:cNvPr>
          <p:cNvSpPr>
            <a:spLocks noGrp="1"/>
          </p:cNvSpPr>
          <p:nvPr>
            <p:ph type="body" sz="quarter" idx="10" hasCustomPrompt="1"/>
          </p:nvPr>
        </p:nvSpPr>
        <p:spPr>
          <a:xfrm>
            <a:off x="318374" y="822121"/>
            <a:ext cx="11454525" cy="409780"/>
          </a:xfrm>
        </p:spPr>
        <p:txBody>
          <a:bodyPr anchor="ctr">
            <a:normAutofit/>
          </a:bodyPr>
          <a:lstStyle>
            <a:lvl1pPr marL="0" indent="0">
              <a:buNone/>
              <a:defRPr sz="2000" b="0" i="0" baseline="0">
                <a:solidFill>
                  <a:schemeClr val="tx1">
                    <a:lumMod val="50000"/>
                    <a:lumOff val="50000"/>
                  </a:schemeClr>
                </a:solidFill>
                <a:latin typeface="Calibri Light" panose="020F0302020204030204" pitchFamily="34" charset="0"/>
                <a:ea typeface="微软雅黑 Light" panose="020B0502040204020203" pitchFamily="34" charset="-122"/>
              </a:defRPr>
            </a:lvl1pPr>
          </a:lstStyle>
          <a:p>
            <a:pPr lvl="0"/>
            <a:r>
              <a:rPr kumimoji="1" lang="en-US" altLang="zh-CN"/>
              <a:t>Subtitle</a:t>
            </a:r>
            <a:endParaRPr kumimoji="1" lang="zh-CN" altLang="en-US"/>
          </a:p>
        </p:txBody>
      </p:sp>
    </p:spTree>
    <p:extLst>
      <p:ext uri="{BB962C8B-B14F-4D97-AF65-F5344CB8AC3E}">
        <p14:creationId xmlns:p14="http://schemas.microsoft.com/office/powerpoint/2010/main" val="165639176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Full Screen Image">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E8FD6D00-53DC-634B-9109-DAD3E18AE23C}"/>
              </a:ext>
            </a:extLst>
          </p:cNvPr>
          <p:cNvSpPr/>
          <p:nvPr userDrawn="1"/>
        </p:nvSpPr>
        <p:spPr>
          <a:xfrm>
            <a:off x="0" y="0"/>
            <a:ext cx="12192000" cy="6858000"/>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extLst>
      <p:ext uri="{BB962C8B-B14F-4D97-AF65-F5344CB8AC3E}">
        <p14:creationId xmlns:p14="http://schemas.microsoft.com/office/powerpoint/2010/main" val="136592187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Fullscreen Title - Thank You">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4C93A65E-1D4D-42C2-87E7-EAECC2DE235D}"/>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12192000" cy="6858000"/>
          </a:xfrm>
          <a:prstGeom prst="rect">
            <a:avLst/>
          </a:prstGeom>
        </p:spPr>
      </p:pic>
      <p:pic>
        <p:nvPicPr>
          <p:cNvPr id="11" name="图片 10">
            <a:extLst>
              <a:ext uri="{FF2B5EF4-FFF2-40B4-BE49-F238E27FC236}">
                <a16:creationId xmlns:a16="http://schemas.microsoft.com/office/drawing/2014/main" id="{57FB964D-4033-2C44-B9A6-63C033E74E49}"/>
              </a:ext>
            </a:extLst>
          </p:cNvPr>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3921369" y="281354"/>
            <a:ext cx="8393723" cy="6295292"/>
          </a:xfrm>
          <a:prstGeom prst="rect">
            <a:avLst/>
          </a:prstGeom>
        </p:spPr>
      </p:pic>
      <p:sp>
        <p:nvSpPr>
          <p:cNvPr id="2" name="标题 1">
            <a:extLst>
              <a:ext uri="{FF2B5EF4-FFF2-40B4-BE49-F238E27FC236}">
                <a16:creationId xmlns:a16="http://schemas.microsoft.com/office/drawing/2014/main" id="{4D100D28-176B-4C7A-ABE2-3DF04CBCEDCB}"/>
              </a:ext>
            </a:extLst>
          </p:cNvPr>
          <p:cNvSpPr>
            <a:spLocks noGrp="1"/>
          </p:cNvSpPr>
          <p:nvPr>
            <p:ph type="title" hasCustomPrompt="1"/>
          </p:nvPr>
        </p:nvSpPr>
        <p:spPr>
          <a:xfrm>
            <a:off x="318374" y="3968750"/>
            <a:ext cx="11454525" cy="10160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lang="zh-CN" altLang="en-US" sz="3000" b="1" kern="1200" baseline="0" dirty="0" smtClean="0">
                <a:solidFill>
                  <a:schemeClr val="bg1">
                    <a:alpha val="80000"/>
                  </a:schemeClr>
                </a:solidFill>
                <a:latin typeface="Arial" panose="020B0604020202020204" pitchFamily="34" charset="0"/>
                <a:ea typeface="Microsoft YaHei" panose="020B0503020204020204" pitchFamily="34" charset="-122"/>
                <a:cs typeface="+mj-cs"/>
              </a:defRPr>
            </a:lvl1pPr>
          </a:lstStyle>
          <a:p>
            <a:r>
              <a:rPr lang="en-US" altLang="zh-CN"/>
              <a:t>THANK YOU</a:t>
            </a:r>
            <a:endParaRPr lang="zh-CN" altLang="en-US"/>
          </a:p>
        </p:txBody>
      </p:sp>
    </p:spTree>
    <p:extLst>
      <p:ext uri="{BB962C8B-B14F-4D97-AF65-F5344CB8AC3E}">
        <p14:creationId xmlns:p14="http://schemas.microsoft.com/office/powerpoint/2010/main" val="207126548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Copyright">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C90ED260-F03D-F04D-9300-D73F53A84E75}"/>
              </a:ext>
            </a:extLst>
          </p:cNvPr>
          <p:cNvSpPr/>
          <p:nvPr userDrawn="1"/>
        </p:nvSpPr>
        <p:spPr>
          <a:xfrm>
            <a:off x="-1"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 name="矩形 3">
            <a:extLst>
              <a:ext uri="{FF2B5EF4-FFF2-40B4-BE49-F238E27FC236}">
                <a16:creationId xmlns:a16="http://schemas.microsoft.com/office/drawing/2014/main" id="{FABC419B-A2A6-5A47-A56C-C292AFB5ED39}"/>
              </a:ext>
            </a:extLst>
          </p:cNvPr>
          <p:cNvSpPr/>
          <p:nvPr userDrawn="1"/>
        </p:nvSpPr>
        <p:spPr>
          <a:xfrm>
            <a:off x="1" y="5484886"/>
            <a:ext cx="12191999" cy="1373114"/>
          </a:xfrm>
          <a:prstGeom prst="rect">
            <a:avLst/>
          </a:prstGeom>
          <a:solidFill>
            <a:srgbClr val="3E3E4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200"/>
          </a:p>
        </p:txBody>
      </p:sp>
      <p:sp>
        <p:nvSpPr>
          <p:cNvPr id="5" name="文本占位符 2">
            <a:extLst>
              <a:ext uri="{FF2B5EF4-FFF2-40B4-BE49-F238E27FC236}">
                <a16:creationId xmlns:a16="http://schemas.microsoft.com/office/drawing/2014/main" id="{C8D8BB71-08C1-7842-9DE5-0EDA73626B38}"/>
              </a:ext>
            </a:extLst>
          </p:cNvPr>
          <p:cNvSpPr txBox="1">
            <a:spLocks/>
          </p:cNvSpPr>
          <p:nvPr userDrawn="1"/>
        </p:nvSpPr>
        <p:spPr>
          <a:xfrm>
            <a:off x="4225636" y="686599"/>
            <a:ext cx="7269496" cy="4674608"/>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3C3D43"/>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defTabSz="457200"/>
            <a:r>
              <a:rPr lang="en-US" altLang="zh-CN" sz="1400">
                <a:solidFill>
                  <a:schemeClr val="bg1">
                    <a:lumMod val="50000"/>
                  </a:schemeClr>
                </a:solidFill>
                <a:latin typeface="+mj-lt"/>
                <a:cs typeface="Arial" panose="020B0604020202020204" pitchFamily="34" charset="0"/>
              </a:rPr>
              <a:t>Envision Digital is a global AIoT technology leader, headquartered in Singapore, committed to accelerating the digital transformation and ecosystem development for industries and cities.</a:t>
            </a:r>
          </a:p>
          <a:p>
            <a:pPr algn="just" defTabSz="457200"/>
            <a:r>
              <a:rPr lang="en-US" altLang="zh-CN" sz="1400">
                <a:solidFill>
                  <a:schemeClr val="bg1">
                    <a:lumMod val="50000"/>
                  </a:schemeClr>
                </a:solidFill>
                <a:latin typeface="+mj-lt"/>
                <a:cs typeface="Arial" panose="020B0604020202020204" pitchFamily="34" charset="0"/>
              </a:rPr>
              <a:t>Envision Digital owns the world's leading AIoT operating system, EnOS™, which currently connects and manages over 50 million smart devices and over 100GW of energy assets globally. Based on EnOS™, Envision Digital offers integrated products and solutions for Smart Energy, Smart Building, Smart Industrial, Smart Mobility, Smart City, and other domains, which serve global energy utility, industrial and city government clients. Envision Digital is now partnering with Government Technology Agency of Singapore to host and operate the Device Management Control and Data Acquisition System (DECADA) , powered by EnOS™.</a:t>
            </a:r>
          </a:p>
          <a:p>
            <a:pPr algn="just" defTabSz="457200">
              <a:buClr>
                <a:schemeClr val="tx1">
                  <a:lumMod val="50000"/>
                  <a:lumOff val="50000"/>
                </a:schemeClr>
              </a:buClr>
            </a:pPr>
            <a:r>
              <a:rPr lang="en-US" altLang="zh-CN" sz="1400">
                <a:solidFill>
                  <a:schemeClr val="bg1">
                    <a:lumMod val="50000"/>
                  </a:schemeClr>
                </a:solidFill>
                <a:latin typeface="+mj-lt"/>
                <a:cs typeface="Arial" panose="020B0604020202020204" pitchFamily="34" charset="0"/>
              </a:rPr>
              <a:t>Envision Digital is proactively building a comprehensive AIoT and Smart City ecosystem with partners around the world including Microsoft, Keppel, Sonnen, ChargePoint, </a:t>
            </a:r>
            <a:r>
              <a:rPr lang="en-US" altLang="zh-CN" sz="1400" err="1">
                <a:solidFill>
                  <a:schemeClr val="bg1">
                    <a:lumMod val="50000"/>
                  </a:schemeClr>
                </a:solidFill>
                <a:latin typeface="+mj-lt"/>
                <a:cs typeface="Arial" panose="020B0604020202020204" pitchFamily="34" charset="0"/>
              </a:rPr>
              <a:t>Protectwise</a:t>
            </a:r>
            <a:r>
              <a:rPr lang="en-US" altLang="zh-CN" sz="1400">
                <a:solidFill>
                  <a:schemeClr val="bg1">
                    <a:lumMod val="50000"/>
                  </a:schemeClr>
                </a:solidFill>
                <a:latin typeface="+mj-lt"/>
                <a:cs typeface="Arial" panose="020B0604020202020204" pitchFamily="34" charset="0"/>
              </a:rPr>
              <a:t> and others.</a:t>
            </a:r>
          </a:p>
          <a:p>
            <a:pPr marL="230400" indent="0" algn="just" defTabSz="457200">
              <a:buClr>
                <a:schemeClr val="tx1">
                  <a:lumMod val="50000"/>
                  <a:lumOff val="50000"/>
                </a:schemeClr>
              </a:buClr>
              <a:buNone/>
            </a:pPr>
            <a:endParaRPr lang="en-US" altLang="zh-CN" sz="1400">
              <a:solidFill>
                <a:schemeClr val="bg1">
                  <a:lumMod val="50000"/>
                </a:schemeClr>
              </a:solidFill>
              <a:latin typeface="+mj-lt"/>
              <a:cs typeface="Arial" panose="020B0604020202020204" pitchFamily="34" charset="0"/>
            </a:endParaRPr>
          </a:p>
          <a:p>
            <a:pPr marL="230400" indent="0" defTabSz="457200">
              <a:buNone/>
            </a:pPr>
            <a:r>
              <a:rPr lang="en-US" altLang="zh-CN" sz="1400" b="1">
                <a:solidFill>
                  <a:schemeClr val="tx1"/>
                </a:solidFill>
                <a:latin typeface="+mj-lt"/>
                <a:cs typeface="Arial" panose="020B0604020202020204" pitchFamily="34" charset="0"/>
              </a:rPr>
              <a:t>For more information</a:t>
            </a:r>
          </a:p>
          <a:p>
            <a:pPr marL="230400" indent="0" defTabSz="457200">
              <a:buNone/>
            </a:pPr>
            <a:r>
              <a:rPr lang="en-US" altLang="zh-CN" sz="1200">
                <a:solidFill>
                  <a:schemeClr val="bg1">
                    <a:lumMod val="50000"/>
                  </a:schemeClr>
                </a:solidFill>
                <a:latin typeface="+mn-lt"/>
                <a:cs typeface="Arial" panose="020B0604020202020204" pitchFamily="34" charset="0"/>
              </a:rPr>
              <a:t>To learn more about EnOS, contact your Envision sales representative or your Envision Business Partner, or visit the following website:</a:t>
            </a:r>
          </a:p>
          <a:p>
            <a:pPr marL="230400" indent="0">
              <a:buNone/>
            </a:pPr>
            <a:r>
              <a:rPr lang="en-US" altLang="zh-CN" sz="1200" u="sng">
                <a:solidFill>
                  <a:schemeClr val="bg1">
                    <a:lumMod val="50000"/>
                  </a:schemeClr>
                </a:solidFill>
                <a:latin typeface="+mn-lt"/>
                <a:cs typeface="Arial" panose="020B0604020202020204" pitchFamily="34" charset="0"/>
              </a:rPr>
              <a:t>http://www.envision-digital.com</a:t>
            </a:r>
            <a:endParaRPr lang="zh-CN" altLang="en-US" sz="1200" u="sng">
              <a:solidFill>
                <a:schemeClr val="bg1">
                  <a:lumMod val="50000"/>
                </a:schemeClr>
              </a:solidFill>
              <a:latin typeface="+mn-lt"/>
              <a:cs typeface="Arial" panose="020B0604020202020204" pitchFamily="34" charset="0"/>
            </a:endParaRPr>
          </a:p>
          <a:p>
            <a:pPr marL="0" indent="0" algn="just" defTabSz="457200">
              <a:buClr>
                <a:schemeClr val="tx1">
                  <a:lumMod val="50000"/>
                  <a:lumOff val="50000"/>
                </a:schemeClr>
              </a:buClr>
              <a:buNone/>
            </a:pPr>
            <a:endParaRPr lang="en-US" altLang="zh-CN" sz="1400">
              <a:solidFill>
                <a:schemeClr val="bg1">
                  <a:lumMod val="50000"/>
                </a:schemeClr>
              </a:solidFill>
              <a:latin typeface="+mj-lt"/>
              <a:cs typeface="Arial" panose="020B0604020202020204" pitchFamily="34" charset="0"/>
            </a:endParaRPr>
          </a:p>
        </p:txBody>
      </p:sp>
      <p:grpSp>
        <p:nvGrpSpPr>
          <p:cNvPr id="6" name="组合 5">
            <a:extLst>
              <a:ext uri="{FF2B5EF4-FFF2-40B4-BE49-F238E27FC236}">
                <a16:creationId xmlns:a16="http://schemas.microsoft.com/office/drawing/2014/main" id="{AEEC5726-76B2-CF4A-83E7-CD227A0CDC68}"/>
              </a:ext>
            </a:extLst>
          </p:cNvPr>
          <p:cNvGrpSpPr/>
          <p:nvPr userDrawn="1"/>
        </p:nvGrpSpPr>
        <p:grpSpPr>
          <a:xfrm>
            <a:off x="524191" y="5712333"/>
            <a:ext cx="11143619" cy="1022587"/>
            <a:chOff x="766730" y="5449255"/>
            <a:chExt cx="11143619" cy="1022587"/>
          </a:xfrm>
        </p:grpSpPr>
        <p:sp>
          <p:nvSpPr>
            <p:cNvPr id="7" name="TextBox 37">
              <a:extLst>
                <a:ext uri="{FF2B5EF4-FFF2-40B4-BE49-F238E27FC236}">
                  <a16:creationId xmlns:a16="http://schemas.microsoft.com/office/drawing/2014/main" id="{E4117994-C80D-C64C-AEB3-BEE6FF4FBB9E}"/>
                </a:ext>
              </a:extLst>
            </p:cNvPr>
            <p:cNvSpPr txBox="1"/>
            <p:nvPr/>
          </p:nvSpPr>
          <p:spPr>
            <a:xfrm>
              <a:off x="766730" y="5710864"/>
              <a:ext cx="11143619" cy="760978"/>
            </a:xfrm>
            <a:prstGeom prst="rect">
              <a:avLst/>
            </a:prstGeom>
            <a:noFill/>
          </p:spPr>
          <p:txBody>
            <a:bodyPr wrap="square" rtlCol="0" anchor="ctr" anchorCtr="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just">
                <a:lnSpc>
                  <a:spcPct val="150000"/>
                </a:lnSpc>
              </a:pPr>
              <a:r>
                <a:rPr lang="en-US" sz="1000">
                  <a:solidFill>
                    <a:schemeClr val="bg1">
                      <a:lumMod val="50000"/>
                    </a:schemeClr>
                  </a:solidFill>
                  <a:latin typeface="+mn-lt"/>
                  <a:cs typeface="Arial" panose="020B0604020202020204" pitchFamily="34" charset="0"/>
                </a:rPr>
                <a:t>THE INFORMATION IN THIS DOCUMENT IS </a:t>
              </a:r>
              <a:r>
                <a:rPr lang="en-US" altLang="zh-CN" sz="1000">
                  <a:solidFill>
                    <a:schemeClr val="bg1">
                      <a:lumMod val="50000"/>
                    </a:schemeClr>
                  </a:solidFill>
                  <a:latin typeface="+mn-lt"/>
                  <a:cs typeface="Arial" panose="020B0604020202020204" pitchFamily="34" charset="0"/>
                </a:rPr>
                <a:t>PROVIDED ON AN “AS IS” AND “AS AVAILABLE” BASIS WITHOUT WARRANTY OF ANY KIND, EITHER EXPRESS OR IMPLIED, INCLUDING, BUT NOT LIMITED TO, THE IMPLIED WARRANTIES OF MERCHANTABILITY OR FITNESS FOR A PARTICULAR PURPOSE, OR THE WARRANTY OF NON-INFRINGEMENT. ENVISON PRODUCTS ARE WARRANTED ACCORDING TO THE TERMS AND CONDITIONS OF THE AGREEMENTS UNDER WHICH THEY ARE PROVIDED.</a:t>
              </a:r>
              <a:endParaRPr lang="en-US" sz="1000">
                <a:solidFill>
                  <a:schemeClr val="bg1">
                    <a:lumMod val="50000"/>
                  </a:schemeClr>
                </a:solidFill>
                <a:latin typeface="+mn-lt"/>
                <a:cs typeface="Arial" panose="020B0604020202020204" pitchFamily="34" charset="0"/>
              </a:endParaRPr>
            </a:p>
          </p:txBody>
        </p:sp>
        <p:sp>
          <p:nvSpPr>
            <p:cNvPr id="8" name="矩形 7">
              <a:extLst>
                <a:ext uri="{FF2B5EF4-FFF2-40B4-BE49-F238E27FC236}">
                  <a16:creationId xmlns:a16="http://schemas.microsoft.com/office/drawing/2014/main" id="{DCE4C778-CD91-F846-BBD3-57C17DB036EB}"/>
                </a:ext>
              </a:extLst>
            </p:cNvPr>
            <p:cNvSpPr/>
            <p:nvPr/>
          </p:nvSpPr>
          <p:spPr>
            <a:xfrm>
              <a:off x="766730" y="5449255"/>
              <a:ext cx="5865320" cy="276999"/>
            </a:xfrm>
            <a:prstGeom prst="rect">
              <a:avLst/>
            </a:prstGeom>
          </p:spPr>
          <p:txBody>
            <a:bodyPr wrap="square">
              <a:spAutoFit/>
            </a:bodyPr>
            <a:lstStyle/>
            <a:p>
              <a:r>
                <a:rPr lang="en-US" altLang="zh-CN" sz="1200" b="1">
                  <a:solidFill>
                    <a:schemeClr val="bg2"/>
                  </a:solidFill>
                  <a:latin typeface="Arial" panose="020B0604020202020204" pitchFamily="34" charset="0"/>
                  <a:cs typeface="Arial" panose="020B0604020202020204" pitchFamily="34" charset="0"/>
                </a:rPr>
                <a:t>© Copyright Envision Digital 2021, 2022. All Rights Reserved.</a:t>
              </a:r>
            </a:p>
          </p:txBody>
        </p:sp>
      </p:grpSp>
      <p:pic>
        <p:nvPicPr>
          <p:cNvPr id="9" name="图片 8">
            <a:extLst>
              <a:ext uri="{FF2B5EF4-FFF2-40B4-BE49-F238E27FC236}">
                <a16:creationId xmlns:a16="http://schemas.microsoft.com/office/drawing/2014/main" id="{878940D3-9A72-DA4F-8709-AA33E3FE2067}"/>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524191" y="685237"/>
            <a:ext cx="2800995" cy="824406"/>
          </a:xfrm>
          <a:prstGeom prst="rect">
            <a:avLst/>
          </a:prstGeom>
        </p:spPr>
      </p:pic>
    </p:spTree>
    <p:extLst>
      <p:ext uri="{BB962C8B-B14F-4D97-AF65-F5344CB8AC3E}">
        <p14:creationId xmlns:p14="http://schemas.microsoft.com/office/powerpoint/2010/main" val="285740850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6A806B3-8A68-92E7-3C46-0AE40CB1B297}"/>
              </a:ext>
            </a:extLst>
          </p:cNvPr>
          <p:cNvSpPr>
            <a:spLocks noGrp="1"/>
          </p:cNvSpPr>
          <p:nvPr>
            <p:ph type="title" hasCustomPrompt="1"/>
          </p:nvPr>
        </p:nvSpPr>
        <p:spPr>
          <a:xfrm>
            <a:off x="548640" y="2678054"/>
            <a:ext cx="4352544" cy="1501891"/>
          </a:xfrm>
        </p:spPr>
        <p:txBody>
          <a:bodyPr anchor="ctr">
            <a:normAutofit/>
          </a:bodyPr>
          <a:lstStyle>
            <a:lvl1pPr algn="l">
              <a:defRPr sz="2800" b="0" i="0">
                <a:latin typeface="Arial" panose="020B0604020202020204" pitchFamily="34" charset="0"/>
                <a:cs typeface="Arial" panose="020B0604020202020204" pitchFamily="34" charset="0"/>
              </a:defRPr>
            </a:lvl1pPr>
          </a:lstStyle>
          <a:p>
            <a:r>
              <a:rPr kumimoji="1" lang="en-US" altLang="zh-CN"/>
              <a:t>Agenda</a:t>
            </a:r>
            <a:endParaRPr kumimoji="1" lang="zh-CN" altLang="en-US"/>
          </a:p>
        </p:txBody>
      </p:sp>
      <p:sp>
        <p:nvSpPr>
          <p:cNvPr id="3" name="灯片编号占位符 2">
            <a:extLst>
              <a:ext uri="{FF2B5EF4-FFF2-40B4-BE49-F238E27FC236}">
                <a16:creationId xmlns:a16="http://schemas.microsoft.com/office/drawing/2014/main" id="{7BAC9533-2383-B198-BC26-53882884636B}"/>
              </a:ext>
            </a:extLst>
          </p:cNvPr>
          <p:cNvSpPr>
            <a:spLocks noGrp="1"/>
          </p:cNvSpPr>
          <p:nvPr>
            <p:ph type="sldNum" sz="quarter" idx="10"/>
          </p:nvPr>
        </p:nvSpPr>
        <p:spPr/>
        <p:txBody>
          <a:bodyPr/>
          <a:lstStyle>
            <a:lvl1pPr>
              <a:defRPr b="0" i="0"/>
            </a:lvl1pPr>
          </a:lstStyle>
          <a:p>
            <a:fld id="{12CD2F67-C3EF-C447-835C-4EE74D5FD49D}" type="slidenum">
              <a:rPr kumimoji="1" lang="en-US" altLang="zh-CN" smtClean="0"/>
              <a:pPr/>
              <a:t>‹#›</a:t>
            </a:fld>
            <a:endParaRPr kumimoji="1" lang="en-US"/>
          </a:p>
        </p:txBody>
      </p:sp>
      <p:sp>
        <p:nvSpPr>
          <p:cNvPr id="5" name="文本占位符 4">
            <a:extLst>
              <a:ext uri="{FF2B5EF4-FFF2-40B4-BE49-F238E27FC236}">
                <a16:creationId xmlns:a16="http://schemas.microsoft.com/office/drawing/2014/main" id="{95B1FA8F-2A61-2B62-F544-D73E2E1C8737}"/>
              </a:ext>
            </a:extLst>
          </p:cNvPr>
          <p:cNvSpPr>
            <a:spLocks noGrp="1"/>
          </p:cNvSpPr>
          <p:nvPr>
            <p:ph type="body" sz="quarter" idx="11" hasCustomPrompt="1"/>
          </p:nvPr>
        </p:nvSpPr>
        <p:spPr>
          <a:xfrm>
            <a:off x="5212081" y="1161255"/>
            <a:ext cx="6566598" cy="4535487"/>
          </a:xfrm>
        </p:spPr>
        <p:txBody>
          <a:bodyPr>
            <a:normAutofit/>
          </a:bodyPr>
          <a:lstStyle>
            <a:lvl1pPr marL="432000" indent="-342900">
              <a:spcBef>
                <a:spcPts val="2600"/>
              </a:spcBef>
              <a:buClr>
                <a:schemeClr val="bg1">
                  <a:lumMod val="65000"/>
                </a:schemeClr>
              </a:buClr>
              <a:buSzPct val="65000"/>
              <a:buFont typeface="+mj-lt"/>
              <a:buAutoNum type="arabicPeriod"/>
              <a:defRPr sz="1800"/>
            </a:lvl1pPr>
          </a:lstStyle>
          <a:p>
            <a:pPr lvl="0"/>
            <a:r>
              <a:rPr kumimoji="1" lang="en-US" altLang="zh-CN"/>
              <a:t>Chapter One</a:t>
            </a:r>
          </a:p>
          <a:p>
            <a:pPr lvl="0"/>
            <a:r>
              <a:rPr kumimoji="1" lang="en-US" altLang="zh-CN"/>
              <a:t>Chapter Two</a:t>
            </a:r>
          </a:p>
          <a:p>
            <a:pPr lvl="0"/>
            <a:r>
              <a:rPr kumimoji="1" lang="en-US" altLang="zh-CN"/>
              <a:t>Chapter Three</a:t>
            </a:r>
            <a:endParaRPr kumimoji="1" lang="zh-CN" altLang="en-US"/>
          </a:p>
        </p:txBody>
      </p:sp>
    </p:spTree>
    <p:extLst>
      <p:ext uri="{BB962C8B-B14F-4D97-AF65-F5344CB8AC3E}">
        <p14:creationId xmlns:p14="http://schemas.microsoft.com/office/powerpoint/2010/main" val="1152373895"/>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Chapter Title">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6A806B3-8A68-92E7-3C46-0AE40CB1B297}"/>
              </a:ext>
            </a:extLst>
          </p:cNvPr>
          <p:cNvSpPr>
            <a:spLocks noGrp="1"/>
          </p:cNvSpPr>
          <p:nvPr>
            <p:ph type="title" hasCustomPrompt="1"/>
          </p:nvPr>
        </p:nvSpPr>
        <p:spPr>
          <a:xfrm>
            <a:off x="413323" y="4460788"/>
            <a:ext cx="11365354" cy="1501891"/>
          </a:xfrm>
        </p:spPr>
        <p:txBody>
          <a:bodyPr>
            <a:normAutofit/>
          </a:bodyPr>
          <a:lstStyle>
            <a:lvl1pPr>
              <a:defRPr sz="6400" b="0" i="0">
                <a:latin typeface="Arial" panose="020B0604020202020204" pitchFamily="34" charset="0"/>
                <a:cs typeface="Arial" panose="020B0604020202020204" pitchFamily="34" charset="0"/>
              </a:defRPr>
            </a:lvl1pPr>
          </a:lstStyle>
          <a:p>
            <a:r>
              <a:rPr kumimoji="1" lang="en-US" altLang="zh-CN"/>
              <a:t>Chapter Title</a:t>
            </a:r>
            <a:endParaRPr kumimoji="1" lang="zh-CN" altLang="en-US"/>
          </a:p>
        </p:txBody>
      </p:sp>
      <p:sp>
        <p:nvSpPr>
          <p:cNvPr id="3" name="灯片编号占位符 2">
            <a:extLst>
              <a:ext uri="{FF2B5EF4-FFF2-40B4-BE49-F238E27FC236}">
                <a16:creationId xmlns:a16="http://schemas.microsoft.com/office/drawing/2014/main" id="{7BAC9533-2383-B198-BC26-53882884636B}"/>
              </a:ext>
            </a:extLst>
          </p:cNvPr>
          <p:cNvSpPr>
            <a:spLocks noGrp="1"/>
          </p:cNvSpPr>
          <p:nvPr>
            <p:ph type="sldNum" sz="quarter" idx="10"/>
          </p:nvPr>
        </p:nvSpPr>
        <p:spPr/>
        <p:txBody>
          <a:bodyPr/>
          <a:lstStyle>
            <a:lvl1pPr>
              <a:defRPr b="0" i="0"/>
            </a:lvl1pPr>
          </a:lstStyle>
          <a:p>
            <a:fld id="{12CD2F67-C3EF-C447-835C-4EE74D5FD49D}" type="slidenum">
              <a:rPr kumimoji="1" lang="en-US" altLang="zh-CN" smtClean="0"/>
              <a:pPr/>
              <a:t>‹#›</a:t>
            </a:fld>
            <a:endParaRPr kumimoji="1" lang="en-US"/>
          </a:p>
        </p:txBody>
      </p:sp>
    </p:spTree>
    <p:extLst>
      <p:ext uri="{BB962C8B-B14F-4D97-AF65-F5344CB8AC3E}">
        <p14:creationId xmlns:p14="http://schemas.microsoft.com/office/powerpoint/2010/main" val="3167460128"/>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Chapter Subtitle">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6A806B3-8A68-92E7-3C46-0AE40CB1B297}"/>
              </a:ext>
            </a:extLst>
          </p:cNvPr>
          <p:cNvSpPr>
            <a:spLocks noGrp="1"/>
          </p:cNvSpPr>
          <p:nvPr>
            <p:ph type="title" hasCustomPrompt="1"/>
          </p:nvPr>
        </p:nvSpPr>
        <p:spPr>
          <a:xfrm>
            <a:off x="413323" y="2829697"/>
            <a:ext cx="11365354" cy="1501891"/>
          </a:xfrm>
        </p:spPr>
        <p:txBody>
          <a:bodyPr>
            <a:normAutofit/>
          </a:bodyPr>
          <a:lstStyle>
            <a:lvl1pPr>
              <a:defRPr sz="6400" b="0" i="0">
                <a:latin typeface="Arial" panose="020B0604020202020204" pitchFamily="34" charset="0"/>
                <a:cs typeface="Arial" panose="020B0604020202020204" pitchFamily="34" charset="0"/>
              </a:defRPr>
            </a:lvl1pPr>
          </a:lstStyle>
          <a:p>
            <a:r>
              <a:rPr kumimoji="1" lang="en-US" altLang="zh-CN"/>
              <a:t>Chapter Title or Quotes</a:t>
            </a:r>
            <a:endParaRPr kumimoji="1" lang="zh-CN" altLang="en-US"/>
          </a:p>
        </p:txBody>
      </p:sp>
      <p:sp>
        <p:nvSpPr>
          <p:cNvPr id="3" name="灯片编号占位符 2">
            <a:extLst>
              <a:ext uri="{FF2B5EF4-FFF2-40B4-BE49-F238E27FC236}">
                <a16:creationId xmlns:a16="http://schemas.microsoft.com/office/drawing/2014/main" id="{7BAC9533-2383-B198-BC26-53882884636B}"/>
              </a:ext>
            </a:extLst>
          </p:cNvPr>
          <p:cNvSpPr>
            <a:spLocks noGrp="1"/>
          </p:cNvSpPr>
          <p:nvPr>
            <p:ph type="sldNum" sz="quarter" idx="10"/>
          </p:nvPr>
        </p:nvSpPr>
        <p:spPr/>
        <p:txBody>
          <a:bodyPr/>
          <a:lstStyle>
            <a:lvl1pPr>
              <a:defRPr b="0" i="0"/>
            </a:lvl1pPr>
          </a:lstStyle>
          <a:p>
            <a:fld id="{12CD2F67-C3EF-C447-835C-4EE74D5FD49D}" type="slidenum">
              <a:rPr kumimoji="1" lang="en-US" altLang="zh-CN" smtClean="0"/>
              <a:pPr/>
              <a:t>‹#›</a:t>
            </a:fld>
            <a:endParaRPr kumimoji="1" lang="en-US"/>
          </a:p>
        </p:txBody>
      </p:sp>
      <p:sp>
        <p:nvSpPr>
          <p:cNvPr id="5" name="文本占位符 4">
            <a:extLst>
              <a:ext uri="{FF2B5EF4-FFF2-40B4-BE49-F238E27FC236}">
                <a16:creationId xmlns:a16="http://schemas.microsoft.com/office/drawing/2014/main" id="{ACD08B19-9884-CD15-0889-3C5AAB107AC3}"/>
              </a:ext>
            </a:extLst>
          </p:cNvPr>
          <p:cNvSpPr>
            <a:spLocks noGrp="1"/>
          </p:cNvSpPr>
          <p:nvPr>
            <p:ph type="body" sz="quarter" idx="11" hasCustomPrompt="1"/>
          </p:nvPr>
        </p:nvSpPr>
        <p:spPr>
          <a:xfrm>
            <a:off x="412749" y="4435475"/>
            <a:ext cx="11365353" cy="1471613"/>
          </a:xfrm>
        </p:spPr>
        <p:txBody>
          <a:bodyPr>
            <a:normAutofit/>
          </a:bodyPr>
          <a:lstStyle>
            <a:lvl1pPr marL="0" indent="0">
              <a:buNone/>
              <a:defRPr sz="2800" baseline="0">
                <a:solidFill>
                  <a:srgbClr val="8C8C8C"/>
                </a:solidFill>
                <a:ea typeface="微软雅黑" panose="020B0503020204020204" pitchFamily="34" charset="-122"/>
              </a:defRPr>
            </a:lvl1pPr>
          </a:lstStyle>
          <a:p>
            <a:pPr lvl="0"/>
            <a:r>
              <a:rPr kumimoji="1" lang="en-US" altLang="zh-CN"/>
              <a:t>Chapter Subtitle or Source Name of the Quotes</a:t>
            </a:r>
            <a:endParaRPr kumimoji="1" lang="zh-CN" altLang="en-US"/>
          </a:p>
        </p:txBody>
      </p:sp>
    </p:spTree>
    <p:extLst>
      <p:ext uri="{BB962C8B-B14F-4D97-AF65-F5344CB8AC3E}">
        <p14:creationId xmlns:p14="http://schemas.microsoft.com/office/powerpoint/2010/main" val="269142385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itle Content">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7BAC9533-2383-B198-BC26-53882884636B}"/>
              </a:ext>
            </a:extLst>
          </p:cNvPr>
          <p:cNvSpPr>
            <a:spLocks noGrp="1"/>
          </p:cNvSpPr>
          <p:nvPr>
            <p:ph type="sldNum" sz="quarter" idx="10"/>
          </p:nvPr>
        </p:nvSpPr>
        <p:spPr/>
        <p:txBody>
          <a:bodyPr/>
          <a:lstStyle>
            <a:lvl1pPr>
              <a:defRPr b="0" i="0"/>
            </a:lvl1pPr>
          </a:lstStyle>
          <a:p>
            <a:fld id="{12CD2F67-C3EF-C447-835C-4EE74D5FD49D}" type="slidenum">
              <a:rPr kumimoji="1" lang="en-US" altLang="zh-CN" smtClean="0"/>
              <a:pPr/>
              <a:t>‹#›</a:t>
            </a:fld>
            <a:endParaRPr kumimoji="1" lang="en-US"/>
          </a:p>
        </p:txBody>
      </p:sp>
      <p:sp>
        <p:nvSpPr>
          <p:cNvPr id="4" name="文本占位符 2">
            <a:extLst>
              <a:ext uri="{FF2B5EF4-FFF2-40B4-BE49-F238E27FC236}">
                <a16:creationId xmlns:a16="http://schemas.microsoft.com/office/drawing/2014/main" id="{15D6D2B3-2DF3-5BAA-199F-61BE25EFCBA9}"/>
              </a:ext>
            </a:extLst>
          </p:cNvPr>
          <p:cNvSpPr>
            <a:spLocks noGrp="1"/>
          </p:cNvSpPr>
          <p:nvPr>
            <p:ph idx="1"/>
          </p:nvPr>
        </p:nvSpPr>
        <p:spPr>
          <a:xfrm>
            <a:off x="407545" y="1772157"/>
            <a:ext cx="11365354" cy="4809132"/>
          </a:xfrm>
          <a:prstGeom prst="rect">
            <a:avLst/>
          </a:prstGeom>
        </p:spPr>
        <p:txBody>
          <a:bodyPr vert="horz" lIns="91440" tIns="45720" rIns="91440" bIns="45720" rtlCol="0">
            <a:normAutofit/>
          </a:bodyPr>
          <a:lstStyle>
            <a:lvl1pPr>
              <a:defRPr sz="1600"/>
            </a:lvl1pPr>
            <a:lvl2pPr>
              <a:defRPr sz="1100" b="0" i="0">
                <a:latin typeface="Arial" panose="020B0604020202020204" pitchFamily="34" charset="0"/>
              </a:defRPr>
            </a:lvl2pPr>
          </a:lstStyle>
          <a:p>
            <a:pPr lvl="0"/>
            <a:r>
              <a:rPr kumimoji="1" lang="en-US" altLang="zh-CN"/>
              <a:t>Content Level 1</a:t>
            </a:r>
          </a:p>
          <a:p>
            <a:pPr lvl="1"/>
            <a:r>
              <a:rPr kumimoji="1" lang="en-US" altLang="zh-CN"/>
              <a:t>Content Level 2</a:t>
            </a:r>
          </a:p>
          <a:p>
            <a:pPr lvl="1"/>
            <a:r>
              <a:rPr kumimoji="1" lang="en-US" altLang="zh-CN"/>
              <a:t>	Content Level 3</a:t>
            </a:r>
          </a:p>
        </p:txBody>
      </p:sp>
      <p:sp>
        <p:nvSpPr>
          <p:cNvPr id="5" name="标题 4">
            <a:extLst>
              <a:ext uri="{FF2B5EF4-FFF2-40B4-BE49-F238E27FC236}">
                <a16:creationId xmlns:a16="http://schemas.microsoft.com/office/drawing/2014/main" id="{31CB0C8B-EA50-F6F3-9BB4-ED9D783DFDB4}"/>
              </a:ext>
            </a:extLst>
          </p:cNvPr>
          <p:cNvSpPr>
            <a:spLocks noGrp="1"/>
          </p:cNvSpPr>
          <p:nvPr>
            <p:ph type="title" hasCustomPrompt="1"/>
          </p:nvPr>
        </p:nvSpPr>
        <p:spPr>
          <a:xfrm>
            <a:off x="413323" y="1144799"/>
            <a:ext cx="11365354" cy="547200"/>
          </a:xfrm>
        </p:spPr>
        <p:txBody>
          <a:bodyPr anchor="t"/>
          <a:lstStyle>
            <a:lvl1pPr>
              <a:defRPr b="0" i="0">
                <a:latin typeface="Arial" panose="020B0604020202020204" pitchFamily="34" charset="0"/>
              </a:defRPr>
            </a:lvl1pPr>
          </a:lstStyle>
          <a:p>
            <a:r>
              <a:rPr kumimoji="1" lang="en-US" altLang="zh-CN"/>
              <a:t>Page Title</a:t>
            </a:r>
            <a:endParaRPr kumimoji="1" lang="zh-CN" altLang="en-US"/>
          </a:p>
        </p:txBody>
      </p:sp>
    </p:spTree>
    <p:extLst>
      <p:ext uri="{BB962C8B-B14F-4D97-AF65-F5344CB8AC3E}">
        <p14:creationId xmlns:p14="http://schemas.microsoft.com/office/powerpoint/2010/main" val="241560238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Subtitle">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7BAC9533-2383-B198-BC26-53882884636B}"/>
              </a:ext>
            </a:extLst>
          </p:cNvPr>
          <p:cNvSpPr>
            <a:spLocks noGrp="1"/>
          </p:cNvSpPr>
          <p:nvPr>
            <p:ph type="sldNum" sz="quarter" idx="10"/>
          </p:nvPr>
        </p:nvSpPr>
        <p:spPr/>
        <p:txBody>
          <a:bodyPr/>
          <a:lstStyle>
            <a:lvl1pPr>
              <a:defRPr b="0" i="0"/>
            </a:lvl1pPr>
          </a:lstStyle>
          <a:p>
            <a:fld id="{12CD2F67-C3EF-C447-835C-4EE74D5FD49D}" type="slidenum">
              <a:rPr kumimoji="1" lang="en-US" altLang="zh-CN" smtClean="0"/>
              <a:pPr/>
              <a:t>‹#›</a:t>
            </a:fld>
            <a:endParaRPr kumimoji="1" lang="en-US"/>
          </a:p>
        </p:txBody>
      </p:sp>
      <p:sp>
        <p:nvSpPr>
          <p:cNvPr id="6" name="文本占位符 5">
            <a:extLst>
              <a:ext uri="{FF2B5EF4-FFF2-40B4-BE49-F238E27FC236}">
                <a16:creationId xmlns:a16="http://schemas.microsoft.com/office/drawing/2014/main" id="{383A26E7-F5E1-9A5C-0C5D-E1CAED18805C}"/>
              </a:ext>
            </a:extLst>
          </p:cNvPr>
          <p:cNvSpPr>
            <a:spLocks noGrp="1"/>
          </p:cNvSpPr>
          <p:nvPr>
            <p:ph type="body" sz="quarter" idx="11" hasCustomPrompt="1"/>
          </p:nvPr>
        </p:nvSpPr>
        <p:spPr>
          <a:xfrm>
            <a:off x="412750" y="810686"/>
            <a:ext cx="11365354" cy="334319"/>
          </a:xfrm>
        </p:spPr>
        <p:txBody>
          <a:bodyPr anchor="b">
            <a:noAutofit/>
          </a:bodyPr>
          <a:lstStyle>
            <a:lvl1pPr marL="0" indent="0">
              <a:buNone/>
              <a:defRPr sz="1200">
                <a:solidFill>
                  <a:schemeClr val="tx1"/>
                </a:solidFill>
              </a:defRPr>
            </a:lvl1pPr>
          </a:lstStyle>
          <a:p>
            <a:pPr lvl="0"/>
            <a:r>
              <a:rPr kumimoji="1" lang="en-US" altLang="zh-CN"/>
              <a:t>Subtitle</a:t>
            </a:r>
            <a:endParaRPr kumimoji="1" lang="zh-CN" altLang="en-US"/>
          </a:p>
        </p:txBody>
      </p:sp>
      <p:sp>
        <p:nvSpPr>
          <p:cNvPr id="4" name="标题 3">
            <a:extLst>
              <a:ext uri="{FF2B5EF4-FFF2-40B4-BE49-F238E27FC236}">
                <a16:creationId xmlns:a16="http://schemas.microsoft.com/office/drawing/2014/main" id="{AADA96D7-AD10-6379-0AEA-1E9B7C395FC4}"/>
              </a:ext>
            </a:extLst>
          </p:cNvPr>
          <p:cNvSpPr>
            <a:spLocks noGrp="1"/>
          </p:cNvSpPr>
          <p:nvPr>
            <p:ph type="title" hasCustomPrompt="1"/>
          </p:nvPr>
        </p:nvSpPr>
        <p:spPr/>
        <p:txBody>
          <a:bodyPr anchor="t"/>
          <a:lstStyle>
            <a:lvl1pPr>
              <a:defRPr b="0" i="0">
                <a:latin typeface="Arial" panose="020B0604020202020204" pitchFamily="34" charset="0"/>
              </a:defRPr>
            </a:lvl1pPr>
          </a:lstStyle>
          <a:p>
            <a:r>
              <a:rPr kumimoji="1" lang="en-US" altLang="zh-CN"/>
              <a:t>Page Title</a:t>
            </a:r>
            <a:endParaRPr kumimoji="1" lang="zh-CN" altLang="en-US"/>
          </a:p>
        </p:txBody>
      </p:sp>
    </p:spTree>
    <p:extLst>
      <p:ext uri="{BB962C8B-B14F-4D97-AF65-F5344CB8AC3E}">
        <p14:creationId xmlns:p14="http://schemas.microsoft.com/office/powerpoint/2010/main" val="1854226899"/>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Image on right">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B52F44DE-697A-FA6F-B1BE-4DAC4887B31A}"/>
              </a:ext>
            </a:extLst>
          </p:cNvPr>
          <p:cNvSpPr>
            <a:spLocks noGrp="1"/>
          </p:cNvSpPr>
          <p:nvPr>
            <p:ph type="sldNum" sz="quarter" idx="10"/>
          </p:nvPr>
        </p:nvSpPr>
        <p:spPr/>
        <p:txBody>
          <a:bodyPr/>
          <a:lstStyle>
            <a:lvl1pPr>
              <a:defRPr b="0" i="0"/>
            </a:lvl1pPr>
          </a:lstStyle>
          <a:p>
            <a:fld id="{12CD2F67-C3EF-C447-835C-4EE74D5FD49D}" type="slidenum">
              <a:rPr kumimoji="1" lang="en-US" altLang="zh-CN" smtClean="0"/>
              <a:pPr/>
              <a:t>‹#›</a:t>
            </a:fld>
            <a:endParaRPr kumimoji="1" lang="en-US"/>
          </a:p>
        </p:txBody>
      </p:sp>
      <p:sp>
        <p:nvSpPr>
          <p:cNvPr id="4" name="图片占位符 4">
            <a:extLst>
              <a:ext uri="{FF2B5EF4-FFF2-40B4-BE49-F238E27FC236}">
                <a16:creationId xmlns:a16="http://schemas.microsoft.com/office/drawing/2014/main" id="{E99BB97B-A4CE-D858-DC7D-FCAB5D1386A4}"/>
              </a:ext>
            </a:extLst>
          </p:cNvPr>
          <p:cNvSpPr>
            <a:spLocks noGrp="1"/>
          </p:cNvSpPr>
          <p:nvPr>
            <p:ph type="pic" sz="quarter" idx="11" hasCustomPrompt="1"/>
          </p:nvPr>
        </p:nvSpPr>
        <p:spPr>
          <a:xfrm>
            <a:off x="7154562" y="902043"/>
            <a:ext cx="4615877" cy="5535827"/>
          </a:xfrm>
          <a:prstGeom prst="roundRect">
            <a:avLst>
              <a:gd name="adj" fmla="val 670"/>
            </a:avLst>
          </a:prstGeom>
        </p:spPr>
        <p:txBody>
          <a:bodyPr/>
          <a:lstStyle/>
          <a:p>
            <a:r>
              <a:rPr kumimoji="1" lang="en-US" altLang="zh-CN"/>
              <a:t>Insert Image</a:t>
            </a:r>
            <a:endParaRPr kumimoji="1" lang="zh-CN" altLang="en-US"/>
          </a:p>
        </p:txBody>
      </p:sp>
      <p:sp>
        <p:nvSpPr>
          <p:cNvPr id="5" name="圆角矩形 4">
            <a:extLst>
              <a:ext uri="{FF2B5EF4-FFF2-40B4-BE49-F238E27FC236}">
                <a16:creationId xmlns:a16="http://schemas.microsoft.com/office/drawing/2014/main" id="{D18D56BA-130A-DE4F-BCFC-77E2DDDB03AA}"/>
              </a:ext>
            </a:extLst>
          </p:cNvPr>
          <p:cNvSpPr/>
          <p:nvPr userDrawn="1"/>
        </p:nvSpPr>
        <p:spPr>
          <a:xfrm>
            <a:off x="469557" y="902043"/>
            <a:ext cx="6512011" cy="5535827"/>
          </a:xfrm>
          <a:prstGeom prst="roundRect">
            <a:avLst>
              <a:gd name="adj" fmla="val 1488"/>
            </a:avLst>
          </a:prstGeom>
          <a:solidFill>
            <a:srgbClr val="D2D2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b="0" i="0">
              <a:latin typeface="Microsoft YaHei" panose="020B0503020204020204" pitchFamily="34" charset="-122"/>
              <a:ea typeface="Microsoft YaHei" panose="020B0503020204020204" pitchFamily="34" charset="-122"/>
            </a:endParaRPr>
          </a:p>
        </p:txBody>
      </p:sp>
      <p:sp>
        <p:nvSpPr>
          <p:cNvPr id="6" name="标题 1">
            <a:extLst>
              <a:ext uri="{FF2B5EF4-FFF2-40B4-BE49-F238E27FC236}">
                <a16:creationId xmlns:a16="http://schemas.microsoft.com/office/drawing/2014/main" id="{C5389B48-BBD7-01FA-9F9D-658E5E9CBADC}"/>
              </a:ext>
            </a:extLst>
          </p:cNvPr>
          <p:cNvSpPr>
            <a:spLocks noGrp="1"/>
          </p:cNvSpPr>
          <p:nvPr>
            <p:ph type="title" hasCustomPrompt="1"/>
          </p:nvPr>
        </p:nvSpPr>
        <p:spPr>
          <a:xfrm>
            <a:off x="827219" y="2192639"/>
            <a:ext cx="5870143" cy="2663566"/>
          </a:xfrm>
        </p:spPr>
        <p:txBody>
          <a:bodyPr anchor="t">
            <a:normAutofit/>
          </a:bodyPr>
          <a:lstStyle>
            <a:lvl1pPr>
              <a:defRPr sz="2000" b="0" i="0">
                <a:latin typeface="Arial" panose="020B0604020202020204" pitchFamily="34" charset="0"/>
                <a:cs typeface="Arial" panose="020B0604020202020204" pitchFamily="34" charset="0"/>
              </a:defRPr>
            </a:lvl1pPr>
          </a:lstStyle>
          <a:p>
            <a:r>
              <a:rPr kumimoji="1" lang="en-US" altLang="zh-CN"/>
              <a:t>Page Title</a:t>
            </a:r>
            <a:endParaRPr kumimoji="1" lang="zh-CN" altLang="en-US"/>
          </a:p>
        </p:txBody>
      </p:sp>
      <p:sp>
        <p:nvSpPr>
          <p:cNvPr id="7" name="文本占位符 5">
            <a:extLst>
              <a:ext uri="{FF2B5EF4-FFF2-40B4-BE49-F238E27FC236}">
                <a16:creationId xmlns:a16="http://schemas.microsoft.com/office/drawing/2014/main" id="{04F9C231-473A-07B1-4F02-F07ED92B4F3D}"/>
              </a:ext>
            </a:extLst>
          </p:cNvPr>
          <p:cNvSpPr>
            <a:spLocks noGrp="1"/>
          </p:cNvSpPr>
          <p:nvPr>
            <p:ph type="body" sz="quarter" idx="12" hasCustomPrompt="1"/>
          </p:nvPr>
        </p:nvSpPr>
        <p:spPr>
          <a:xfrm>
            <a:off x="826646" y="4985266"/>
            <a:ext cx="5870143" cy="334319"/>
          </a:xfrm>
        </p:spPr>
        <p:txBody>
          <a:bodyPr>
            <a:normAutofit/>
          </a:bodyPr>
          <a:lstStyle>
            <a:lvl1pPr marL="0" indent="0">
              <a:buNone/>
              <a:defRPr sz="1600">
                <a:solidFill>
                  <a:schemeClr val="tx1"/>
                </a:solidFill>
              </a:defRPr>
            </a:lvl1pPr>
          </a:lstStyle>
          <a:p>
            <a:pPr lvl="0"/>
            <a:r>
              <a:rPr kumimoji="1" lang="en-US" altLang="zh-CN"/>
              <a:t>Subtitle</a:t>
            </a:r>
            <a:endParaRPr kumimoji="1" lang="zh-CN" altLang="en-US"/>
          </a:p>
        </p:txBody>
      </p:sp>
    </p:spTree>
    <p:extLst>
      <p:ext uri="{BB962C8B-B14F-4D97-AF65-F5344CB8AC3E}">
        <p14:creationId xmlns:p14="http://schemas.microsoft.com/office/powerpoint/2010/main" val="226478444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Image on left">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B52F44DE-697A-FA6F-B1BE-4DAC4887B31A}"/>
              </a:ext>
            </a:extLst>
          </p:cNvPr>
          <p:cNvSpPr>
            <a:spLocks noGrp="1"/>
          </p:cNvSpPr>
          <p:nvPr>
            <p:ph type="sldNum" sz="quarter" idx="10"/>
          </p:nvPr>
        </p:nvSpPr>
        <p:spPr/>
        <p:txBody>
          <a:bodyPr/>
          <a:lstStyle>
            <a:lvl1pPr>
              <a:defRPr b="0" i="0"/>
            </a:lvl1pPr>
          </a:lstStyle>
          <a:p>
            <a:fld id="{12CD2F67-C3EF-C447-835C-4EE74D5FD49D}" type="slidenum">
              <a:rPr kumimoji="1" lang="en-US" altLang="zh-CN" smtClean="0"/>
              <a:pPr/>
              <a:t>‹#›</a:t>
            </a:fld>
            <a:endParaRPr kumimoji="1" lang="en-US"/>
          </a:p>
        </p:txBody>
      </p:sp>
      <p:sp>
        <p:nvSpPr>
          <p:cNvPr id="4" name="图片占位符 4">
            <a:extLst>
              <a:ext uri="{FF2B5EF4-FFF2-40B4-BE49-F238E27FC236}">
                <a16:creationId xmlns:a16="http://schemas.microsoft.com/office/drawing/2014/main" id="{E99BB97B-A4CE-D858-DC7D-FCAB5D1386A4}"/>
              </a:ext>
            </a:extLst>
          </p:cNvPr>
          <p:cNvSpPr>
            <a:spLocks noGrp="1"/>
          </p:cNvSpPr>
          <p:nvPr>
            <p:ph type="pic" sz="quarter" idx="11" hasCustomPrompt="1"/>
          </p:nvPr>
        </p:nvSpPr>
        <p:spPr>
          <a:xfrm>
            <a:off x="469557" y="902043"/>
            <a:ext cx="4615877" cy="5535827"/>
          </a:xfrm>
          <a:prstGeom prst="roundRect">
            <a:avLst>
              <a:gd name="adj" fmla="val 670"/>
            </a:avLst>
          </a:prstGeom>
        </p:spPr>
        <p:txBody>
          <a:bodyPr/>
          <a:lstStyle/>
          <a:p>
            <a:r>
              <a:rPr kumimoji="1" lang="en-US" altLang="zh-CN"/>
              <a:t>Insert Image</a:t>
            </a:r>
            <a:endParaRPr kumimoji="1" lang="zh-CN" altLang="en-US"/>
          </a:p>
        </p:txBody>
      </p:sp>
      <p:sp>
        <p:nvSpPr>
          <p:cNvPr id="5" name="圆角矩形 4">
            <a:extLst>
              <a:ext uri="{FF2B5EF4-FFF2-40B4-BE49-F238E27FC236}">
                <a16:creationId xmlns:a16="http://schemas.microsoft.com/office/drawing/2014/main" id="{D18D56BA-130A-DE4F-BCFC-77E2DDDB03AA}"/>
              </a:ext>
            </a:extLst>
          </p:cNvPr>
          <p:cNvSpPr/>
          <p:nvPr userDrawn="1"/>
        </p:nvSpPr>
        <p:spPr>
          <a:xfrm>
            <a:off x="5266667" y="902043"/>
            <a:ext cx="6512011" cy="5535827"/>
          </a:xfrm>
          <a:prstGeom prst="roundRect">
            <a:avLst>
              <a:gd name="adj" fmla="val 1488"/>
            </a:avLst>
          </a:prstGeom>
          <a:solidFill>
            <a:srgbClr val="D2D2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b="0" i="0">
              <a:latin typeface="Microsoft YaHei" panose="020B0503020204020204" pitchFamily="34" charset="-122"/>
              <a:ea typeface="Microsoft YaHei" panose="020B0503020204020204" pitchFamily="34" charset="-122"/>
            </a:endParaRPr>
          </a:p>
        </p:txBody>
      </p:sp>
      <p:sp>
        <p:nvSpPr>
          <p:cNvPr id="6" name="标题 1">
            <a:extLst>
              <a:ext uri="{FF2B5EF4-FFF2-40B4-BE49-F238E27FC236}">
                <a16:creationId xmlns:a16="http://schemas.microsoft.com/office/drawing/2014/main" id="{C5389B48-BBD7-01FA-9F9D-658E5E9CBADC}"/>
              </a:ext>
            </a:extLst>
          </p:cNvPr>
          <p:cNvSpPr>
            <a:spLocks noGrp="1"/>
          </p:cNvSpPr>
          <p:nvPr>
            <p:ph type="title" hasCustomPrompt="1"/>
          </p:nvPr>
        </p:nvSpPr>
        <p:spPr>
          <a:xfrm>
            <a:off x="5624329" y="2192639"/>
            <a:ext cx="5870143" cy="2663566"/>
          </a:xfrm>
        </p:spPr>
        <p:txBody>
          <a:bodyPr anchor="t">
            <a:normAutofit/>
          </a:bodyPr>
          <a:lstStyle>
            <a:lvl1pPr>
              <a:defRPr sz="2000" b="0" i="0">
                <a:latin typeface="Arial" panose="020B0604020202020204" pitchFamily="34" charset="0"/>
                <a:cs typeface="Arial" panose="020B0604020202020204" pitchFamily="34" charset="0"/>
              </a:defRPr>
            </a:lvl1pPr>
          </a:lstStyle>
          <a:p>
            <a:r>
              <a:rPr kumimoji="1" lang="en-US" altLang="zh-CN"/>
              <a:t>Page Title</a:t>
            </a:r>
            <a:endParaRPr kumimoji="1" lang="zh-CN" altLang="en-US"/>
          </a:p>
        </p:txBody>
      </p:sp>
      <p:sp>
        <p:nvSpPr>
          <p:cNvPr id="7" name="文本占位符 5">
            <a:extLst>
              <a:ext uri="{FF2B5EF4-FFF2-40B4-BE49-F238E27FC236}">
                <a16:creationId xmlns:a16="http://schemas.microsoft.com/office/drawing/2014/main" id="{04F9C231-473A-07B1-4F02-F07ED92B4F3D}"/>
              </a:ext>
            </a:extLst>
          </p:cNvPr>
          <p:cNvSpPr>
            <a:spLocks noGrp="1"/>
          </p:cNvSpPr>
          <p:nvPr>
            <p:ph type="body" sz="quarter" idx="12" hasCustomPrompt="1"/>
          </p:nvPr>
        </p:nvSpPr>
        <p:spPr>
          <a:xfrm>
            <a:off x="5623756" y="4985266"/>
            <a:ext cx="5870143" cy="334319"/>
          </a:xfrm>
        </p:spPr>
        <p:txBody>
          <a:bodyPr>
            <a:normAutofit/>
          </a:bodyPr>
          <a:lstStyle>
            <a:lvl1pPr marL="0" indent="0">
              <a:buNone/>
              <a:defRPr sz="1600">
                <a:solidFill>
                  <a:schemeClr val="tx1"/>
                </a:solidFill>
              </a:defRPr>
            </a:lvl1pPr>
          </a:lstStyle>
          <a:p>
            <a:pPr lvl="0"/>
            <a:r>
              <a:rPr kumimoji="1" lang="en-US" altLang="zh-CN"/>
              <a:t>Subtitle</a:t>
            </a:r>
            <a:endParaRPr kumimoji="1" lang="zh-CN" altLang="en-US"/>
          </a:p>
        </p:txBody>
      </p:sp>
    </p:spTree>
    <p:extLst>
      <p:ext uri="{BB962C8B-B14F-4D97-AF65-F5344CB8AC3E}">
        <p14:creationId xmlns:p14="http://schemas.microsoft.com/office/powerpoint/2010/main" val="441762871"/>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Large Image">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B52F44DE-697A-FA6F-B1BE-4DAC4887B31A}"/>
              </a:ext>
            </a:extLst>
          </p:cNvPr>
          <p:cNvSpPr>
            <a:spLocks noGrp="1"/>
          </p:cNvSpPr>
          <p:nvPr>
            <p:ph type="sldNum" sz="quarter" idx="10"/>
          </p:nvPr>
        </p:nvSpPr>
        <p:spPr/>
        <p:txBody>
          <a:bodyPr/>
          <a:lstStyle>
            <a:lvl1pPr>
              <a:defRPr b="0" i="0"/>
            </a:lvl1pPr>
          </a:lstStyle>
          <a:p>
            <a:fld id="{12CD2F67-C3EF-C447-835C-4EE74D5FD49D}" type="slidenum">
              <a:rPr kumimoji="1" lang="en-US" altLang="zh-CN" smtClean="0"/>
              <a:pPr/>
              <a:t>‹#›</a:t>
            </a:fld>
            <a:endParaRPr kumimoji="1" lang="en-US"/>
          </a:p>
        </p:txBody>
      </p:sp>
      <p:sp>
        <p:nvSpPr>
          <p:cNvPr id="4" name="图片占位符 4">
            <a:extLst>
              <a:ext uri="{FF2B5EF4-FFF2-40B4-BE49-F238E27FC236}">
                <a16:creationId xmlns:a16="http://schemas.microsoft.com/office/drawing/2014/main" id="{E99BB97B-A4CE-D858-DC7D-FCAB5D1386A4}"/>
              </a:ext>
            </a:extLst>
          </p:cNvPr>
          <p:cNvSpPr>
            <a:spLocks noGrp="1"/>
          </p:cNvSpPr>
          <p:nvPr>
            <p:ph type="pic" sz="quarter" idx="11" hasCustomPrompt="1"/>
          </p:nvPr>
        </p:nvSpPr>
        <p:spPr>
          <a:xfrm>
            <a:off x="469557" y="902043"/>
            <a:ext cx="11309121" cy="5535827"/>
          </a:xfrm>
          <a:prstGeom prst="roundRect">
            <a:avLst>
              <a:gd name="adj" fmla="val 670"/>
            </a:avLst>
          </a:prstGeom>
        </p:spPr>
        <p:txBody>
          <a:bodyPr/>
          <a:lstStyle/>
          <a:p>
            <a:r>
              <a:rPr kumimoji="1" lang="en-US" altLang="zh-CN"/>
              <a:t>Insert Image</a:t>
            </a:r>
            <a:endParaRPr kumimoji="1" lang="zh-CN" altLang="en-US"/>
          </a:p>
        </p:txBody>
      </p:sp>
    </p:spTree>
    <p:extLst>
      <p:ext uri="{BB962C8B-B14F-4D97-AF65-F5344CB8AC3E}">
        <p14:creationId xmlns:p14="http://schemas.microsoft.com/office/powerpoint/2010/main" val="2409972244"/>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1_Large Image">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72D4198D-0398-E4BD-CE4F-5D5A63C23094}"/>
              </a:ext>
            </a:extLst>
          </p:cNvPr>
          <p:cNvSpPr/>
          <p:nvPr userDrawn="1"/>
        </p:nvSpPr>
        <p:spPr>
          <a:xfrm>
            <a:off x="0" y="0"/>
            <a:ext cx="12192000" cy="6858000"/>
          </a:xfrm>
          <a:prstGeom prst="rect">
            <a:avLst/>
          </a:prstGeom>
          <a:solidFill>
            <a:srgbClr val="64646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b="0" i="0">
              <a:latin typeface="Microsoft YaHei" panose="020B0503020204020204" pitchFamily="34" charset="-122"/>
              <a:ea typeface="Microsoft YaHei" panose="020B0503020204020204" pitchFamily="34" charset="-122"/>
            </a:endParaRPr>
          </a:p>
        </p:txBody>
      </p:sp>
      <p:sp>
        <p:nvSpPr>
          <p:cNvPr id="3" name="灯片编号占位符 2">
            <a:extLst>
              <a:ext uri="{FF2B5EF4-FFF2-40B4-BE49-F238E27FC236}">
                <a16:creationId xmlns:a16="http://schemas.microsoft.com/office/drawing/2014/main" id="{B52F44DE-697A-FA6F-B1BE-4DAC4887B31A}"/>
              </a:ext>
            </a:extLst>
          </p:cNvPr>
          <p:cNvSpPr>
            <a:spLocks noGrp="1"/>
          </p:cNvSpPr>
          <p:nvPr>
            <p:ph type="sldNum" sz="quarter" idx="10"/>
          </p:nvPr>
        </p:nvSpPr>
        <p:spPr/>
        <p:txBody>
          <a:bodyPr/>
          <a:lstStyle>
            <a:lvl1pPr>
              <a:defRPr b="0" i="0">
                <a:solidFill>
                  <a:schemeClr val="bg1"/>
                </a:solidFill>
              </a:defRPr>
            </a:lvl1pPr>
          </a:lstStyle>
          <a:p>
            <a:fld id="{12CD2F67-C3EF-C447-835C-4EE74D5FD49D}" type="slidenum">
              <a:rPr kumimoji="1" lang="en-US" altLang="zh-CN" smtClean="0"/>
              <a:pPr/>
              <a:t>‹#›</a:t>
            </a:fld>
            <a:endParaRPr kumimoji="1" lang="en-US"/>
          </a:p>
        </p:txBody>
      </p:sp>
    </p:spTree>
    <p:extLst>
      <p:ext uri="{BB962C8B-B14F-4D97-AF65-F5344CB8AC3E}">
        <p14:creationId xmlns:p14="http://schemas.microsoft.com/office/powerpoint/2010/main" val="755984834"/>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Simple Title Only">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6A806B3-8A68-92E7-3C46-0AE40CB1B297}"/>
              </a:ext>
            </a:extLst>
          </p:cNvPr>
          <p:cNvSpPr>
            <a:spLocks noGrp="1"/>
          </p:cNvSpPr>
          <p:nvPr>
            <p:ph type="title" hasCustomPrompt="1"/>
          </p:nvPr>
        </p:nvSpPr>
        <p:spPr>
          <a:xfrm>
            <a:off x="413323" y="745395"/>
            <a:ext cx="11365354" cy="546431"/>
          </a:xfrm>
        </p:spPr>
        <p:txBody>
          <a:bodyPr/>
          <a:lstStyle>
            <a:lvl1pPr>
              <a:defRPr b="0" i="0">
                <a:latin typeface="Arial" panose="020B0604020202020204" pitchFamily="34" charset="0"/>
              </a:defRPr>
            </a:lvl1pPr>
          </a:lstStyle>
          <a:p>
            <a:r>
              <a:rPr kumimoji="1" lang="en-US" altLang="zh-CN"/>
              <a:t>Appendix</a:t>
            </a:r>
            <a:endParaRPr kumimoji="1" lang="zh-CN" altLang="en-US"/>
          </a:p>
        </p:txBody>
      </p:sp>
      <p:sp>
        <p:nvSpPr>
          <p:cNvPr id="3" name="灯片编号占位符 2">
            <a:extLst>
              <a:ext uri="{FF2B5EF4-FFF2-40B4-BE49-F238E27FC236}">
                <a16:creationId xmlns:a16="http://schemas.microsoft.com/office/drawing/2014/main" id="{7BAC9533-2383-B198-BC26-53882884636B}"/>
              </a:ext>
            </a:extLst>
          </p:cNvPr>
          <p:cNvSpPr>
            <a:spLocks noGrp="1"/>
          </p:cNvSpPr>
          <p:nvPr>
            <p:ph type="sldNum" sz="quarter" idx="10"/>
          </p:nvPr>
        </p:nvSpPr>
        <p:spPr/>
        <p:txBody>
          <a:bodyPr/>
          <a:lstStyle>
            <a:lvl1pPr>
              <a:defRPr b="0" i="0"/>
            </a:lvl1pPr>
          </a:lstStyle>
          <a:p>
            <a:fld id="{12CD2F67-C3EF-C447-835C-4EE74D5FD49D}" type="slidenum">
              <a:rPr kumimoji="1" lang="en-US" altLang="zh-CN" smtClean="0"/>
              <a:pPr/>
              <a:t>‹#›</a:t>
            </a:fld>
            <a:endParaRPr kumimoji="1" lang="en-US"/>
          </a:p>
        </p:txBody>
      </p:sp>
    </p:spTree>
    <p:extLst>
      <p:ext uri="{BB962C8B-B14F-4D97-AF65-F5344CB8AC3E}">
        <p14:creationId xmlns:p14="http://schemas.microsoft.com/office/powerpoint/2010/main" val="2829825322"/>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B58E14-23EC-4C25-974C-48FA83988655}"/>
              </a:ext>
            </a:extLst>
          </p:cNvPr>
          <p:cNvSpPr>
            <a:spLocks noGrp="1"/>
          </p:cNvSpPr>
          <p:nvPr>
            <p:ph type="ctrTitle"/>
          </p:nvPr>
        </p:nvSpPr>
        <p:spPr>
          <a:xfrm>
            <a:off x="517870" y="978408"/>
            <a:ext cx="5021183" cy="5074226"/>
          </a:xfrm>
        </p:spPr>
        <p:txBody>
          <a:bodyPr anchor="t">
            <a:normAutofit/>
          </a:bodyPr>
          <a:lstStyle>
            <a:lvl1pPr algn="l">
              <a:defRPr sz="5400"/>
            </a:lvl1pPr>
          </a:lstStyle>
          <a:p>
            <a:r>
              <a:rPr lang="en-US"/>
              <a:t>Click to edit Master title style</a:t>
            </a:r>
          </a:p>
        </p:txBody>
      </p:sp>
      <p:sp>
        <p:nvSpPr>
          <p:cNvPr id="3" name="Subtitle 2">
            <a:extLst>
              <a:ext uri="{FF2B5EF4-FFF2-40B4-BE49-F238E27FC236}">
                <a16:creationId xmlns:a16="http://schemas.microsoft.com/office/drawing/2014/main" id="{2E9FEDD4-20A1-49F6-9E3E-0B26B426BB73}"/>
              </a:ext>
            </a:extLst>
          </p:cNvPr>
          <p:cNvSpPr>
            <a:spLocks noGrp="1"/>
          </p:cNvSpPr>
          <p:nvPr>
            <p:ph type="subTitle" idx="1"/>
          </p:nvPr>
        </p:nvSpPr>
        <p:spPr>
          <a:xfrm>
            <a:off x="6662167" y="3602038"/>
            <a:ext cx="5021183" cy="2244580"/>
          </a:xfrm>
        </p:spPr>
        <p:txBody>
          <a:bodyPr anchor="b">
            <a:normAutofit/>
          </a:bodyPr>
          <a:lstStyle>
            <a:lvl1pPr marL="0" indent="0" algn="l">
              <a:lnSpc>
                <a:spcPct val="100000"/>
              </a:lnSpc>
              <a:buNone/>
              <a:defRPr sz="2200" i="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580A32F-E6F3-4C2E-B9E3-E47868E42511}"/>
              </a:ext>
            </a:extLst>
          </p:cNvPr>
          <p:cNvSpPr>
            <a:spLocks noGrp="1"/>
          </p:cNvSpPr>
          <p:nvPr>
            <p:ph type="dt" sz="half" idx="10"/>
          </p:nvPr>
        </p:nvSpPr>
        <p:spPr>
          <a:xfrm>
            <a:off x="517870" y="6420414"/>
            <a:ext cx="2743200" cy="365125"/>
          </a:xfrm>
          <a:prstGeom prst="rect">
            <a:avLst/>
          </a:prstGeom>
        </p:spPr>
        <p:txBody>
          <a:bodyPr/>
          <a:lstStyle/>
          <a:p>
            <a:fld id="{3391A759-BFF8-4B5B-9ECE-D93AC303B331}" type="datetime1">
              <a:rPr lang="en-US" smtClean="0"/>
              <a:t>5/22/2025</a:t>
            </a:fld>
            <a:endParaRPr lang="en-US"/>
          </a:p>
        </p:txBody>
      </p:sp>
      <p:sp>
        <p:nvSpPr>
          <p:cNvPr id="5" name="Footer Placeholder 4">
            <a:extLst>
              <a:ext uri="{FF2B5EF4-FFF2-40B4-BE49-F238E27FC236}">
                <a16:creationId xmlns:a16="http://schemas.microsoft.com/office/drawing/2014/main" id="{78806724-A87A-4231-BFD9-277482AF78CF}"/>
              </a:ext>
            </a:extLst>
          </p:cNvPr>
          <p:cNvSpPr>
            <a:spLocks noGrp="1"/>
          </p:cNvSpPr>
          <p:nvPr>
            <p:ph type="ftr" sz="quarter" idx="11"/>
          </p:nvPr>
        </p:nvSpPr>
        <p:spPr>
          <a:xfrm>
            <a:off x="517870" y="97713"/>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E730D1AF-36B8-4BB8-BD6A-71194F7BC31C}"/>
              </a:ext>
            </a:extLst>
          </p:cNvPr>
          <p:cNvSpPr>
            <a:spLocks noGrp="1"/>
          </p:cNvSpPr>
          <p:nvPr>
            <p:ph type="sldNum" sz="quarter" idx="12"/>
          </p:nvPr>
        </p:nvSpPr>
        <p:spPr>
          <a:xfrm>
            <a:off x="11454317" y="6420414"/>
            <a:ext cx="637909" cy="365125"/>
          </a:xfrm>
          <a:prstGeom prst="rect">
            <a:avLst/>
          </a:prstGeom>
        </p:spPr>
        <p:txBody>
          <a:bodyPr/>
          <a:lstStyle/>
          <a:p>
            <a:fld id="{DFDF98CC-160E-494C-8C3C-8CDC5FA257DE}" type="slidenum">
              <a:rPr lang="en-US" smtClean="0"/>
              <a:t>‹#›</a:t>
            </a:fld>
            <a:endParaRPr lang="en-US"/>
          </a:p>
        </p:txBody>
      </p:sp>
      <p:sp>
        <p:nvSpPr>
          <p:cNvPr id="8" name="Rectangle 7">
            <a:extLst>
              <a:ext uri="{FF2B5EF4-FFF2-40B4-BE49-F238E27FC236}">
                <a16:creationId xmlns:a16="http://schemas.microsoft.com/office/drawing/2014/main" id="{F3FF94B3-6D3E-44FE-BB02-A9027C0003C7}"/>
              </a:ext>
              <a:ext uri="{C183D7F6-B498-43B3-948B-1728B52AA6E4}">
                <adec:decorative xmlns:adec="http://schemas.microsoft.com/office/drawing/2017/decorative" val="1"/>
              </a:ext>
            </a:extLst>
          </p:cNvPr>
          <p:cNvSpPr/>
          <p:nvPr/>
        </p:nvSpPr>
        <p:spPr>
          <a:xfrm>
            <a:off x="6662168" y="6209925"/>
            <a:ext cx="5021183"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16611122"/>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363D8A-C68D-4CF9-9D15-3E09BCC09F6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524D94C-E537-4FF3-AAF8-A85F05C31A7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824B1D4-6731-4993-8609-16C1D3327986}"/>
              </a:ext>
            </a:extLst>
          </p:cNvPr>
          <p:cNvSpPr>
            <a:spLocks noGrp="1"/>
          </p:cNvSpPr>
          <p:nvPr>
            <p:ph type="dt" sz="half" idx="10"/>
          </p:nvPr>
        </p:nvSpPr>
        <p:spPr>
          <a:xfrm>
            <a:off x="517870" y="6420414"/>
            <a:ext cx="2743200" cy="365125"/>
          </a:xfrm>
          <a:prstGeom prst="rect">
            <a:avLst/>
          </a:prstGeom>
        </p:spPr>
        <p:txBody>
          <a:bodyPr/>
          <a:lstStyle/>
          <a:p>
            <a:fld id="{EEBAB316-A2E6-49F2-825C-64AA951E4184}" type="datetime1">
              <a:rPr lang="en-US" smtClean="0"/>
              <a:t>5/22/2025</a:t>
            </a:fld>
            <a:endParaRPr lang="en-US"/>
          </a:p>
        </p:txBody>
      </p:sp>
      <p:sp>
        <p:nvSpPr>
          <p:cNvPr id="5" name="Footer Placeholder 4">
            <a:extLst>
              <a:ext uri="{FF2B5EF4-FFF2-40B4-BE49-F238E27FC236}">
                <a16:creationId xmlns:a16="http://schemas.microsoft.com/office/drawing/2014/main" id="{3DFB7BBD-CEEB-4256-84B2-6D907E118806}"/>
              </a:ext>
            </a:extLst>
          </p:cNvPr>
          <p:cNvSpPr>
            <a:spLocks noGrp="1"/>
          </p:cNvSpPr>
          <p:nvPr>
            <p:ph type="ftr" sz="quarter" idx="11"/>
          </p:nvPr>
        </p:nvSpPr>
        <p:spPr>
          <a:xfrm>
            <a:off x="517870" y="97713"/>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D972A8B7-F430-4F4A-BB63-481F51E58800}"/>
              </a:ext>
            </a:extLst>
          </p:cNvPr>
          <p:cNvSpPr>
            <a:spLocks noGrp="1"/>
          </p:cNvSpPr>
          <p:nvPr>
            <p:ph type="sldNum" sz="quarter" idx="12"/>
          </p:nvPr>
        </p:nvSpPr>
        <p:spPr>
          <a:xfrm>
            <a:off x="11454317" y="6420414"/>
            <a:ext cx="637909" cy="365125"/>
          </a:xfrm>
          <a:prstGeom prst="rect">
            <a:avLst/>
          </a:prstGeom>
        </p:spPr>
        <p:txBody>
          <a:bodyPr/>
          <a:lstStyle/>
          <a:p>
            <a:fld id="{DFDF98CC-160E-494C-8C3C-8CDC5FA257DE}" type="slidenum">
              <a:rPr lang="en-US" smtClean="0"/>
              <a:t>‹#›</a:t>
            </a:fld>
            <a:endParaRPr lang="en-US"/>
          </a:p>
        </p:txBody>
      </p:sp>
    </p:spTree>
    <p:extLst>
      <p:ext uri="{BB962C8B-B14F-4D97-AF65-F5344CB8AC3E}">
        <p14:creationId xmlns:p14="http://schemas.microsoft.com/office/powerpoint/2010/main" val="2306704392"/>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7BAC1C-A332-4BA5-8C9C-FE0396C81619}"/>
              </a:ext>
            </a:extLst>
          </p:cNvPr>
          <p:cNvSpPr>
            <a:spLocks noGrp="1"/>
          </p:cNvSpPr>
          <p:nvPr>
            <p:ph type="title"/>
          </p:nvPr>
        </p:nvSpPr>
        <p:spPr>
          <a:xfrm>
            <a:off x="517870" y="978408"/>
            <a:ext cx="5020056" cy="4870974"/>
          </a:xfrm>
        </p:spPr>
        <p:txBody>
          <a:bodyPr anchor="t">
            <a:normAutofit/>
          </a:bodyPr>
          <a:lstStyle>
            <a:lvl1pPr>
              <a:defRPr sz="5400"/>
            </a:lvl1pPr>
          </a:lstStyle>
          <a:p>
            <a:r>
              <a:rPr lang="en-US"/>
              <a:t>Click to edit Master title style</a:t>
            </a:r>
          </a:p>
        </p:txBody>
      </p:sp>
      <p:sp>
        <p:nvSpPr>
          <p:cNvPr id="3" name="Text Placeholder 2">
            <a:extLst>
              <a:ext uri="{FF2B5EF4-FFF2-40B4-BE49-F238E27FC236}">
                <a16:creationId xmlns:a16="http://schemas.microsoft.com/office/drawing/2014/main" id="{50D8D137-710E-4125-B5E9-F63E7F1C9C9D}"/>
              </a:ext>
            </a:extLst>
          </p:cNvPr>
          <p:cNvSpPr>
            <a:spLocks noGrp="1"/>
          </p:cNvSpPr>
          <p:nvPr>
            <p:ph type="body" idx="1"/>
          </p:nvPr>
        </p:nvSpPr>
        <p:spPr>
          <a:xfrm>
            <a:off x="6662167" y="3566639"/>
            <a:ext cx="5021183" cy="2279979"/>
          </a:xfrm>
        </p:spPr>
        <p:txBody>
          <a:bodyPr anchor="b">
            <a:normAutofit/>
          </a:bodyPr>
          <a:lstStyle>
            <a:lvl1pPr marL="0" indent="0">
              <a:buNone/>
              <a:defRPr sz="2200" i="1">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D5480C5-E9A6-425E-B050-03E444BE92C9}"/>
              </a:ext>
            </a:extLst>
          </p:cNvPr>
          <p:cNvSpPr>
            <a:spLocks noGrp="1"/>
          </p:cNvSpPr>
          <p:nvPr>
            <p:ph type="dt" sz="half" idx="10"/>
          </p:nvPr>
        </p:nvSpPr>
        <p:spPr>
          <a:xfrm>
            <a:off x="517870" y="6420414"/>
            <a:ext cx="2743200" cy="365125"/>
          </a:xfrm>
          <a:prstGeom prst="rect">
            <a:avLst/>
          </a:prstGeom>
        </p:spPr>
        <p:txBody>
          <a:bodyPr/>
          <a:lstStyle/>
          <a:p>
            <a:fld id="{5AE9748B-ADD6-4C5A-8C2A-A39721276E74}" type="datetime1">
              <a:rPr lang="en-US" smtClean="0"/>
              <a:t>5/22/2025</a:t>
            </a:fld>
            <a:endParaRPr lang="en-US"/>
          </a:p>
        </p:txBody>
      </p:sp>
      <p:sp>
        <p:nvSpPr>
          <p:cNvPr id="5" name="Footer Placeholder 4">
            <a:extLst>
              <a:ext uri="{FF2B5EF4-FFF2-40B4-BE49-F238E27FC236}">
                <a16:creationId xmlns:a16="http://schemas.microsoft.com/office/drawing/2014/main" id="{951B4831-6C0B-4E0B-A341-91E4C5D36B79}"/>
              </a:ext>
            </a:extLst>
          </p:cNvPr>
          <p:cNvSpPr>
            <a:spLocks noGrp="1"/>
          </p:cNvSpPr>
          <p:nvPr>
            <p:ph type="ftr" sz="quarter" idx="11"/>
          </p:nvPr>
        </p:nvSpPr>
        <p:spPr>
          <a:xfrm>
            <a:off x="517870" y="97713"/>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BF011EE6-252D-46DD-94DF-C42657EF2CD9}"/>
              </a:ext>
            </a:extLst>
          </p:cNvPr>
          <p:cNvSpPr>
            <a:spLocks noGrp="1"/>
          </p:cNvSpPr>
          <p:nvPr>
            <p:ph type="sldNum" sz="quarter" idx="12"/>
          </p:nvPr>
        </p:nvSpPr>
        <p:spPr>
          <a:xfrm>
            <a:off x="11454317" y="6420414"/>
            <a:ext cx="637909" cy="365125"/>
          </a:xfrm>
          <a:prstGeom prst="rect">
            <a:avLst/>
          </a:prstGeom>
        </p:spPr>
        <p:txBody>
          <a:bodyPr/>
          <a:lstStyle/>
          <a:p>
            <a:fld id="{DFDF98CC-160E-494C-8C3C-8CDC5FA257DE}" type="slidenum">
              <a:rPr lang="en-US" smtClean="0"/>
              <a:t>‹#›</a:t>
            </a:fld>
            <a:endParaRPr lang="en-US"/>
          </a:p>
        </p:txBody>
      </p:sp>
    </p:spTree>
    <p:extLst>
      <p:ext uri="{BB962C8B-B14F-4D97-AF65-F5344CB8AC3E}">
        <p14:creationId xmlns:p14="http://schemas.microsoft.com/office/powerpoint/2010/main" val="1308655197"/>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604B06-C54A-4B7B-B6D1-436428EAF8E2}"/>
              </a:ext>
            </a:extLst>
          </p:cNvPr>
          <p:cNvSpPr>
            <a:spLocks noGrp="1"/>
          </p:cNvSpPr>
          <p:nvPr>
            <p:ph type="title"/>
          </p:nvPr>
        </p:nvSpPr>
        <p:spPr>
          <a:xfrm>
            <a:off x="517870" y="978408"/>
            <a:ext cx="5021182" cy="5207699"/>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E5723919-9A2F-4D97-8F31-6E35BD5975B0}"/>
              </a:ext>
            </a:extLst>
          </p:cNvPr>
          <p:cNvSpPr>
            <a:spLocks noGrp="1"/>
          </p:cNvSpPr>
          <p:nvPr>
            <p:ph sz="half" idx="1"/>
          </p:nvPr>
        </p:nvSpPr>
        <p:spPr>
          <a:xfrm>
            <a:off x="6063049" y="969264"/>
            <a:ext cx="5290751" cy="25551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F8DA345-F684-4BAA-A22C-E725B3A6037F}"/>
              </a:ext>
            </a:extLst>
          </p:cNvPr>
          <p:cNvSpPr>
            <a:spLocks noGrp="1"/>
          </p:cNvSpPr>
          <p:nvPr>
            <p:ph sz="half" idx="2"/>
          </p:nvPr>
        </p:nvSpPr>
        <p:spPr>
          <a:xfrm>
            <a:off x="6063049" y="3621849"/>
            <a:ext cx="5290751" cy="25551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82857588"/>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A2291277-967B-4176-B40B-9EC360626994}"/>
              </a:ext>
            </a:extLst>
          </p:cNvPr>
          <p:cNvSpPr/>
          <p:nvPr/>
        </p:nvSpPr>
        <p:spPr>
          <a:xfrm>
            <a:off x="517869" y="508090"/>
            <a:ext cx="11155680"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cap="none" spc="0">
              <a:ln w="0"/>
              <a:solidFill>
                <a:schemeClr val="tx1"/>
              </a:solidFill>
              <a:effectLst>
                <a:outerShdw blurRad="38100" dist="19050" dir="2700000" algn="tl" rotWithShape="0">
                  <a:schemeClr val="dk1">
                    <a:alpha val="40000"/>
                  </a:schemeClr>
                </a:outerShdw>
              </a:effectLst>
            </a:endParaRPr>
          </a:p>
        </p:txBody>
      </p:sp>
      <p:sp>
        <p:nvSpPr>
          <p:cNvPr id="2" name="Title 1">
            <a:extLst>
              <a:ext uri="{FF2B5EF4-FFF2-40B4-BE49-F238E27FC236}">
                <a16:creationId xmlns:a16="http://schemas.microsoft.com/office/drawing/2014/main" id="{FCB11C00-F7CB-4484-807A-D12745CD3CC8}"/>
              </a:ext>
            </a:extLst>
          </p:cNvPr>
          <p:cNvSpPr>
            <a:spLocks noGrp="1"/>
          </p:cNvSpPr>
          <p:nvPr>
            <p:ph type="title"/>
          </p:nvPr>
        </p:nvSpPr>
        <p:spPr>
          <a:xfrm>
            <a:off x="517869" y="978119"/>
            <a:ext cx="11165481" cy="1073056"/>
          </a:xfrm>
        </p:spPr>
        <p:txBody>
          <a:bodyPr/>
          <a:lstStyle/>
          <a:p>
            <a:r>
              <a:rPr lang="en-US"/>
              <a:t>Click to edit Master title style</a:t>
            </a:r>
          </a:p>
        </p:txBody>
      </p:sp>
      <p:sp>
        <p:nvSpPr>
          <p:cNvPr id="3" name="Text Placeholder 2">
            <a:extLst>
              <a:ext uri="{FF2B5EF4-FFF2-40B4-BE49-F238E27FC236}">
                <a16:creationId xmlns:a16="http://schemas.microsoft.com/office/drawing/2014/main" id="{30FAAA6E-E243-48B3-9585-3C1420B3E19F}"/>
              </a:ext>
            </a:extLst>
          </p:cNvPr>
          <p:cNvSpPr>
            <a:spLocks noGrp="1"/>
          </p:cNvSpPr>
          <p:nvPr>
            <p:ph type="body" idx="1"/>
          </p:nvPr>
        </p:nvSpPr>
        <p:spPr>
          <a:xfrm>
            <a:off x="517870" y="2178908"/>
            <a:ext cx="5020056" cy="65490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6ED01B8-0F2E-41A4-B21C-334393F6A677}"/>
              </a:ext>
            </a:extLst>
          </p:cNvPr>
          <p:cNvSpPr>
            <a:spLocks noGrp="1"/>
          </p:cNvSpPr>
          <p:nvPr>
            <p:ph sz="half" idx="2"/>
          </p:nvPr>
        </p:nvSpPr>
        <p:spPr>
          <a:xfrm>
            <a:off x="517870" y="2876085"/>
            <a:ext cx="5020056" cy="33228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A89B23F-3E60-415A-9CE7-0928B5CFB2B3}"/>
              </a:ext>
            </a:extLst>
          </p:cNvPr>
          <p:cNvSpPr>
            <a:spLocks noGrp="1"/>
          </p:cNvSpPr>
          <p:nvPr>
            <p:ph type="body" sz="quarter" idx="3"/>
          </p:nvPr>
        </p:nvSpPr>
        <p:spPr>
          <a:xfrm>
            <a:off x="6662168" y="2178908"/>
            <a:ext cx="5021182" cy="65490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0223446-0CDC-402B-8D71-D9D29F6DFFCC}"/>
              </a:ext>
            </a:extLst>
          </p:cNvPr>
          <p:cNvSpPr>
            <a:spLocks noGrp="1"/>
          </p:cNvSpPr>
          <p:nvPr>
            <p:ph sz="quarter" idx="4"/>
          </p:nvPr>
        </p:nvSpPr>
        <p:spPr>
          <a:xfrm>
            <a:off x="6662168" y="2876085"/>
            <a:ext cx="5021182" cy="33228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a:extLst>
              <a:ext uri="{FF2B5EF4-FFF2-40B4-BE49-F238E27FC236}">
                <a16:creationId xmlns:a16="http://schemas.microsoft.com/office/drawing/2014/main" id="{209DF31B-BD07-4DC2-95C2-B77E51AAEFF7}"/>
              </a:ext>
            </a:extLst>
          </p:cNvPr>
          <p:cNvSpPr>
            <a:spLocks noGrp="1"/>
          </p:cNvSpPr>
          <p:nvPr>
            <p:ph type="ftr" sz="quarter" idx="11"/>
          </p:nvPr>
        </p:nvSpPr>
        <p:spPr>
          <a:xfrm>
            <a:off x="517870" y="97713"/>
            <a:ext cx="4114800" cy="365125"/>
          </a:xfrm>
          <a:prstGeom prst="rect">
            <a:avLst/>
          </a:prstGeom>
        </p:spPr>
        <p:txBody>
          <a:bodyPr/>
          <a:lstStyle/>
          <a:p>
            <a:endParaRPr lang="en-US"/>
          </a:p>
        </p:txBody>
      </p:sp>
    </p:spTree>
    <p:extLst>
      <p:ext uri="{BB962C8B-B14F-4D97-AF65-F5344CB8AC3E}">
        <p14:creationId xmlns:p14="http://schemas.microsoft.com/office/powerpoint/2010/main" val="2236701704"/>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8216B8-52AB-412B-BBE7-B6BE698FA29B}"/>
              </a:ext>
            </a:extLst>
          </p:cNvPr>
          <p:cNvSpPr>
            <a:spLocks noGrp="1"/>
          </p:cNvSpPr>
          <p:nvPr>
            <p:ph type="title"/>
          </p:nvPr>
        </p:nvSpPr>
        <p:spPr/>
        <p:txBody>
          <a:bodyPr/>
          <a:lstStyle/>
          <a:p>
            <a:r>
              <a:rPr lang="en-US"/>
              <a:t>Click to edit Master title style</a:t>
            </a:r>
          </a:p>
        </p:txBody>
      </p:sp>
      <p:sp>
        <p:nvSpPr>
          <p:cNvPr id="4" name="Footer Placeholder 3">
            <a:extLst>
              <a:ext uri="{FF2B5EF4-FFF2-40B4-BE49-F238E27FC236}">
                <a16:creationId xmlns:a16="http://schemas.microsoft.com/office/drawing/2014/main" id="{8E272BB4-C8D8-4F74-9677-5AC979932A75}"/>
              </a:ext>
            </a:extLst>
          </p:cNvPr>
          <p:cNvSpPr>
            <a:spLocks noGrp="1"/>
          </p:cNvSpPr>
          <p:nvPr>
            <p:ph type="ftr" sz="quarter" idx="11"/>
          </p:nvPr>
        </p:nvSpPr>
        <p:spPr>
          <a:xfrm>
            <a:off x="517870" y="97713"/>
            <a:ext cx="4114800" cy="365125"/>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596B49B8-779F-4492-ABD9-96F0D042AC41}"/>
              </a:ext>
            </a:extLst>
          </p:cNvPr>
          <p:cNvSpPr>
            <a:spLocks noGrp="1"/>
          </p:cNvSpPr>
          <p:nvPr>
            <p:ph type="sldNum" sz="quarter" idx="12"/>
          </p:nvPr>
        </p:nvSpPr>
        <p:spPr>
          <a:xfrm>
            <a:off x="11454317" y="6420414"/>
            <a:ext cx="637909" cy="365125"/>
          </a:xfrm>
          <a:prstGeom prst="rect">
            <a:avLst/>
          </a:prstGeom>
        </p:spPr>
        <p:txBody>
          <a:bodyPr/>
          <a:lstStyle/>
          <a:p>
            <a:fld id="{DFDF98CC-160E-494C-8C3C-8CDC5FA257DE}" type="slidenum">
              <a:rPr lang="en-US" smtClean="0"/>
              <a:t>‹#›</a:t>
            </a:fld>
            <a:endParaRPr lang="en-US"/>
          </a:p>
        </p:txBody>
      </p:sp>
    </p:spTree>
    <p:extLst>
      <p:ext uri="{BB962C8B-B14F-4D97-AF65-F5344CB8AC3E}">
        <p14:creationId xmlns:p14="http://schemas.microsoft.com/office/powerpoint/2010/main" val="3136415681"/>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190874083"/>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BF191C-AF68-4230-A7B2-F8F07B486EDC}"/>
              </a:ext>
            </a:extLst>
          </p:cNvPr>
          <p:cNvSpPr>
            <a:spLocks noGrp="1"/>
          </p:cNvSpPr>
          <p:nvPr>
            <p:ph type="title"/>
          </p:nvPr>
        </p:nvSpPr>
        <p:spPr>
          <a:xfrm>
            <a:off x="517870" y="978408"/>
            <a:ext cx="5020948" cy="2270641"/>
          </a:xfrm>
        </p:spPr>
        <p:txBody>
          <a:bodyPr anchor="t">
            <a:noAutofit/>
          </a:bodyPr>
          <a:lstStyle>
            <a:lvl1pPr>
              <a:defRPr sz="4400"/>
            </a:lvl1pPr>
          </a:lstStyle>
          <a:p>
            <a:r>
              <a:rPr lang="en-US"/>
              <a:t>Click to edit Master title style</a:t>
            </a:r>
          </a:p>
        </p:txBody>
      </p:sp>
      <p:sp>
        <p:nvSpPr>
          <p:cNvPr id="3" name="Content Placeholder 2">
            <a:extLst>
              <a:ext uri="{FF2B5EF4-FFF2-40B4-BE49-F238E27FC236}">
                <a16:creationId xmlns:a16="http://schemas.microsoft.com/office/drawing/2014/main" id="{358F9F11-5FCF-4D7E-BA51-38CB84277DC9}"/>
              </a:ext>
            </a:extLst>
          </p:cNvPr>
          <p:cNvSpPr>
            <a:spLocks noGrp="1"/>
          </p:cNvSpPr>
          <p:nvPr>
            <p:ph idx="1"/>
          </p:nvPr>
        </p:nvSpPr>
        <p:spPr>
          <a:xfrm>
            <a:off x="6653182" y="987423"/>
            <a:ext cx="5020948" cy="4873625"/>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73B519B-06C0-41BC-95FB-FB1FE436375E}"/>
              </a:ext>
            </a:extLst>
          </p:cNvPr>
          <p:cNvSpPr>
            <a:spLocks noGrp="1"/>
          </p:cNvSpPr>
          <p:nvPr>
            <p:ph type="body" sz="half" idx="2"/>
          </p:nvPr>
        </p:nvSpPr>
        <p:spPr>
          <a:xfrm>
            <a:off x="517870" y="3361038"/>
            <a:ext cx="5020948" cy="2507949"/>
          </a:xfrm>
        </p:spPr>
        <p:txBody>
          <a:bodyPr>
            <a:normAutofit/>
          </a:bodyPr>
          <a:lstStyle>
            <a:lvl1pPr marL="0" indent="0">
              <a:buNone/>
              <a:defRPr sz="2400" b="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3767203036"/>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198B43-D1CE-43F4-A367-EF1FE9688913}"/>
              </a:ext>
            </a:extLst>
          </p:cNvPr>
          <p:cNvSpPr>
            <a:spLocks noGrp="1"/>
          </p:cNvSpPr>
          <p:nvPr>
            <p:ph type="title"/>
          </p:nvPr>
        </p:nvSpPr>
        <p:spPr>
          <a:xfrm>
            <a:off x="517870" y="978408"/>
            <a:ext cx="5020948" cy="2270641"/>
          </a:xfrm>
        </p:spPr>
        <p:txBody>
          <a:bodyPr anchor="t">
            <a:noAutofit/>
          </a:bodyPr>
          <a:lstStyle>
            <a:lvl1pPr>
              <a:defRPr sz="4400"/>
            </a:lvl1pPr>
          </a:lstStyle>
          <a:p>
            <a:r>
              <a:rPr lang="en-US"/>
              <a:t>Click to edit Master title style</a:t>
            </a:r>
          </a:p>
        </p:txBody>
      </p:sp>
      <p:sp>
        <p:nvSpPr>
          <p:cNvPr id="3" name="Picture Placeholder 2">
            <a:extLst>
              <a:ext uri="{FF2B5EF4-FFF2-40B4-BE49-F238E27FC236}">
                <a16:creationId xmlns:a16="http://schemas.microsoft.com/office/drawing/2014/main" id="{E2B73978-8CDF-4C0E-ABA1-7291A0347362}"/>
              </a:ext>
            </a:extLst>
          </p:cNvPr>
          <p:cNvSpPr>
            <a:spLocks noGrp="1"/>
          </p:cNvSpPr>
          <p:nvPr>
            <p:ph type="pic" idx="1"/>
          </p:nvPr>
        </p:nvSpPr>
        <p:spPr>
          <a:xfrm>
            <a:off x="6662168" y="987425"/>
            <a:ext cx="5027005"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45BECC62-ED45-451E-BEC5-A03C6A554D26}"/>
              </a:ext>
            </a:extLst>
          </p:cNvPr>
          <p:cNvSpPr>
            <a:spLocks noGrp="1"/>
          </p:cNvSpPr>
          <p:nvPr>
            <p:ph type="body" sz="half" idx="2"/>
          </p:nvPr>
        </p:nvSpPr>
        <p:spPr>
          <a:xfrm>
            <a:off x="517870" y="3340442"/>
            <a:ext cx="5020948" cy="2528545"/>
          </a:xfrm>
        </p:spPr>
        <p:txBody>
          <a:bodyPr>
            <a:normAutofit/>
          </a:bodyPr>
          <a:lstStyle>
            <a:lvl1pPr marL="0" indent="0">
              <a:buNone/>
              <a:defRPr sz="2200" b="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5">
            <a:extLst>
              <a:ext uri="{FF2B5EF4-FFF2-40B4-BE49-F238E27FC236}">
                <a16:creationId xmlns:a16="http://schemas.microsoft.com/office/drawing/2014/main" id="{1E2E88C0-25A5-46F9-AB35-EAD50E6B913C}"/>
              </a:ext>
            </a:extLst>
          </p:cNvPr>
          <p:cNvSpPr>
            <a:spLocks noGrp="1"/>
          </p:cNvSpPr>
          <p:nvPr>
            <p:ph type="ftr" sz="quarter" idx="11"/>
          </p:nvPr>
        </p:nvSpPr>
        <p:spPr>
          <a:xfrm>
            <a:off x="517870" y="97713"/>
            <a:ext cx="4114800" cy="365125"/>
          </a:xfrm>
          <a:prstGeom prst="rect">
            <a:avLst/>
          </a:prstGeom>
        </p:spPr>
        <p:txBody>
          <a:bodyPr/>
          <a:lstStyle/>
          <a:p>
            <a:endParaRPr lang="en-US"/>
          </a:p>
        </p:txBody>
      </p:sp>
    </p:spTree>
    <p:extLst>
      <p:ext uri="{BB962C8B-B14F-4D97-AF65-F5344CB8AC3E}">
        <p14:creationId xmlns:p14="http://schemas.microsoft.com/office/powerpoint/2010/main" val="2187354090"/>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DF6B8E-1D8E-4105-9BBB-D53AD24B738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3825530-6629-4FEA-9670-EB21A2F5BA4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512B3CC0-B649-4509-A4B6-DF9D20EFACE6}"/>
              </a:ext>
            </a:extLst>
          </p:cNvPr>
          <p:cNvSpPr>
            <a:spLocks noGrp="1"/>
          </p:cNvSpPr>
          <p:nvPr>
            <p:ph type="ftr" sz="quarter" idx="11"/>
          </p:nvPr>
        </p:nvSpPr>
        <p:spPr>
          <a:xfrm>
            <a:off x="517870" y="97713"/>
            <a:ext cx="4114800" cy="365125"/>
          </a:xfrm>
          <a:prstGeom prst="rect">
            <a:avLst/>
          </a:prstGeom>
        </p:spPr>
        <p:txBody>
          <a:bodyPr/>
          <a:lstStyle/>
          <a:p>
            <a:endParaRPr lang="en-US"/>
          </a:p>
        </p:txBody>
      </p:sp>
    </p:spTree>
    <p:extLst>
      <p:ext uri="{BB962C8B-B14F-4D97-AF65-F5344CB8AC3E}">
        <p14:creationId xmlns:p14="http://schemas.microsoft.com/office/powerpoint/2010/main" val="3149673525"/>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A50133B-2446-4168-AA17-6538910668FD}"/>
              </a:ext>
            </a:extLst>
          </p:cNvPr>
          <p:cNvSpPr>
            <a:spLocks noGrp="1"/>
          </p:cNvSpPr>
          <p:nvPr>
            <p:ph type="title" orient="vert"/>
          </p:nvPr>
        </p:nvSpPr>
        <p:spPr>
          <a:xfrm>
            <a:off x="6662168" y="996791"/>
            <a:ext cx="5011962" cy="495692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006A9AD-2756-4C51-A958-6756301EB938}"/>
              </a:ext>
            </a:extLst>
          </p:cNvPr>
          <p:cNvSpPr>
            <a:spLocks noGrp="1"/>
          </p:cNvSpPr>
          <p:nvPr>
            <p:ph type="body" orient="vert" idx="1"/>
          </p:nvPr>
        </p:nvSpPr>
        <p:spPr>
          <a:xfrm>
            <a:off x="517870" y="996791"/>
            <a:ext cx="5021183" cy="495692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E42995D-CCEA-43AF-973B-8B6B56A567E8}"/>
              </a:ext>
            </a:extLst>
          </p:cNvPr>
          <p:cNvSpPr>
            <a:spLocks noGrp="1"/>
          </p:cNvSpPr>
          <p:nvPr>
            <p:ph type="dt" sz="half" idx="10"/>
          </p:nvPr>
        </p:nvSpPr>
        <p:spPr>
          <a:xfrm>
            <a:off x="517870" y="6420414"/>
            <a:ext cx="2743200" cy="365125"/>
          </a:xfrm>
          <a:prstGeom prst="rect">
            <a:avLst/>
          </a:prstGeom>
        </p:spPr>
        <p:txBody>
          <a:bodyPr/>
          <a:lstStyle/>
          <a:p>
            <a:fld id="{8F191ED9-F929-4A92-90F9-3C9C84ABBE83}" type="datetime1">
              <a:rPr lang="en-US" smtClean="0"/>
              <a:t>5/22/2025</a:t>
            </a:fld>
            <a:endParaRPr lang="en-US"/>
          </a:p>
        </p:txBody>
      </p:sp>
      <p:sp>
        <p:nvSpPr>
          <p:cNvPr id="5" name="Footer Placeholder 4">
            <a:extLst>
              <a:ext uri="{FF2B5EF4-FFF2-40B4-BE49-F238E27FC236}">
                <a16:creationId xmlns:a16="http://schemas.microsoft.com/office/drawing/2014/main" id="{2A4029CF-BA62-4CCD-956E-FFA0B37B8A3D}"/>
              </a:ext>
            </a:extLst>
          </p:cNvPr>
          <p:cNvSpPr>
            <a:spLocks noGrp="1"/>
          </p:cNvSpPr>
          <p:nvPr>
            <p:ph type="ftr" sz="quarter" idx="11"/>
          </p:nvPr>
        </p:nvSpPr>
        <p:spPr>
          <a:xfrm>
            <a:off x="517870" y="97713"/>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F2CE0B3D-96AB-41B3-ABDD-5B0DE863DAFC}"/>
              </a:ext>
            </a:extLst>
          </p:cNvPr>
          <p:cNvSpPr>
            <a:spLocks noGrp="1"/>
          </p:cNvSpPr>
          <p:nvPr>
            <p:ph type="sldNum" sz="quarter" idx="12"/>
          </p:nvPr>
        </p:nvSpPr>
        <p:spPr>
          <a:xfrm>
            <a:off x="11454317" y="6420414"/>
            <a:ext cx="637909" cy="365125"/>
          </a:xfrm>
          <a:prstGeom prst="rect">
            <a:avLst/>
          </a:prstGeom>
        </p:spPr>
        <p:txBody>
          <a:bodyPr/>
          <a:lstStyle/>
          <a:p>
            <a:fld id="{DFDF98CC-160E-494C-8C3C-8CDC5FA257DE}" type="slidenum">
              <a:rPr lang="en-US" smtClean="0"/>
              <a:t>‹#›</a:t>
            </a:fld>
            <a:endParaRPr lang="en-US"/>
          </a:p>
        </p:txBody>
      </p:sp>
      <p:sp>
        <p:nvSpPr>
          <p:cNvPr id="12" name="Rectangle 11">
            <a:extLst>
              <a:ext uri="{FF2B5EF4-FFF2-40B4-BE49-F238E27FC236}">
                <a16:creationId xmlns:a16="http://schemas.microsoft.com/office/drawing/2014/main" id="{4618136A-0796-46EB-89BB-4C73C0258FE9}"/>
              </a:ext>
              <a:ext uri="{C183D7F6-B498-43B3-948B-1728B52AA6E4}">
                <adec:decorative xmlns:adec="http://schemas.microsoft.com/office/drawing/2017/decorative" val="1"/>
              </a:ext>
            </a:extLst>
          </p:cNvPr>
          <p:cNvSpPr/>
          <p:nvPr/>
        </p:nvSpPr>
        <p:spPr>
          <a:xfrm>
            <a:off x="6662168" y="6209925"/>
            <a:ext cx="5021183"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412914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2.sv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2.xml"/><Relationship Id="rId13" Type="http://schemas.openxmlformats.org/officeDocument/2006/relationships/theme" Target="../theme/theme2.xml"/><Relationship Id="rId3" Type="http://schemas.openxmlformats.org/officeDocument/2006/relationships/slideLayout" Target="../slideLayouts/slideLayout7.xml"/><Relationship Id="rId7" Type="http://schemas.openxmlformats.org/officeDocument/2006/relationships/slideLayout" Target="../slideLayouts/slideLayout11.xml"/><Relationship Id="rId12" Type="http://schemas.openxmlformats.org/officeDocument/2006/relationships/slideLayout" Target="../slideLayouts/slideLayout16.xml"/><Relationship Id="rId2" Type="http://schemas.openxmlformats.org/officeDocument/2006/relationships/slideLayout" Target="../slideLayouts/slideLayout6.xml"/><Relationship Id="rId16" Type="http://schemas.openxmlformats.org/officeDocument/2006/relationships/image" Target="../media/image9.png"/><Relationship Id="rId1" Type="http://schemas.openxmlformats.org/officeDocument/2006/relationships/slideLayout" Target="../slideLayouts/slideLayout5.xml"/><Relationship Id="rId6" Type="http://schemas.openxmlformats.org/officeDocument/2006/relationships/slideLayout" Target="../slideLayouts/slideLayout10.xml"/><Relationship Id="rId11" Type="http://schemas.openxmlformats.org/officeDocument/2006/relationships/slideLayout" Target="../slideLayouts/slideLayout15.xml"/><Relationship Id="rId5" Type="http://schemas.openxmlformats.org/officeDocument/2006/relationships/slideLayout" Target="../slideLayouts/slideLayout9.xml"/><Relationship Id="rId15" Type="http://schemas.openxmlformats.org/officeDocument/2006/relationships/image" Target="../media/image8.svg"/><Relationship Id="rId10" Type="http://schemas.openxmlformats.org/officeDocument/2006/relationships/slideLayout" Target="../slideLayouts/slideLayout14.xml"/><Relationship Id="rId4" Type="http://schemas.openxmlformats.org/officeDocument/2006/relationships/slideLayout" Target="../slideLayouts/slideLayout8.xml"/><Relationship Id="rId9" Type="http://schemas.openxmlformats.org/officeDocument/2006/relationships/slideLayout" Target="../slideLayouts/slideLayout13.xml"/><Relationship Id="rId14" Type="http://schemas.openxmlformats.org/officeDocument/2006/relationships/image" Target="../media/image7.pn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4.xml"/><Relationship Id="rId13" Type="http://schemas.openxmlformats.org/officeDocument/2006/relationships/image" Target="../media/image11.svg"/><Relationship Id="rId3" Type="http://schemas.openxmlformats.org/officeDocument/2006/relationships/slideLayout" Target="../slideLayouts/slideLayout19.xml"/><Relationship Id="rId7" Type="http://schemas.openxmlformats.org/officeDocument/2006/relationships/slideLayout" Target="../slideLayouts/slideLayout23.xml"/><Relationship Id="rId12" Type="http://schemas.openxmlformats.org/officeDocument/2006/relationships/image" Target="../media/image10.png"/><Relationship Id="rId2" Type="http://schemas.openxmlformats.org/officeDocument/2006/relationships/slideLayout" Target="../slideLayouts/slideLayout18.xml"/><Relationship Id="rId1" Type="http://schemas.openxmlformats.org/officeDocument/2006/relationships/slideLayout" Target="../slideLayouts/slideLayout17.xml"/><Relationship Id="rId6" Type="http://schemas.openxmlformats.org/officeDocument/2006/relationships/slideLayout" Target="../slideLayouts/slideLayout22.xml"/><Relationship Id="rId11" Type="http://schemas.openxmlformats.org/officeDocument/2006/relationships/theme" Target="../theme/theme3.xml"/><Relationship Id="rId5" Type="http://schemas.openxmlformats.org/officeDocument/2006/relationships/slideLayout" Target="../slideLayouts/slideLayout21.xml"/><Relationship Id="rId10" Type="http://schemas.openxmlformats.org/officeDocument/2006/relationships/slideLayout" Target="../slideLayouts/slideLayout26.xml"/><Relationship Id="rId4" Type="http://schemas.openxmlformats.org/officeDocument/2006/relationships/slideLayout" Target="../slideLayouts/slideLayout20.xml"/><Relationship Id="rId9" Type="http://schemas.openxmlformats.org/officeDocument/2006/relationships/slideLayout" Target="../slideLayouts/slideLayout25.xml"/><Relationship Id="rId14" Type="http://schemas.openxmlformats.org/officeDocument/2006/relationships/image" Target="../media/image3.png"/></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4.xml"/><Relationship Id="rId13" Type="http://schemas.openxmlformats.org/officeDocument/2006/relationships/slideLayout" Target="../slideLayouts/slideLayout39.xml"/><Relationship Id="rId3" Type="http://schemas.openxmlformats.org/officeDocument/2006/relationships/slideLayout" Target="../slideLayouts/slideLayout29.xml"/><Relationship Id="rId7" Type="http://schemas.openxmlformats.org/officeDocument/2006/relationships/slideLayout" Target="../slideLayouts/slideLayout33.xml"/><Relationship Id="rId12" Type="http://schemas.openxmlformats.org/officeDocument/2006/relationships/slideLayout" Target="../slideLayouts/slideLayout38.xml"/><Relationship Id="rId2" Type="http://schemas.openxmlformats.org/officeDocument/2006/relationships/slideLayout" Target="../slideLayouts/slideLayout28.xml"/><Relationship Id="rId16" Type="http://schemas.openxmlformats.org/officeDocument/2006/relationships/image" Target="../media/image13.svg"/><Relationship Id="rId1" Type="http://schemas.openxmlformats.org/officeDocument/2006/relationships/slideLayout" Target="../slideLayouts/slideLayout27.xml"/><Relationship Id="rId6" Type="http://schemas.openxmlformats.org/officeDocument/2006/relationships/slideLayout" Target="../slideLayouts/slideLayout32.xml"/><Relationship Id="rId11" Type="http://schemas.openxmlformats.org/officeDocument/2006/relationships/slideLayout" Target="../slideLayouts/slideLayout37.xml"/><Relationship Id="rId5" Type="http://schemas.openxmlformats.org/officeDocument/2006/relationships/slideLayout" Target="../slideLayouts/slideLayout31.xml"/><Relationship Id="rId15" Type="http://schemas.openxmlformats.org/officeDocument/2006/relationships/image" Target="../media/image12.png"/><Relationship Id="rId10" Type="http://schemas.openxmlformats.org/officeDocument/2006/relationships/slideLayout" Target="../slideLayouts/slideLayout36.xml"/><Relationship Id="rId4" Type="http://schemas.openxmlformats.org/officeDocument/2006/relationships/slideLayout" Target="../slideLayouts/slideLayout30.xml"/><Relationship Id="rId9" Type="http://schemas.openxmlformats.org/officeDocument/2006/relationships/slideLayout" Target="../slideLayouts/slideLayout35.xml"/><Relationship Id="rId14"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47.xml"/><Relationship Id="rId13" Type="http://schemas.openxmlformats.org/officeDocument/2006/relationships/image" Target="../media/image8.svg"/><Relationship Id="rId3" Type="http://schemas.openxmlformats.org/officeDocument/2006/relationships/slideLayout" Target="../slideLayouts/slideLayout42.xml"/><Relationship Id="rId7" Type="http://schemas.openxmlformats.org/officeDocument/2006/relationships/slideLayout" Target="../slideLayouts/slideLayout46.xml"/><Relationship Id="rId12" Type="http://schemas.openxmlformats.org/officeDocument/2006/relationships/image" Target="../media/image7.png"/><Relationship Id="rId2" Type="http://schemas.openxmlformats.org/officeDocument/2006/relationships/slideLayout" Target="../slideLayouts/slideLayout41.xml"/><Relationship Id="rId1" Type="http://schemas.openxmlformats.org/officeDocument/2006/relationships/slideLayout" Target="../slideLayouts/slideLayout40.xml"/><Relationship Id="rId6" Type="http://schemas.openxmlformats.org/officeDocument/2006/relationships/slideLayout" Target="../slideLayouts/slideLayout45.xml"/><Relationship Id="rId11" Type="http://schemas.openxmlformats.org/officeDocument/2006/relationships/theme" Target="../theme/theme5.xml"/><Relationship Id="rId5" Type="http://schemas.openxmlformats.org/officeDocument/2006/relationships/slideLayout" Target="../slideLayouts/slideLayout44.xml"/><Relationship Id="rId10" Type="http://schemas.openxmlformats.org/officeDocument/2006/relationships/slideLayout" Target="../slideLayouts/slideLayout49.xml"/><Relationship Id="rId4" Type="http://schemas.openxmlformats.org/officeDocument/2006/relationships/slideLayout" Target="../slideLayouts/slideLayout43.xml"/><Relationship Id="rId9" Type="http://schemas.openxmlformats.org/officeDocument/2006/relationships/slideLayout" Target="../slideLayouts/slideLayout48.xml"/><Relationship Id="rId14" Type="http://schemas.openxmlformats.org/officeDocument/2006/relationships/image" Target="../media/image9.png"/></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57.xml"/><Relationship Id="rId3" Type="http://schemas.openxmlformats.org/officeDocument/2006/relationships/slideLayout" Target="../slideLayouts/slideLayout52.xml"/><Relationship Id="rId7" Type="http://schemas.openxmlformats.org/officeDocument/2006/relationships/slideLayout" Target="../slideLayouts/slideLayout56.xml"/><Relationship Id="rId12" Type="http://schemas.openxmlformats.org/officeDocument/2006/relationships/theme" Target="../theme/theme6.xml"/><Relationship Id="rId2" Type="http://schemas.openxmlformats.org/officeDocument/2006/relationships/slideLayout" Target="../slideLayouts/slideLayout51.xml"/><Relationship Id="rId1" Type="http://schemas.openxmlformats.org/officeDocument/2006/relationships/slideLayout" Target="../slideLayouts/slideLayout50.xml"/><Relationship Id="rId6" Type="http://schemas.openxmlformats.org/officeDocument/2006/relationships/slideLayout" Target="../slideLayouts/slideLayout55.xml"/><Relationship Id="rId11" Type="http://schemas.openxmlformats.org/officeDocument/2006/relationships/slideLayout" Target="../slideLayouts/slideLayout60.xml"/><Relationship Id="rId5" Type="http://schemas.openxmlformats.org/officeDocument/2006/relationships/slideLayout" Target="../slideLayouts/slideLayout54.xml"/><Relationship Id="rId10" Type="http://schemas.openxmlformats.org/officeDocument/2006/relationships/slideLayout" Target="../slideLayouts/slideLayout59.xml"/><Relationship Id="rId4" Type="http://schemas.openxmlformats.org/officeDocument/2006/relationships/slideLayout" Target="../slideLayouts/slideLayout53.xml"/><Relationship Id="rId9" Type="http://schemas.openxmlformats.org/officeDocument/2006/relationships/slideLayout" Target="../slideLayouts/slideLayout5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D2D2D2"/>
        </a:solidFill>
        <a:effectLst/>
      </p:bgPr>
    </p:bg>
    <p:spTree>
      <p:nvGrpSpPr>
        <p:cNvPr id="1" name=""/>
        <p:cNvGrpSpPr/>
        <p:nvPr/>
      </p:nvGrpSpPr>
      <p:grpSpPr>
        <a:xfrm>
          <a:off x="0" y="0"/>
          <a:ext cx="0" cy="0"/>
          <a:chOff x="0" y="0"/>
          <a:chExt cx="0" cy="0"/>
        </a:xfrm>
      </p:grpSpPr>
      <p:pic>
        <p:nvPicPr>
          <p:cNvPr id="7" name="Image 0" descr="preencoded.png">
            <a:extLst>
              <a:ext uri="{FF2B5EF4-FFF2-40B4-BE49-F238E27FC236}">
                <a16:creationId xmlns:a16="http://schemas.microsoft.com/office/drawing/2014/main" id="{BC5F8143-95FD-2B64-5282-E254EB981119}"/>
              </a:ext>
            </a:extLst>
          </p:cNvPr>
          <p:cNvPicPr>
            <a:picLocks noChangeAspect="1"/>
          </p:cNvPicPr>
          <p:nvPr userDrawn="1"/>
        </p:nvPicPr>
        <p:blipFill>
          <a:blip r:embed="rId6">
            <a:extLst>
              <a:ext uri="{96DAC541-7B7A-43D3-8B79-37D633B846F1}">
                <asvg:svgBlip xmlns:asvg="http://schemas.microsoft.com/office/drawing/2016/SVG/main" r:embed="rId7"/>
              </a:ext>
            </a:extLst>
          </a:blip>
          <a:srcRect/>
          <a:stretch/>
        </p:blipFill>
        <p:spPr>
          <a:xfrm>
            <a:off x="0" y="0"/>
            <a:ext cx="12192000" cy="6858000"/>
          </a:xfrm>
          <a:prstGeom prst="rect">
            <a:avLst/>
          </a:prstGeom>
        </p:spPr>
      </p:pic>
      <p:sp>
        <p:nvSpPr>
          <p:cNvPr id="16" name="灯片编号占位符 5">
            <a:extLst>
              <a:ext uri="{FF2B5EF4-FFF2-40B4-BE49-F238E27FC236}">
                <a16:creationId xmlns:a16="http://schemas.microsoft.com/office/drawing/2014/main" id="{69137E30-7F94-6ACA-218D-CA518FF60B43}"/>
              </a:ext>
            </a:extLst>
          </p:cNvPr>
          <p:cNvSpPr>
            <a:spLocks noGrp="1"/>
          </p:cNvSpPr>
          <p:nvPr>
            <p:ph type="sldNum" sz="quarter" idx="4"/>
          </p:nvPr>
        </p:nvSpPr>
        <p:spPr>
          <a:xfrm>
            <a:off x="10892080" y="276711"/>
            <a:ext cx="886598" cy="360000"/>
          </a:xfrm>
          <a:prstGeom prst="rect">
            <a:avLst/>
          </a:prstGeom>
        </p:spPr>
        <p:txBody>
          <a:bodyPr vert="horz" lIns="91440" tIns="45720" rIns="91440" bIns="45720" rtlCol="0" anchor="ctr"/>
          <a:lstStyle>
            <a:lvl1pPr algn="r">
              <a:defRPr lang="zh-CN" altLang="en-US" sz="1050" b="0" i="0" kern="0" spc="-75" baseline="0" smtClean="0">
                <a:solidFill>
                  <a:schemeClr val="bg1"/>
                </a:solidFill>
                <a:latin typeface="Arial" panose="020B0604020202020204" pitchFamily="34" charset="0"/>
                <a:ea typeface="Arial" panose="020B0604020202020204" pitchFamily="34" charset="0"/>
                <a:cs typeface="Arial" panose="020B0604020202020204" pitchFamily="34" charset="0"/>
              </a:defRPr>
            </a:lvl1pPr>
          </a:lstStyle>
          <a:p>
            <a:fld id="{12CD2F67-C3EF-C447-835C-4EE74D5FD49D}" type="slidenum">
              <a:rPr lang="en-US" altLang="zh-CN" smtClean="0"/>
              <a:pPr/>
              <a:t>‹#›</a:t>
            </a:fld>
            <a:endParaRPr lang="en-US"/>
          </a:p>
        </p:txBody>
      </p:sp>
      <p:pic>
        <p:nvPicPr>
          <p:cNvPr id="2" name="图片 1">
            <a:extLst>
              <a:ext uri="{FF2B5EF4-FFF2-40B4-BE49-F238E27FC236}">
                <a16:creationId xmlns:a16="http://schemas.microsoft.com/office/drawing/2014/main" id="{03AACEF4-ACEE-8C8F-B83B-35A9872A6DBB}"/>
              </a:ext>
            </a:extLst>
          </p:cNvPr>
          <p:cNvPicPr>
            <a:picLocks noChangeAspect="1"/>
          </p:cNvPicPr>
          <p:nvPr userDrawn="1"/>
        </p:nvPicPr>
        <p:blipFill>
          <a:blip r:embed="rId8"/>
          <a:srcRect/>
          <a:stretch/>
        </p:blipFill>
        <p:spPr>
          <a:xfrm>
            <a:off x="569386" y="454560"/>
            <a:ext cx="3194697" cy="670152"/>
          </a:xfrm>
          <a:prstGeom prst="rect">
            <a:avLst/>
          </a:prstGeom>
        </p:spPr>
      </p:pic>
    </p:spTree>
    <p:extLst>
      <p:ext uri="{BB962C8B-B14F-4D97-AF65-F5344CB8AC3E}">
        <p14:creationId xmlns:p14="http://schemas.microsoft.com/office/powerpoint/2010/main" val="4047325378"/>
      </p:ext>
    </p:extLst>
  </p:cSld>
  <p:clrMap bg1="lt1" tx1="dk1" bg2="lt2" tx2="dk2" accent1="accent1" accent2="accent2" accent3="accent3" accent4="accent4" accent5="accent5" accent6="accent6" hlink="hlink" folHlink="folHlink"/>
  <p:sldLayoutIdLst>
    <p:sldLayoutId id="2147483683" r:id="rId1"/>
    <p:sldLayoutId id="2147483657" r:id="rId2"/>
    <p:sldLayoutId id="2147483659" r:id="rId3"/>
    <p:sldLayoutId id="2147483688" r:id="rId4"/>
  </p:sldLayoutIdLst>
  <p:hf hdr="0" ftr="0" dt="0"/>
  <p:txStyles>
    <p:titleStyle>
      <a:lvl1pPr algn="l" defTabSz="914400" rtl="0" eaLnBrk="1" latinLnBrk="0" hangingPunct="1">
        <a:lnSpc>
          <a:spcPct val="90000"/>
        </a:lnSpc>
        <a:spcBef>
          <a:spcPct val="0"/>
        </a:spcBef>
        <a:buNone/>
        <a:defRPr sz="1800" b="0" i="0" kern="1200" baseline="0">
          <a:solidFill>
            <a:schemeClr val="tx1"/>
          </a:solidFill>
          <a:latin typeface="Scto Grotesk A Light" panose="020B0305030101010101" pitchFamily="34" charset="0"/>
          <a:ea typeface="微软雅黑" panose="020B0503020204020204" pitchFamily="34" charset="-122"/>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000" b="0" i="0" kern="1200" baseline="0">
          <a:solidFill>
            <a:schemeClr val="tx1"/>
          </a:solidFill>
          <a:latin typeface="Scto Grotesk A Light" panose="020B0305030101010101" pitchFamily="34" charset="0"/>
          <a:ea typeface="微软雅黑 Light" panose="020B0502040204020203"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b="0" i="0" kern="1200" baseline="0">
          <a:solidFill>
            <a:schemeClr val="tx1"/>
          </a:solidFill>
          <a:latin typeface="Scto Grotesk A Light" panose="020B0305030101010101" pitchFamily="34" charset="0"/>
          <a:ea typeface="微软雅黑 Light" panose="020B0502040204020203"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b="0" i="0" kern="1200" baseline="0">
          <a:solidFill>
            <a:schemeClr val="tx1"/>
          </a:solidFill>
          <a:latin typeface="Scto Grotesk A Light" panose="020B0305030101010101" pitchFamily="34" charset="0"/>
          <a:ea typeface="微软雅黑 Light" panose="020B0502040204020203"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b="0" i="0" kern="1200" baseline="0">
          <a:solidFill>
            <a:schemeClr val="tx1"/>
          </a:solidFill>
          <a:latin typeface="Scto Grotesk A Light" panose="020B0305030101010101" pitchFamily="34" charset="0"/>
          <a:ea typeface="微软雅黑 Light" panose="020B0502040204020203"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b="0" i="0" kern="1200" baseline="0">
          <a:solidFill>
            <a:schemeClr val="tx1"/>
          </a:solidFill>
          <a:latin typeface="Scto Grotesk A Light" panose="020B0305030101010101" pitchFamily="34" charset="0"/>
          <a:ea typeface="微软雅黑 Light" panose="020B0502040204020203"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D2D2D2"/>
        </a:solidFill>
        <a:effectLst/>
      </p:bgPr>
    </p:bg>
    <p:spTree>
      <p:nvGrpSpPr>
        <p:cNvPr id="1" name=""/>
        <p:cNvGrpSpPr/>
        <p:nvPr/>
      </p:nvGrpSpPr>
      <p:grpSpPr>
        <a:xfrm>
          <a:off x="0" y="0"/>
          <a:ext cx="0" cy="0"/>
          <a:chOff x="0" y="0"/>
          <a:chExt cx="0" cy="0"/>
        </a:xfrm>
      </p:grpSpPr>
      <p:pic>
        <p:nvPicPr>
          <p:cNvPr id="7" name="Image 0" descr="preencoded.png">
            <a:extLst>
              <a:ext uri="{FF2B5EF4-FFF2-40B4-BE49-F238E27FC236}">
                <a16:creationId xmlns:a16="http://schemas.microsoft.com/office/drawing/2014/main" id="{BC5F8143-95FD-2B64-5282-E254EB981119}"/>
              </a:ext>
            </a:extLst>
          </p:cNvPr>
          <p:cNvPicPr>
            <a:picLocks noChangeAspect="1"/>
          </p:cNvPicPr>
          <p:nvPr userDrawn="1"/>
        </p:nvPicPr>
        <p:blipFill>
          <a:blip r:embed="rId14">
            <a:extLst>
              <a:ext uri="{96DAC541-7B7A-43D3-8B79-37D633B846F1}">
                <asvg:svgBlip xmlns:asvg="http://schemas.microsoft.com/office/drawing/2016/SVG/main" r:embed="rId15"/>
              </a:ext>
            </a:extLst>
          </a:blip>
          <a:srcRect/>
          <a:stretch/>
        </p:blipFill>
        <p:spPr>
          <a:xfrm>
            <a:off x="177600" y="154992"/>
            <a:ext cx="11836800" cy="6548017"/>
          </a:xfrm>
          <a:prstGeom prst="rect">
            <a:avLst/>
          </a:prstGeom>
        </p:spPr>
      </p:pic>
      <p:sp>
        <p:nvSpPr>
          <p:cNvPr id="14" name="标题占位符 1">
            <a:extLst>
              <a:ext uri="{FF2B5EF4-FFF2-40B4-BE49-F238E27FC236}">
                <a16:creationId xmlns:a16="http://schemas.microsoft.com/office/drawing/2014/main" id="{93A902C6-54C6-DAA6-24B2-079CEC6268B7}"/>
              </a:ext>
            </a:extLst>
          </p:cNvPr>
          <p:cNvSpPr>
            <a:spLocks noGrp="1"/>
          </p:cNvSpPr>
          <p:nvPr>
            <p:ph type="title"/>
          </p:nvPr>
        </p:nvSpPr>
        <p:spPr>
          <a:xfrm>
            <a:off x="413323" y="1144800"/>
            <a:ext cx="11365354" cy="546431"/>
          </a:xfrm>
          <a:prstGeom prst="rect">
            <a:avLst/>
          </a:prstGeom>
        </p:spPr>
        <p:txBody>
          <a:bodyPr vert="horz" lIns="91440" tIns="45720" rIns="91440" bIns="45720" rtlCol="0" anchor="t">
            <a:normAutofit/>
          </a:bodyPr>
          <a:lstStyle/>
          <a:p>
            <a:r>
              <a:rPr kumimoji="1" lang="en-US" altLang="zh-CN"/>
              <a:t>Main Title</a:t>
            </a:r>
            <a:endParaRPr kumimoji="1" lang="zh-CN" altLang="en-US"/>
          </a:p>
        </p:txBody>
      </p:sp>
      <p:sp>
        <p:nvSpPr>
          <p:cNvPr id="15" name="文本占位符 2">
            <a:extLst>
              <a:ext uri="{FF2B5EF4-FFF2-40B4-BE49-F238E27FC236}">
                <a16:creationId xmlns:a16="http://schemas.microsoft.com/office/drawing/2014/main" id="{76B06D0F-5406-DF78-5AAB-7E386D46FF18}"/>
              </a:ext>
            </a:extLst>
          </p:cNvPr>
          <p:cNvSpPr>
            <a:spLocks noGrp="1"/>
          </p:cNvSpPr>
          <p:nvPr>
            <p:ph type="body" idx="1"/>
          </p:nvPr>
        </p:nvSpPr>
        <p:spPr>
          <a:xfrm>
            <a:off x="413323" y="1825200"/>
            <a:ext cx="11365353" cy="4702622"/>
          </a:xfrm>
          <a:prstGeom prst="rect">
            <a:avLst/>
          </a:prstGeom>
        </p:spPr>
        <p:txBody>
          <a:bodyPr vert="horz" lIns="91440" tIns="45720" rIns="91440" bIns="45720" rtlCol="0">
            <a:normAutofit/>
          </a:bodyPr>
          <a:lstStyle/>
          <a:p>
            <a:pPr lvl="0"/>
            <a:r>
              <a:rPr kumimoji="1" lang="en-US" altLang="zh-CN"/>
              <a:t>Insert Content</a:t>
            </a:r>
            <a:endParaRPr kumimoji="1" lang="zh-CN" altLang="en-US"/>
          </a:p>
        </p:txBody>
      </p:sp>
      <p:sp>
        <p:nvSpPr>
          <p:cNvPr id="16" name="灯片编号占位符 5">
            <a:extLst>
              <a:ext uri="{FF2B5EF4-FFF2-40B4-BE49-F238E27FC236}">
                <a16:creationId xmlns:a16="http://schemas.microsoft.com/office/drawing/2014/main" id="{69137E30-7F94-6ACA-218D-CA518FF60B43}"/>
              </a:ext>
            </a:extLst>
          </p:cNvPr>
          <p:cNvSpPr>
            <a:spLocks noGrp="1"/>
          </p:cNvSpPr>
          <p:nvPr>
            <p:ph type="sldNum" sz="quarter" idx="4"/>
          </p:nvPr>
        </p:nvSpPr>
        <p:spPr>
          <a:xfrm>
            <a:off x="10892080" y="276711"/>
            <a:ext cx="886598" cy="360000"/>
          </a:xfrm>
          <a:prstGeom prst="rect">
            <a:avLst/>
          </a:prstGeom>
        </p:spPr>
        <p:txBody>
          <a:bodyPr vert="horz" lIns="91440" tIns="45720" rIns="91440" bIns="45720" rtlCol="0" anchor="ctr"/>
          <a:lstStyle>
            <a:lvl1pPr algn="r">
              <a:defRPr lang="zh-CN" altLang="en-US" sz="1000" b="0" i="0" kern="0" spc="-75" smtClean="0">
                <a:solidFill>
                  <a:srgbClr val="646464"/>
                </a:solidFill>
                <a:latin typeface="Arial" panose="020B0604020202020204" pitchFamily="34" charset="0"/>
                <a:ea typeface="Arial" panose="020B0604020202020204" pitchFamily="34" charset="0"/>
                <a:cs typeface="Arial" panose="020B0604020202020204" pitchFamily="34" charset="0"/>
              </a:defRPr>
            </a:lvl1pPr>
          </a:lstStyle>
          <a:p>
            <a:fld id="{12CD2F67-C3EF-C447-835C-4EE74D5FD49D}" type="slidenum">
              <a:rPr lang="en-US" altLang="zh-CN" smtClean="0"/>
              <a:pPr/>
              <a:t>‹#›</a:t>
            </a:fld>
            <a:endParaRPr lang="en-US"/>
          </a:p>
        </p:txBody>
      </p:sp>
      <p:sp>
        <p:nvSpPr>
          <p:cNvPr id="18" name="文本框 17">
            <a:extLst>
              <a:ext uri="{FF2B5EF4-FFF2-40B4-BE49-F238E27FC236}">
                <a16:creationId xmlns:a16="http://schemas.microsoft.com/office/drawing/2014/main" id="{4B0FEA6E-0AE4-8607-F150-64E74C4F1BDF}"/>
              </a:ext>
            </a:extLst>
          </p:cNvPr>
          <p:cNvSpPr txBox="1"/>
          <p:nvPr userDrawn="1"/>
        </p:nvSpPr>
        <p:spPr>
          <a:xfrm>
            <a:off x="1329800" y="329753"/>
            <a:ext cx="1207382" cy="21544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800" b="0" i="0" kern="0" spc="-75">
                <a:solidFill>
                  <a:srgbClr val="646464"/>
                </a:solidFill>
                <a:latin typeface="Arial" panose="020B0604020202020204" pitchFamily="34" charset="0"/>
                <a:ea typeface="Scto Grotesk A Regular" pitchFamily="34" charset="-122"/>
                <a:cs typeface="Arial" panose="020B0604020202020204" pitchFamily="34" charset="0"/>
              </a:rPr>
              <a:t>Proprietary and Confidential</a:t>
            </a:r>
            <a:endParaRPr lang="en-US" altLang="zh-CN" sz="800" b="0" i="0">
              <a:solidFill>
                <a:srgbClr val="646464"/>
              </a:solidFill>
              <a:latin typeface="Arial" panose="020B0604020202020204" pitchFamily="34" charset="0"/>
              <a:ea typeface="Microsoft YaHei" panose="020B0503020204020204" pitchFamily="34" charset="-122"/>
              <a:cs typeface="Arial" panose="020B0604020202020204" pitchFamily="34" charset="0"/>
            </a:endParaRPr>
          </a:p>
        </p:txBody>
      </p:sp>
      <p:pic>
        <p:nvPicPr>
          <p:cNvPr id="20" name="图片 19">
            <a:extLst>
              <a:ext uri="{FF2B5EF4-FFF2-40B4-BE49-F238E27FC236}">
                <a16:creationId xmlns:a16="http://schemas.microsoft.com/office/drawing/2014/main" id="{3CBE1614-2EC4-0E16-4493-3EDE6FE23FB6}"/>
              </a:ext>
            </a:extLst>
          </p:cNvPr>
          <p:cNvPicPr>
            <a:picLocks noChangeAspect="1"/>
          </p:cNvPicPr>
          <p:nvPr userDrawn="1"/>
        </p:nvPicPr>
        <p:blipFill>
          <a:blip r:embed="rId16"/>
          <a:srcRect/>
          <a:stretch/>
        </p:blipFill>
        <p:spPr>
          <a:xfrm>
            <a:off x="412607" y="365924"/>
            <a:ext cx="682186" cy="143102"/>
          </a:xfrm>
          <a:prstGeom prst="rect">
            <a:avLst/>
          </a:prstGeom>
        </p:spPr>
      </p:pic>
      <p:grpSp>
        <p:nvGrpSpPr>
          <p:cNvPr id="2" name="组合 1">
            <a:extLst>
              <a:ext uri="{FF2B5EF4-FFF2-40B4-BE49-F238E27FC236}">
                <a16:creationId xmlns:a16="http://schemas.microsoft.com/office/drawing/2014/main" id="{CBD51E01-D009-167A-8485-177928F9EB89}"/>
              </a:ext>
            </a:extLst>
          </p:cNvPr>
          <p:cNvGrpSpPr/>
          <p:nvPr userDrawn="1"/>
        </p:nvGrpSpPr>
        <p:grpSpPr>
          <a:xfrm>
            <a:off x="12286782" y="154992"/>
            <a:ext cx="1288187" cy="6441977"/>
            <a:chOff x="18266931" y="223063"/>
            <a:chExt cx="1817984" cy="9091395"/>
          </a:xfrm>
        </p:grpSpPr>
        <p:sp>
          <p:nvSpPr>
            <p:cNvPr id="3" name="文本框 2">
              <a:extLst>
                <a:ext uri="{FF2B5EF4-FFF2-40B4-BE49-F238E27FC236}">
                  <a16:creationId xmlns:a16="http://schemas.microsoft.com/office/drawing/2014/main" id="{23290440-3A82-97C6-72BE-4A9802ECA8C7}"/>
                </a:ext>
              </a:extLst>
            </p:cNvPr>
            <p:cNvSpPr txBox="1"/>
            <p:nvPr userDrawn="1"/>
          </p:nvSpPr>
          <p:spPr>
            <a:xfrm>
              <a:off x="18266938" y="223063"/>
              <a:ext cx="1016735" cy="283387"/>
            </a:xfrm>
            <a:prstGeom prst="rect">
              <a:avLst/>
            </a:prstGeom>
            <a:noFill/>
          </p:spPr>
          <p:txBody>
            <a:bodyPr wrap="none" rtlCol="0">
              <a:spAutoFit/>
            </a:bodyPr>
            <a:lstStyle/>
            <a:p>
              <a:pPr algn="l"/>
              <a:r>
                <a:rPr kumimoji="1" lang="en-US" altLang="zh-CN" sz="800">
                  <a:solidFill>
                    <a:schemeClr val="bg1">
                      <a:lumMod val="50000"/>
                    </a:schemeClr>
                  </a:solidFill>
                  <a:latin typeface="Arial" panose="020B0604020202020204" pitchFamily="34" charset="0"/>
                  <a:cs typeface="Arial" panose="020B0604020202020204" pitchFamily="34" charset="0"/>
                </a:rPr>
                <a:t>Master Color</a:t>
              </a:r>
              <a:endParaRPr kumimoji="1" lang="zh-CN" altLang="en-US" sz="800">
                <a:solidFill>
                  <a:schemeClr val="bg1">
                    <a:lumMod val="50000"/>
                  </a:schemeClr>
                </a:solidFill>
                <a:latin typeface="Arial" panose="020B0604020202020204" pitchFamily="34" charset="0"/>
                <a:cs typeface="Arial" panose="020B0604020202020204" pitchFamily="34" charset="0"/>
              </a:endParaRPr>
            </a:p>
          </p:txBody>
        </p:sp>
        <p:grpSp>
          <p:nvGrpSpPr>
            <p:cNvPr id="4" name="组合 3">
              <a:extLst>
                <a:ext uri="{FF2B5EF4-FFF2-40B4-BE49-F238E27FC236}">
                  <a16:creationId xmlns:a16="http://schemas.microsoft.com/office/drawing/2014/main" id="{3E6F1C21-8D17-DDED-FDDB-2FDA602BC468}"/>
                </a:ext>
              </a:extLst>
            </p:cNvPr>
            <p:cNvGrpSpPr/>
            <p:nvPr userDrawn="1"/>
          </p:nvGrpSpPr>
          <p:grpSpPr>
            <a:xfrm>
              <a:off x="18478500" y="581025"/>
              <a:ext cx="1157430" cy="297524"/>
              <a:chOff x="18478500" y="581025"/>
              <a:chExt cx="1157430" cy="297524"/>
            </a:xfrm>
          </p:grpSpPr>
          <p:sp>
            <p:nvSpPr>
              <p:cNvPr id="51" name="矩形 50">
                <a:extLst>
                  <a:ext uri="{FF2B5EF4-FFF2-40B4-BE49-F238E27FC236}">
                    <a16:creationId xmlns:a16="http://schemas.microsoft.com/office/drawing/2014/main" id="{422F5FC6-EDF1-1131-AAA0-B549DC4121CC}"/>
                  </a:ext>
                </a:extLst>
              </p:cNvPr>
              <p:cNvSpPr/>
              <p:nvPr/>
            </p:nvSpPr>
            <p:spPr>
              <a:xfrm>
                <a:off x="18478500" y="590549"/>
                <a:ext cx="288000" cy="288000"/>
              </a:xfrm>
              <a:prstGeom prst="rect">
                <a:avLst/>
              </a:prstGeom>
              <a:solidFill>
                <a:srgbClr val="7941E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2" name="矩形 51">
                <a:extLst>
                  <a:ext uri="{FF2B5EF4-FFF2-40B4-BE49-F238E27FC236}">
                    <a16:creationId xmlns:a16="http://schemas.microsoft.com/office/drawing/2014/main" id="{2FF468FE-E91B-334B-7B95-376F48DD5DBC}"/>
                  </a:ext>
                </a:extLst>
              </p:cNvPr>
              <p:cNvSpPr/>
              <p:nvPr/>
            </p:nvSpPr>
            <p:spPr>
              <a:xfrm>
                <a:off x="18913215" y="590549"/>
                <a:ext cx="288000" cy="288000"/>
              </a:xfrm>
              <a:prstGeom prst="rect">
                <a:avLst/>
              </a:prstGeom>
              <a:solidFill>
                <a:srgbClr val="97C7E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3" name="矩形 52">
                <a:extLst>
                  <a:ext uri="{FF2B5EF4-FFF2-40B4-BE49-F238E27FC236}">
                    <a16:creationId xmlns:a16="http://schemas.microsoft.com/office/drawing/2014/main" id="{4E6405AF-73EC-2D12-737F-406C0C6A4F4B}"/>
                  </a:ext>
                </a:extLst>
              </p:cNvPr>
              <p:cNvSpPr/>
              <p:nvPr/>
            </p:nvSpPr>
            <p:spPr>
              <a:xfrm>
                <a:off x="19347930" y="581025"/>
                <a:ext cx="288000" cy="288000"/>
              </a:xfrm>
              <a:prstGeom prst="rect">
                <a:avLst/>
              </a:prstGeom>
              <a:solidFill>
                <a:srgbClr val="EC9E4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sp>
          <p:nvSpPr>
            <p:cNvPr id="5" name="文本框 4">
              <a:extLst>
                <a:ext uri="{FF2B5EF4-FFF2-40B4-BE49-F238E27FC236}">
                  <a16:creationId xmlns:a16="http://schemas.microsoft.com/office/drawing/2014/main" id="{99D7FD1C-F159-896C-17BF-EEB6EAB29062}"/>
                </a:ext>
              </a:extLst>
            </p:cNvPr>
            <p:cNvSpPr txBox="1"/>
            <p:nvPr userDrawn="1"/>
          </p:nvSpPr>
          <p:spPr>
            <a:xfrm>
              <a:off x="18266931" y="4799703"/>
              <a:ext cx="1244455" cy="283387"/>
            </a:xfrm>
            <a:prstGeom prst="rect">
              <a:avLst/>
            </a:prstGeom>
            <a:noFill/>
          </p:spPr>
          <p:txBody>
            <a:bodyPr wrap="none" rtlCol="0">
              <a:spAutoFit/>
            </a:bodyPr>
            <a:lstStyle/>
            <a:p>
              <a:pPr algn="l"/>
              <a:r>
                <a:rPr kumimoji="1" lang="en-US" altLang="zh-CN" sz="800">
                  <a:solidFill>
                    <a:schemeClr val="bg1">
                      <a:lumMod val="50000"/>
                    </a:schemeClr>
                  </a:solidFill>
                  <a:latin typeface="Arial" panose="020B0604020202020204" pitchFamily="34" charset="0"/>
                  <a:cs typeface="Arial" panose="020B0604020202020204" pitchFamily="34" charset="0"/>
                </a:rPr>
                <a:t>Main Body Color</a:t>
              </a:r>
              <a:endParaRPr kumimoji="1" lang="zh-CN" altLang="en-US" sz="800">
                <a:solidFill>
                  <a:schemeClr val="bg1">
                    <a:lumMod val="50000"/>
                  </a:schemeClr>
                </a:solidFill>
                <a:latin typeface="Arial" panose="020B0604020202020204" pitchFamily="34" charset="0"/>
                <a:cs typeface="Arial" panose="020B0604020202020204" pitchFamily="34" charset="0"/>
              </a:endParaRPr>
            </a:p>
          </p:txBody>
        </p:sp>
        <p:grpSp>
          <p:nvGrpSpPr>
            <p:cNvPr id="6" name="组合 5">
              <a:extLst>
                <a:ext uri="{FF2B5EF4-FFF2-40B4-BE49-F238E27FC236}">
                  <a16:creationId xmlns:a16="http://schemas.microsoft.com/office/drawing/2014/main" id="{42444FE9-A26D-4537-AF19-EB34B1D4C7A2}"/>
                </a:ext>
              </a:extLst>
            </p:cNvPr>
            <p:cNvGrpSpPr/>
            <p:nvPr userDrawn="1"/>
          </p:nvGrpSpPr>
          <p:grpSpPr>
            <a:xfrm>
              <a:off x="18472717" y="5143119"/>
              <a:ext cx="1163214" cy="2317470"/>
              <a:chOff x="13568362" y="2638425"/>
              <a:chExt cx="8477250" cy="7077075"/>
            </a:xfrm>
          </p:grpSpPr>
          <p:sp>
            <p:nvSpPr>
              <p:cNvPr id="38" name="Freeform 97">
                <a:extLst>
                  <a:ext uri="{FF2B5EF4-FFF2-40B4-BE49-F238E27FC236}">
                    <a16:creationId xmlns:a16="http://schemas.microsoft.com/office/drawing/2014/main" id="{3BB67190-F228-D340-FCDB-94A5F4362845}"/>
                  </a:ext>
                </a:extLst>
              </p:cNvPr>
              <p:cNvSpPr/>
              <p:nvPr/>
            </p:nvSpPr>
            <p:spPr>
              <a:xfrm>
                <a:off x="13568362" y="2638425"/>
                <a:ext cx="4143375" cy="847725"/>
              </a:xfrm>
              <a:custGeom>
                <a:avLst/>
                <a:gdLst>
                  <a:gd name="connsiteX0" fmla="*/ 4048125 w 4143375"/>
                  <a:gd name="connsiteY0" fmla="*/ 0 h 847725"/>
                  <a:gd name="connsiteX1" fmla="*/ 4143375 w 4143375"/>
                  <a:gd name="connsiteY1" fmla="*/ 0 h 847725"/>
                  <a:gd name="connsiteX2" fmla="*/ 4143375 w 4143375"/>
                  <a:gd name="connsiteY2" fmla="*/ 847725 h 847725"/>
                  <a:gd name="connsiteX3" fmla="*/ 4048125 w 4143375"/>
                  <a:gd name="connsiteY3" fmla="*/ 847725 h 847725"/>
                  <a:gd name="connsiteX4" fmla="*/ 95250 w 4143375"/>
                  <a:gd name="connsiteY4" fmla="*/ 847725 h 847725"/>
                  <a:gd name="connsiteX5" fmla="*/ 0 w 4143375"/>
                  <a:gd name="connsiteY5" fmla="*/ 847725 h 847725"/>
                  <a:gd name="connsiteX6" fmla="*/ 0 w 4143375"/>
                  <a:gd name="connsiteY6" fmla="*/ 0 h 847725"/>
                  <a:gd name="connsiteX7" fmla="*/ 95250 w 4143375"/>
                  <a:gd name="connsiteY7" fmla="*/ 0 h 847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43375" h="847725">
                    <a:moveTo>
                      <a:pt x="4048125" y="0"/>
                    </a:moveTo>
                    <a:cubicBezTo>
                      <a:pt x="4100730" y="0"/>
                      <a:pt x="4143375" y="0"/>
                      <a:pt x="4143375" y="0"/>
                    </a:cubicBezTo>
                    <a:lnTo>
                      <a:pt x="4143375" y="847725"/>
                    </a:lnTo>
                    <a:cubicBezTo>
                      <a:pt x="4143375" y="847725"/>
                      <a:pt x="4100730" y="847725"/>
                      <a:pt x="4048125" y="847725"/>
                    </a:cubicBezTo>
                    <a:lnTo>
                      <a:pt x="95250" y="847725"/>
                    </a:lnTo>
                    <a:cubicBezTo>
                      <a:pt x="42645" y="847725"/>
                      <a:pt x="0" y="847725"/>
                      <a:pt x="0" y="847725"/>
                    </a:cubicBezTo>
                    <a:lnTo>
                      <a:pt x="0" y="0"/>
                    </a:lnTo>
                    <a:cubicBezTo>
                      <a:pt x="0" y="0"/>
                      <a:pt x="42645" y="0"/>
                      <a:pt x="95250" y="0"/>
                    </a:cubicBezTo>
                    <a:close/>
                  </a:path>
                </a:pathLst>
              </a:custGeom>
              <a:solidFill>
                <a:srgbClr val="48426A"/>
              </a:solidFill>
              <a:ln w="9525" cap="flat">
                <a:noFill/>
                <a:prstDash val="solid"/>
                <a:miter/>
              </a:ln>
            </p:spPr>
            <p:txBody>
              <a:bodyPr rtlCol="0" anchor="ctr"/>
              <a:lstStyle/>
              <a:p>
                <a:endParaRPr lang="en-US"/>
              </a:p>
            </p:txBody>
          </p:sp>
          <p:sp>
            <p:nvSpPr>
              <p:cNvPr id="39" name="Freeform 98">
                <a:extLst>
                  <a:ext uri="{FF2B5EF4-FFF2-40B4-BE49-F238E27FC236}">
                    <a16:creationId xmlns:a16="http://schemas.microsoft.com/office/drawing/2014/main" id="{26ACB749-2266-C693-5A44-02AFADDC1C8D}"/>
                  </a:ext>
                </a:extLst>
              </p:cNvPr>
              <p:cNvSpPr/>
              <p:nvPr/>
            </p:nvSpPr>
            <p:spPr>
              <a:xfrm>
                <a:off x="13568362" y="3676650"/>
                <a:ext cx="4143375" cy="847725"/>
              </a:xfrm>
              <a:custGeom>
                <a:avLst/>
                <a:gdLst>
                  <a:gd name="connsiteX0" fmla="*/ 4048125 w 4143375"/>
                  <a:gd name="connsiteY0" fmla="*/ 0 h 847725"/>
                  <a:gd name="connsiteX1" fmla="*/ 4143375 w 4143375"/>
                  <a:gd name="connsiteY1" fmla="*/ 0 h 847725"/>
                  <a:gd name="connsiteX2" fmla="*/ 4143375 w 4143375"/>
                  <a:gd name="connsiteY2" fmla="*/ 847725 h 847725"/>
                  <a:gd name="connsiteX3" fmla="*/ 4048125 w 4143375"/>
                  <a:gd name="connsiteY3" fmla="*/ 847725 h 847725"/>
                  <a:gd name="connsiteX4" fmla="*/ 95250 w 4143375"/>
                  <a:gd name="connsiteY4" fmla="*/ 847725 h 847725"/>
                  <a:gd name="connsiteX5" fmla="*/ 0 w 4143375"/>
                  <a:gd name="connsiteY5" fmla="*/ 847725 h 847725"/>
                  <a:gd name="connsiteX6" fmla="*/ 0 w 4143375"/>
                  <a:gd name="connsiteY6" fmla="*/ 0 h 847725"/>
                  <a:gd name="connsiteX7" fmla="*/ 95250 w 4143375"/>
                  <a:gd name="connsiteY7" fmla="*/ 0 h 847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43375" h="847725">
                    <a:moveTo>
                      <a:pt x="4048125" y="0"/>
                    </a:moveTo>
                    <a:cubicBezTo>
                      <a:pt x="4100730" y="0"/>
                      <a:pt x="4143375" y="0"/>
                      <a:pt x="4143375" y="0"/>
                    </a:cubicBezTo>
                    <a:lnTo>
                      <a:pt x="4143375" y="847725"/>
                    </a:lnTo>
                    <a:cubicBezTo>
                      <a:pt x="4143375" y="847725"/>
                      <a:pt x="4100730" y="847725"/>
                      <a:pt x="4048125" y="847725"/>
                    </a:cubicBezTo>
                    <a:lnTo>
                      <a:pt x="95250" y="847725"/>
                    </a:lnTo>
                    <a:cubicBezTo>
                      <a:pt x="42645" y="847725"/>
                      <a:pt x="0" y="847725"/>
                      <a:pt x="0" y="847725"/>
                    </a:cubicBezTo>
                    <a:lnTo>
                      <a:pt x="0" y="0"/>
                    </a:lnTo>
                    <a:cubicBezTo>
                      <a:pt x="0" y="0"/>
                      <a:pt x="42645" y="0"/>
                      <a:pt x="95250" y="0"/>
                    </a:cubicBezTo>
                    <a:close/>
                  </a:path>
                </a:pathLst>
              </a:custGeom>
              <a:solidFill>
                <a:srgbClr val="6D83D1"/>
              </a:solidFill>
              <a:ln w="9525" cap="flat">
                <a:noFill/>
                <a:prstDash val="solid"/>
                <a:miter/>
              </a:ln>
            </p:spPr>
            <p:txBody>
              <a:bodyPr rtlCol="0" anchor="ctr"/>
              <a:lstStyle/>
              <a:p>
                <a:endParaRPr lang="en-US"/>
              </a:p>
            </p:txBody>
          </p:sp>
          <p:sp>
            <p:nvSpPr>
              <p:cNvPr id="40" name="Freeform 99">
                <a:extLst>
                  <a:ext uri="{FF2B5EF4-FFF2-40B4-BE49-F238E27FC236}">
                    <a16:creationId xmlns:a16="http://schemas.microsoft.com/office/drawing/2014/main" id="{66295AC0-C029-AF17-E343-555656C22875}"/>
                  </a:ext>
                </a:extLst>
              </p:cNvPr>
              <p:cNvSpPr/>
              <p:nvPr/>
            </p:nvSpPr>
            <p:spPr>
              <a:xfrm>
                <a:off x="13568362" y="4714875"/>
                <a:ext cx="4143375" cy="847725"/>
              </a:xfrm>
              <a:custGeom>
                <a:avLst/>
                <a:gdLst>
                  <a:gd name="connsiteX0" fmla="*/ 4048125 w 4143375"/>
                  <a:gd name="connsiteY0" fmla="*/ 0 h 847725"/>
                  <a:gd name="connsiteX1" fmla="*/ 4143375 w 4143375"/>
                  <a:gd name="connsiteY1" fmla="*/ 0 h 847725"/>
                  <a:gd name="connsiteX2" fmla="*/ 4143375 w 4143375"/>
                  <a:gd name="connsiteY2" fmla="*/ 847725 h 847725"/>
                  <a:gd name="connsiteX3" fmla="*/ 4048125 w 4143375"/>
                  <a:gd name="connsiteY3" fmla="*/ 847725 h 847725"/>
                  <a:gd name="connsiteX4" fmla="*/ 95250 w 4143375"/>
                  <a:gd name="connsiteY4" fmla="*/ 847725 h 847725"/>
                  <a:gd name="connsiteX5" fmla="*/ 0 w 4143375"/>
                  <a:gd name="connsiteY5" fmla="*/ 847725 h 847725"/>
                  <a:gd name="connsiteX6" fmla="*/ 0 w 4143375"/>
                  <a:gd name="connsiteY6" fmla="*/ 0 h 847725"/>
                  <a:gd name="connsiteX7" fmla="*/ 95250 w 4143375"/>
                  <a:gd name="connsiteY7" fmla="*/ 0 h 847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43375" h="847725">
                    <a:moveTo>
                      <a:pt x="4048125" y="0"/>
                    </a:moveTo>
                    <a:cubicBezTo>
                      <a:pt x="4100730" y="0"/>
                      <a:pt x="4143375" y="0"/>
                      <a:pt x="4143375" y="0"/>
                    </a:cubicBezTo>
                    <a:lnTo>
                      <a:pt x="4143375" y="847725"/>
                    </a:lnTo>
                    <a:cubicBezTo>
                      <a:pt x="4143375" y="847725"/>
                      <a:pt x="4100730" y="847725"/>
                      <a:pt x="4048125" y="847725"/>
                    </a:cubicBezTo>
                    <a:lnTo>
                      <a:pt x="95250" y="847725"/>
                    </a:lnTo>
                    <a:cubicBezTo>
                      <a:pt x="42645" y="847725"/>
                      <a:pt x="0" y="847725"/>
                      <a:pt x="0" y="847725"/>
                    </a:cubicBezTo>
                    <a:lnTo>
                      <a:pt x="0" y="0"/>
                    </a:lnTo>
                    <a:cubicBezTo>
                      <a:pt x="0" y="0"/>
                      <a:pt x="42645" y="0"/>
                      <a:pt x="95250" y="0"/>
                    </a:cubicBezTo>
                    <a:close/>
                  </a:path>
                </a:pathLst>
              </a:custGeom>
              <a:solidFill>
                <a:srgbClr val="55647D"/>
              </a:solidFill>
              <a:ln w="9525" cap="flat">
                <a:noFill/>
                <a:prstDash val="solid"/>
                <a:miter/>
              </a:ln>
            </p:spPr>
            <p:txBody>
              <a:bodyPr rtlCol="0" anchor="ctr"/>
              <a:lstStyle/>
              <a:p>
                <a:endParaRPr lang="en-US"/>
              </a:p>
            </p:txBody>
          </p:sp>
          <p:sp>
            <p:nvSpPr>
              <p:cNvPr id="41" name="Freeform 100">
                <a:extLst>
                  <a:ext uri="{FF2B5EF4-FFF2-40B4-BE49-F238E27FC236}">
                    <a16:creationId xmlns:a16="http://schemas.microsoft.com/office/drawing/2014/main" id="{28FE4898-BBDA-0C7E-F0ED-41BE94ABB94F}"/>
                  </a:ext>
                </a:extLst>
              </p:cNvPr>
              <p:cNvSpPr/>
              <p:nvPr/>
            </p:nvSpPr>
            <p:spPr>
              <a:xfrm>
                <a:off x="13568362" y="5753100"/>
                <a:ext cx="4143375" cy="847725"/>
              </a:xfrm>
              <a:custGeom>
                <a:avLst/>
                <a:gdLst>
                  <a:gd name="connsiteX0" fmla="*/ 4048125 w 4143375"/>
                  <a:gd name="connsiteY0" fmla="*/ 0 h 847725"/>
                  <a:gd name="connsiteX1" fmla="*/ 4143375 w 4143375"/>
                  <a:gd name="connsiteY1" fmla="*/ 0 h 847725"/>
                  <a:gd name="connsiteX2" fmla="*/ 4143375 w 4143375"/>
                  <a:gd name="connsiteY2" fmla="*/ 847725 h 847725"/>
                  <a:gd name="connsiteX3" fmla="*/ 4048125 w 4143375"/>
                  <a:gd name="connsiteY3" fmla="*/ 847725 h 847725"/>
                  <a:gd name="connsiteX4" fmla="*/ 95250 w 4143375"/>
                  <a:gd name="connsiteY4" fmla="*/ 847725 h 847725"/>
                  <a:gd name="connsiteX5" fmla="*/ 0 w 4143375"/>
                  <a:gd name="connsiteY5" fmla="*/ 847725 h 847725"/>
                  <a:gd name="connsiteX6" fmla="*/ 0 w 4143375"/>
                  <a:gd name="connsiteY6" fmla="*/ 0 h 847725"/>
                  <a:gd name="connsiteX7" fmla="*/ 95250 w 4143375"/>
                  <a:gd name="connsiteY7" fmla="*/ 0 h 847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43375" h="847725">
                    <a:moveTo>
                      <a:pt x="4048125" y="0"/>
                    </a:moveTo>
                    <a:cubicBezTo>
                      <a:pt x="4100730" y="0"/>
                      <a:pt x="4143375" y="0"/>
                      <a:pt x="4143375" y="0"/>
                    </a:cubicBezTo>
                    <a:lnTo>
                      <a:pt x="4143375" y="847725"/>
                    </a:lnTo>
                    <a:cubicBezTo>
                      <a:pt x="4143375" y="847725"/>
                      <a:pt x="4100730" y="847725"/>
                      <a:pt x="4048125" y="847725"/>
                    </a:cubicBezTo>
                    <a:lnTo>
                      <a:pt x="95250" y="847725"/>
                    </a:lnTo>
                    <a:cubicBezTo>
                      <a:pt x="42645" y="847725"/>
                      <a:pt x="0" y="847725"/>
                      <a:pt x="0" y="847725"/>
                    </a:cubicBezTo>
                    <a:lnTo>
                      <a:pt x="0" y="0"/>
                    </a:lnTo>
                    <a:cubicBezTo>
                      <a:pt x="0" y="0"/>
                      <a:pt x="42645" y="0"/>
                      <a:pt x="95250" y="0"/>
                    </a:cubicBezTo>
                    <a:close/>
                  </a:path>
                </a:pathLst>
              </a:custGeom>
              <a:solidFill>
                <a:srgbClr val="9196DF"/>
              </a:solidFill>
              <a:ln w="9525" cap="flat">
                <a:noFill/>
                <a:prstDash val="solid"/>
                <a:miter/>
              </a:ln>
            </p:spPr>
            <p:txBody>
              <a:bodyPr rtlCol="0" anchor="ctr"/>
              <a:lstStyle/>
              <a:p>
                <a:endParaRPr lang="en-US"/>
              </a:p>
            </p:txBody>
          </p:sp>
          <p:sp>
            <p:nvSpPr>
              <p:cNvPr id="42" name="Freeform 101">
                <a:extLst>
                  <a:ext uri="{FF2B5EF4-FFF2-40B4-BE49-F238E27FC236}">
                    <a16:creationId xmlns:a16="http://schemas.microsoft.com/office/drawing/2014/main" id="{88D38E1C-B6A3-6686-E52D-677A94C28B0C}"/>
                  </a:ext>
                </a:extLst>
              </p:cNvPr>
              <p:cNvSpPr/>
              <p:nvPr/>
            </p:nvSpPr>
            <p:spPr>
              <a:xfrm>
                <a:off x="13568362" y="6791325"/>
                <a:ext cx="4143375" cy="847725"/>
              </a:xfrm>
              <a:custGeom>
                <a:avLst/>
                <a:gdLst>
                  <a:gd name="connsiteX0" fmla="*/ 4048125 w 4143375"/>
                  <a:gd name="connsiteY0" fmla="*/ 0 h 847725"/>
                  <a:gd name="connsiteX1" fmla="*/ 4143375 w 4143375"/>
                  <a:gd name="connsiteY1" fmla="*/ 0 h 847725"/>
                  <a:gd name="connsiteX2" fmla="*/ 4143375 w 4143375"/>
                  <a:gd name="connsiteY2" fmla="*/ 847725 h 847725"/>
                  <a:gd name="connsiteX3" fmla="*/ 4048125 w 4143375"/>
                  <a:gd name="connsiteY3" fmla="*/ 847725 h 847725"/>
                  <a:gd name="connsiteX4" fmla="*/ 95250 w 4143375"/>
                  <a:gd name="connsiteY4" fmla="*/ 847725 h 847725"/>
                  <a:gd name="connsiteX5" fmla="*/ 0 w 4143375"/>
                  <a:gd name="connsiteY5" fmla="*/ 847725 h 847725"/>
                  <a:gd name="connsiteX6" fmla="*/ 0 w 4143375"/>
                  <a:gd name="connsiteY6" fmla="*/ 0 h 847725"/>
                  <a:gd name="connsiteX7" fmla="*/ 95250 w 4143375"/>
                  <a:gd name="connsiteY7" fmla="*/ 0 h 847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43375" h="847725">
                    <a:moveTo>
                      <a:pt x="4048125" y="0"/>
                    </a:moveTo>
                    <a:cubicBezTo>
                      <a:pt x="4100730" y="0"/>
                      <a:pt x="4143375" y="0"/>
                      <a:pt x="4143375" y="0"/>
                    </a:cubicBezTo>
                    <a:lnTo>
                      <a:pt x="4143375" y="847725"/>
                    </a:lnTo>
                    <a:cubicBezTo>
                      <a:pt x="4143375" y="847725"/>
                      <a:pt x="4100730" y="847725"/>
                      <a:pt x="4048125" y="847725"/>
                    </a:cubicBezTo>
                    <a:lnTo>
                      <a:pt x="95250" y="847725"/>
                    </a:lnTo>
                    <a:cubicBezTo>
                      <a:pt x="42645" y="847725"/>
                      <a:pt x="0" y="847725"/>
                      <a:pt x="0" y="847725"/>
                    </a:cubicBezTo>
                    <a:lnTo>
                      <a:pt x="0" y="0"/>
                    </a:lnTo>
                    <a:cubicBezTo>
                      <a:pt x="0" y="0"/>
                      <a:pt x="42645" y="0"/>
                      <a:pt x="95250" y="0"/>
                    </a:cubicBezTo>
                    <a:close/>
                  </a:path>
                </a:pathLst>
              </a:custGeom>
              <a:solidFill>
                <a:srgbClr val="629AD1"/>
              </a:solidFill>
              <a:ln w="9525" cap="flat">
                <a:noFill/>
                <a:prstDash val="solid"/>
                <a:miter/>
              </a:ln>
            </p:spPr>
            <p:txBody>
              <a:bodyPr rtlCol="0" anchor="ctr"/>
              <a:lstStyle/>
              <a:p>
                <a:endParaRPr lang="en-US"/>
              </a:p>
            </p:txBody>
          </p:sp>
          <p:sp>
            <p:nvSpPr>
              <p:cNvPr id="43" name="Freeform 102">
                <a:extLst>
                  <a:ext uri="{FF2B5EF4-FFF2-40B4-BE49-F238E27FC236}">
                    <a16:creationId xmlns:a16="http://schemas.microsoft.com/office/drawing/2014/main" id="{751E1904-6C6C-D4A8-1711-4F04E3564544}"/>
                  </a:ext>
                </a:extLst>
              </p:cNvPr>
              <p:cNvSpPr/>
              <p:nvPr/>
            </p:nvSpPr>
            <p:spPr>
              <a:xfrm>
                <a:off x="13568362" y="7829550"/>
                <a:ext cx="4143375" cy="847725"/>
              </a:xfrm>
              <a:custGeom>
                <a:avLst/>
                <a:gdLst>
                  <a:gd name="connsiteX0" fmla="*/ 4048125 w 4143375"/>
                  <a:gd name="connsiteY0" fmla="*/ 0 h 847725"/>
                  <a:gd name="connsiteX1" fmla="*/ 4143375 w 4143375"/>
                  <a:gd name="connsiteY1" fmla="*/ 0 h 847725"/>
                  <a:gd name="connsiteX2" fmla="*/ 4143375 w 4143375"/>
                  <a:gd name="connsiteY2" fmla="*/ 847725 h 847725"/>
                  <a:gd name="connsiteX3" fmla="*/ 4048125 w 4143375"/>
                  <a:gd name="connsiteY3" fmla="*/ 847725 h 847725"/>
                  <a:gd name="connsiteX4" fmla="*/ 95250 w 4143375"/>
                  <a:gd name="connsiteY4" fmla="*/ 847725 h 847725"/>
                  <a:gd name="connsiteX5" fmla="*/ 0 w 4143375"/>
                  <a:gd name="connsiteY5" fmla="*/ 847725 h 847725"/>
                  <a:gd name="connsiteX6" fmla="*/ 0 w 4143375"/>
                  <a:gd name="connsiteY6" fmla="*/ 0 h 847725"/>
                  <a:gd name="connsiteX7" fmla="*/ 95250 w 4143375"/>
                  <a:gd name="connsiteY7" fmla="*/ 0 h 847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43375" h="847725">
                    <a:moveTo>
                      <a:pt x="4048125" y="0"/>
                    </a:moveTo>
                    <a:cubicBezTo>
                      <a:pt x="4100730" y="0"/>
                      <a:pt x="4143375" y="0"/>
                      <a:pt x="4143375" y="0"/>
                    </a:cubicBezTo>
                    <a:lnTo>
                      <a:pt x="4143375" y="847725"/>
                    </a:lnTo>
                    <a:cubicBezTo>
                      <a:pt x="4143375" y="847725"/>
                      <a:pt x="4100730" y="847725"/>
                      <a:pt x="4048125" y="847725"/>
                    </a:cubicBezTo>
                    <a:lnTo>
                      <a:pt x="95250" y="847725"/>
                    </a:lnTo>
                    <a:cubicBezTo>
                      <a:pt x="42645" y="847725"/>
                      <a:pt x="0" y="847725"/>
                      <a:pt x="0" y="847725"/>
                    </a:cubicBezTo>
                    <a:lnTo>
                      <a:pt x="0" y="0"/>
                    </a:lnTo>
                    <a:cubicBezTo>
                      <a:pt x="0" y="0"/>
                      <a:pt x="42645" y="0"/>
                      <a:pt x="95250" y="0"/>
                    </a:cubicBezTo>
                    <a:close/>
                  </a:path>
                </a:pathLst>
              </a:custGeom>
              <a:solidFill>
                <a:srgbClr val="6E90C2"/>
              </a:solidFill>
              <a:ln w="9525" cap="flat">
                <a:noFill/>
                <a:prstDash val="solid"/>
                <a:miter/>
              </a:ln>
            </p:spPr>
            <p:txBody>
              <a:bodyPr rtlCol="0" anchor="ctr"/>
              <a:lstStyle/>
              <a:p>
                <a:endParaRPr lang="en-US"/>
              </a:p>
            </p:txBody>
          </p:sp>
          <p:sp>
            <p:nvSpPr>
              <p:cNvPr id="44" name="Freeform 103">
                <a:extLst>
                  <a:ext uri="{FF2B5EF4-FFF2-40B4-BE49-F238E27FC236}">
                    <a16:creationId xmlns:a16="http://schemas.microsoft.com/office/drawing/2014/main" id="{3C87D285-3A58-602E-EC56-96A6FCE23274}"/>
                  </a:ext>
                </a:extLst>
              </p:cNvPr>
              <p:cNvSpPr/>
              <p:nvPr/>
            </p:nvSpPr>
            <p:spPr>
              <a:xfrm>
                <a:off x="13568362" y="8867775"/>
                <a:ext cx="4143375" cy="847725"/>
              </a:xfrm>
              <a:custGeom>
                <a:avLst/>
                <a:gdLst>
                  <a:gd name="connsiteX0" fmla="*/ 4048125 w 4143375"/>
                  <a:gd name="connsiteY0" fmla="*/ 0 h 847725"/>
                  <a:gd name="connsiteX1" fmla="*/ 4143375 w 4143375"/>
                  <a:gd name="connsiteY1" fmla="*/ 0 h 847725"/>
                  <a:gd name="connsiteX2" fmla="*/ 4143375 w 4143375"/>
                  <a:gd name="connsiteY2" fmla="*/ 847725 h 847725"/>
                  <a:gd name="connsiteX3" fmla="*/ 4048125 w 4143375"/>
                  <a:gd name="connsiteY3" fmla="*/ 847725 h 847725"/>
                  <a:gd name="connsiteX4" fmla="*/ 95250 w 4143375"/>
                  <a:gd name="connsiteY4" fmla="*/ 847725 h 847725"/>
                  <a:gd name="connsiteX5" fmla="*/ 0 w 4143375"/>
                  <a:gd name="connsiteY5" fmla="*/ 847725 h 847725"/>
                  <a:gd name="connsiteX6" fmla="*/ 0 w 4143375"/>
                  <a:gd name="connsiteY6" fmla="*/ 0 h 847725"/>
                  <a:gd name="connsiteX7" fmla="*/ 95250 w 4143375"/>
                  <a:gd name="connsiteY7" fmla="*/ 0 h 847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43375" h="847725">
                    <a:moveTo>
                      <a:pt x="4048125" y="0"/>
                    </a:moveTo>
                    <a:cubicBezTo>
                      <a:pt x="4100730" y="0"/>
                      <a:pt x="4143375" y="0"/>
                      <a:pt x="4143375" y="0"/>
                    </a:cubicBezTo>
                    <a:lnTo>
                      <a:pt x="4143375" y="847725"/>
                    </a:lnTo>
                    <a:cubicBezTo>
                      <a:pt x="4143375" y="847725"/>
                      <a:pt x="4100730" y="847725"/>
                      <a:pt x="4048125" y="847725"/>
                    </a:cubicBezTo>
                    <a:lnTo>
                      <a:pt x="95250" y="847725"/>
                    </a:lnTo>
                    <a:cubicBezTo>
                      <a:pt x="42645" y="847725"/>
                      <a:pt x="0" y="847725"/>
                      <a:pt x="0" y="847725"/>
                    </a:cubicBezTo>
                    <a:lnTo>
                      <a:pt x="0" y="0"/>
                    </a:lnTo>
                    <a:cubicBezTo>
                      <a:pt x="0" y="0"/>
                      <a:pt x="42645" y="0"/>
                      <a:pt x="95250" y="0"/>
                    </a:cubicBezTo>
                    <a:close/>
                  </a:path>
                </a:pathLst>
              </a:custGeom>
              <a:solidFill>
                <a:srgbClr val="94A8CE"/>
              </a:solidFill>
              <a:ln w="9525" cap="flat">
                <a:noFill/>
                <a:prstDash val="solid"/>
                <a:miter/>
              </a:ln>
            </p:spPr>
            <p:txBody>
              <a:bodyPr rtlCol="0" anchor="ctr"/>
              <a:lstStyle/>
              <a:p>
                <a:endParaRPr lang="en-US"/>
              </a:p>
            </p:txBody>
          </p:sp>
          <p:sp>
            <p:nvSpPr>
              <p:cNvPr id="45" name="Freeform 104">
                <a:extLst>
                  <a:ext uri="{FF2B5EF4-FFF2-40B4-BE49-F238E27FC236}">
                    <a16:creationId xmlns:a16="http://schemas.microsoft.com/office/drawing/2014/main" id="{60EAC77D-B788-E701-2BDD-C9509FF0F12B}"/>
                  </a:ext>
                </a:extLst>
              </p:cNvPr>
              <p:cNvSpPr/>
              <p:nvPr/>
            </p:nvSpPr>
            <p:spPr>
              <a:xfrm>
                <a:off x="17902237" y="2638425"/>
                <a:ext cx="4143375" cy="847725"/>
              </a:xfrm>
              <a:custGeom>
                <a:avLst/>
                <a:gdLst>
                  <a:gd name="connsiteX0" fmla="*/ 4048125 w 4143375"/>
                  <a:gd name="connsiteY0" fmla="*/ 0 h 847725"/>
                  <a:gd name="connsiteX1" fmla="*/ 4143375 w 4143375"/>
                  <a:gd name="connsiteY1" fmla="*/ 0 h 847725"/>
                  <a:gd name="connsiteX2" fmla="*/ 4143375 w 4143375"/>
                  <a:gd name="connsiteY2" fmla="*/ 847725 h 847725"/>
                  <a:gd name="connsiteX3" fmla="*/ 4048125 w 4143375"/>
                  <a:gd name="connsiteY3" fmla="*/ 847725 h 847725"/>
                  <a:gd name="connsiteX4" fmla="*/ 95250 w 4143375"/>
                  <a:gd name="connsiteY4" fmla="*/ 847725 h 847725"/>
                  <a:gd name="connsiteX5" fmla="*/ 0 w 4143375"/>
                  <a:gd name="connsiteY5" fmla="*/ 847725 h 847725"/>
                  <a:gd name="connsiteX6" fmla="*/ 0 w 4143375"/>
                  <a:gd name="connsiteY6" fmla="*/ 0 h 847725"/>
                  <a:gd name="connsiteX7" fmla="*/ 95250 w 4143375"/>
                  <a:gd name="connsiteY7" fmla="*/ 0 h 847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43375" h="847725">
                    <a:moveTo>
                      <a:pt x="4048125" y="0"/>
                    </a:moveTo>
                    <a:cubicBezTo>
                      <a:pt x="4100730" y="0"/>
                      <a:pt x="4143375" y="0"/>
                      <a:pt x="4143375" y="0"/>
                    </a:cubicBezTo>
                    <a:lnTo>
                      <a:pt x="4143375" y="847725"/>
                    </a:lnTo>
                    <a:cubicBezTo>
                      <a:pt x="4143375" y="847725"/>
                      <a:pt x="4100730" y="847725"/>
                      <a:pt x="4048125" y="847725"/>
                    </a:cubicBezTo>
                    <a:lnTo>
                      <a:pt x="95250" y="847725"/>
                    </a:lnTo>
                    <a:cubicBezTo>
                      <a:pt x="42645" y="847725"/>
                      <a:pt x="0" y="847725"/>
                      <a:pt x="0" y="847725"/>
                    </a:cubicBezTo>
                    <a:lnTo>
                      <a:pt x="0" y="0"/>
                    </a:lnTo>
                    <a:cubicBezTo>
                      <a:pt x="0" y="0"/>
                      <a:pt x="42645" y="0"/>
                      <a:pt x="95250" y="0"/>
                    </a:cubicBezTo>
                    <a:close/>
                  </a:path>
                </a:pathLst>
              </a:custGeom>
              <a:solidFill>
                <a:srgbClr val="84C6DE"/>
              </a:solidFill>
              <a:ln w="9525" cap="flat">
                <a:noFill/>
                <a:prstDash val="solid"/>
                <a:miter/>
              </a:ln>
            </p:spPr>
            <p:txBody>
              <a:bodyPr rtlCol="0" anchor="ctr"/>
              <a:lstStyle/>
              <a:p>
                <a:endParaRPr lang="en-US"/>
              </a:p>
            </p:txBody>
          </p:sp>
          <p:sp>
            <p:nvSpPr>
              <p:cNvPr id="46" name="Freeform 105">
                <a:extLst>
                  <a:ext uri="{FF2B5EF4-FFF2-40B4-BE49-F238E27FC236}">
                    <a16:creationId xmlns:a16="http://schemas.microsoft.com/office/drawing/2014/main" id="{001C33E1-A199-AA05-5CBD-E3C3CF0E0B1D}"/>
                  </a:ext>
                </a:extLst>
              </p:cNvPr>
              <p:cNvSpPr/>
              <p:nvPr/>
            </p:nvSpPr>
            <p:spPr>
              <a:xfrm>
                <a:off x="17902237" y="3676650"/>
                <a:ext cx="4143375" cy="847725"/>
              </a:xfrm>
              <a:custGeom>
                <a:avLst/>
                <a:gdLst>
                  <a:gd name="connsiteX0" fmla="*/ 4048125 w 4143375"/>
                  <a:gd name="connsiteY0" fmla="*/ 0 h 847725"/>
                  <a:gd name="connsiteX1" fmla="*/ 4143375 w 4143375"/>
                  <a:gd name="connsiteY1" fmla="*/ 0 h 847725"/>
                  <a:gd name="connsiteX2" fmla="*/ 4143375 w 4143375"/>
                  <a:gd name="connsiteY2" fmla="*/ 847725 h 847725"/>
                  <a:gd name="connsiteX3" fmla="*/ 4048125 w 4143375"/>
                  <a:gd name="connsiteY3" fmla="*/ 847725 h 847725"/>
                  <a:gd name="connsiteX4" fmla="*/ 95250 w 4143375"/>
                  <a:gd name="connsiteY4" fmla="*/ 847725 h 847725"/>
                  <a:gd name="connsiteX5" fmla="*/ 0 w 4143375"/>
                  <a:gd name="connsiteY5" fmla="*/ 847725 h 847725"/>
                  <a:gd name="connsiteX6" fmla="*/ 0 w 4143375"/>
                  <a:gd name="connsiteY6" fmla="*/ 0 h 847725"/>
                  <a:gd name="connsiteX7" fmla="*/ 95250 w 4143375"/>
                  <a:gd name="connsiteY7" fmla="*/ 0 h 847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43375" h="847725">
                    <a:moveTo>
                      <a:pt x="4048125" y="0"/>
                    </a:moveTo>
                    <a:cubicBezTo>
                      <a:pt x="4100730" y="0"/>
                      <a:pt x="4143375" y="0"/>
                      <a:pt x="4143375" y="0"/>
                    </a:cubicBezTo>
                    <a:lnTo>
                      <a:pt x="4143375" y="847725"/>
                    </a:lnTo>
                    <a:cubicBezTo>
                      <a:pt x="4143375" y="847725"/>
                      <a:pt x="4100730" y="847725"/>
                      <a:pt x="4048125" y="847725"/>
                    </a:cubicBezTo>
                    <a:lnTo>
                      <a:pt x="95250" y="847725"/>
                    </a:lnTo>
                    <a:cubicBezTo>
                      <a:pt x="42645" y="847725"/>
                      <a:pt x="0" y="847725"/>
                      <a:pt x="0" y="847725"/>
                    </a:cubicBezTo>
                    <a:lnTo>
                      <a:pt x="0" y="0"/>
                    </a:lnTo>
                    <a:cubicBezTo>
                      <a:pt x="0" y="0"/>
                      <a:pt x="42645" y="0"/>
                      <a:pt x="95250" y="0"/>
                    </a:cubicBezTo>
                    <a:close/>
                  </a:path>
                </a:pathLst>
              </a:custGeom>
              <a:solidFill>
                <a:srgbClr val="97C7E7"/>
              </a:solidFill>
              <a:ln w="9525" cap="flat">
                <a:noFill/>
                <a:prstDash val="solid"/>
                <a:miter/>
              </a:ln>
            </p:spPr>
            <p:txBody>
              <a:bodyPr rtlCol="0" anchor="ctr"/>
              <a:lstStyle/>
              <a:p>
                <a:endParaRPr lang="en-US"/>
              </a:p>
            </p:txBody>
          </p:sp>
          <p:sp>
            <p:nvSpPr>
              <p:cNvPr id="47" name="Freeform 106">
                <a:extLst>
                  <a:ext uri="{FF2B5EF4-FFF2-40B4-BE49-F238E27FC236}">
                    <a16:creationId xmlns:a16="http://schemas.microsoft.com/office/drawing/2014/main" id="{4F6E6CE0-1748-597D-A2A5-071A7EF12C61}"/>
                  </a:ext>
                </a:extLst>
              </p:cNvPr>
              <p:cNvSpPr/>
              <p:nvPr/>
            </p:nvSpPr>
            <p:spPr>
              <a:xfrm>
                <a:off x="17902237" y="4714875"/>
                <a:ext cx="4143375" cy="847725"/>
              </a:xfrm>
              <a:custGeom>
                <a:avLst/>
                <a:gdLst>
                  <a:gd name="connsiteX0" fmla="*/ 4048125 w 4143375"/>
                  <a:gd name="connsiteY0" fmla="*/ 0 h 847725"/>
                  <a:gd name="connsiteX1" fmla="*/ 4143375 w 4143375"/>
                  <a:gd name="connsiteY1" fmla="*/ 0 h 847725"/>
                  <a:gd name="connsiteX2" fmla="*/ 4143375 w 4143375"/>
                  <a:gd name="connsiteY2" fmla="*/ 847725 h 847725"/>
                  <a:gd name="connsiteX3" fmla="*/ 4048125 w 4143375"/>
                  <a:gd name="connsiteY3" fmla="*/ 847725 h 847725"/>
                  <a:gd name="connsiteX4" fmla="*/ 95250 w 4143375"/>
                  <a:gd name="connsiteY4" fmla="*/ 847725 h 847725"/>
                  <a:gd name="connsiteX5" fmla="*/ 0 w 4143375"/>
                  <a:gd name="connsiteY5" fmla="*/ 847725 h 847725"/>
                  <a:gd name="connsiteX6" fmla="*/ 0 w 4143375"/>
                  <a:gd name="connsiteY6" fmla="*/ 0 h 847725"/>
                  <a:gd name="connsiteX7" fmla="*/ 95250 w 4143375"/>
                  <a:gd name="connsiteY7" fmla="*/ 0 h 847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43375" h="847725">
                    <a:moveTo>
                      <a:pt x="4048125" y="0"/>
                    </a:moveTo>
                    <a:cubicBezTo>
                      <a:pt x="4100730" y="0"/>
                      <a:pt x="4143375" y="0"/>
                      <a:pt x="4143375" y="0"/>
                    </a:cubicBezTo>
                    <a:lnTo>
                      <a:pt x="4143375" y="847725"/>
                    </a:lnTo>
                    <a:cubicBezTo>
                      <a:pt x="4143375" y="847725"/>
                      <a:pt x="4100730" y="847725"/>
                      <a:pt x="4048125" y="847725"/>
                    </a:cubicBezTo>
                    <a:lnTo>
                      <a:pt x="95250" y="847725"/>
                    </a:lnTo>
                    <a:cubicBezTo>
                      <a:pt x="42645" y="847725"/>
                      <a:pt x="0" y="847725"/>
                      <a:pt x="0" y="847725"/>
                    </a:cubicBezTo>
                    <a:lnTo>
                      <a:pt x="0" y="0"/>
                    </a:lnTo>
                    <a:cubicBezTo>
                      <a:pt x="0" y="0"/>
                      <a:pt x="42645" y="0"/>
                      <a:pt x="95250" y="0"/>
                    </a:cubicBezTo>
                    <a:close/>
                  </a:path>
                </a:pathLst>
              </a:custGeom>
              <a:solidFill>
                <a:srgbClr val="AFCCE0"/>
              </a:solidFill>
              <a:ln w="9525" cap="flat">
                <a:noFill/>
                <a:prstDash val="solid"/>
                <a:miter/>
              </a:ln>
            </p:spPr>
            <p:txBody>
              <a:bodyPr rtlCol="0" anchor="ctr"/>
              <a:lstStyle/>
              <a:p>
                <a:endParaRPr lang="en-US"/>
              </a:p>
            </p:txBody>
          </p:sp>
          <p:sp>
            <p:nvSpPr>
              <p:cNvPr id="48" name="Freeform 107">
                <a:extLst>
                  <a:ext uri="{FF2B5EF4-FFF2-40B4-BE49-F238E27FC236}">
                    <a16:creationId xmlns:a16="http://schemas.microsoft.com/office/drawing/2014/main" id="{106F3FF4-48D8-8A82-B697-82E9DC1D09B5}"/>
                  </a:ext>
                </a:extLst>
              </p:cNvPr>
              <p:cNvSpPr/>
              <p:nvPr/>
            </p:nvSpPr>
            <p:spPr>
              <a:xfrm>
                <a:off x="17902237" y="5753100"/>
                <a:ext cx="4143375" cy="847725"/>
              </a:xfrm>
              <a:custGeom>
                <a:avLst/>
                <a:gdLst>
                  <a:gd name="connsiteX0" fmla="*/ 4048125 w 4143375"/>
                  <a:gd name="connsiteY0" fmla="*/ 0 h 847725"/>
                  <a:gd name="connsiteX1" fmla="*/ 4143375 w 4143375"/>
                  <a:gd name="connsiteY1" fmla="*/ 0 h 847725"/>
                  <a:gd name="connsiteX2" fmla="*/ 4143375 w 4143375"/>
                  <a:gd name="connsiteY2" fmla="*/ 847725 h 847725"/>
                  <a:gd name="connsiteX3" fmla="*/ 4048125 w 4143375"/>
                  <a:gd name="connsiteY3" fmla="*/ 847725 h 847725"/>
                  <a:gd name="connsiteX4" fmla="*/ 95250 w 4143375"/>
                  <a:gd name="connsiteY4" fmla="*/ 847725 h 847725"/>
                  <a:gd name="connsiteX5" fmla="*/ 0 w 4143375"/>
                  <a:gd name="connsiteY5" fmla="*/ 847725 h 847725"/>
                  <a:gd name="connsiteX6" fmla="*/ 0 w 4143375"/>
                  <a:gd name="connsiteY6" fmla="*/ 0 h 847725"/>
                  <a:gd name="connsiteX7" fmla="*/ 95250 w 4143375"/>
                  <a:gd name="connsiteY7" fmla="*/ 0 h 847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43375" h="847725">
                    <a:moveTo>
                      <a:pt x="4048125" y="0"/>
                    </a:moveTo>
                    <a:cubicBezTo>
                      <a:pt x="4100730" y="0"/>
                      <a:pt x="4143375" y="0"/>
                      <a:pt x="4143375" y="0"/>
                    </a:cubicBezTo>
                    <a:lnTo>
                      <a:pt x="4143375" y="847725"/>
                    </a:lnTo>
                    <a:cubicBezTo>
                      <a:pt x="4143375" y="847725"/>
                      <a:pt x="4100730" y="847725"/>
                      <a:pt x="4048125" y="847725"/>
                    </a:cubicBezTo>
                    <a:lnTo>
                      <a:pt x="95250" y="847725"/>
                    </a:lnTo>
                    <a:cubicBezTo>
                      <a:pt x="42645" y="847725"/>
                      <a:pt x="0" y="847725"/>
                      <a:pt x="0" y="847725"/>
                    </a:cubicBezTo>
                    <a:lnTo>
                      <a:pt x="0" y="0"/>
                    </a:lnTo>
                    <a:cubicBezTo>
                      <a:pt x="0" y="0"/>
                      <a:pt x="42645" y="0"/>
                      <a:pt x="95250" y="0"/>
                    </a:cubicBezTo>
                    <a:close/>
                  </a:path>
                </a:pathLst>
              </a:custGeom>
              <a:solidFill>
                <a:srgbClr val="D8EBF1"/>
              </a:solidFill>
              <a:ln w="9525" cap="flat">
                <a:noFill/>
                <a:prstDash val="solid"/>
                <a:miter/>
              </a:ln>
            </p:spPr>
            <p:txBody>
              <a:bodyPr rtlCol="0" anchor="ctr"/>
              <a:lstStyle/>
              <a:p>
                <a:endParaRPr lang="en-US"/>
              </a:p>
            </p:txBody>
          </p:sp>
          <p:sp>
            <p:nvSpPr>
              <p:cNvPr id="49" name="Freeform 108">
                <a:extLst>
                  <a:ext uri="{FF2B5EF4-FFF2-40B4-BE49-F238E27FC236}">
                    <a16:creationId xmlns:a16="http://schemas.microsoft.com/office/drawing/2014/main" id="{BA4002E4-D7CD-94ED-A0A9-BB698AE7ABA2}"/>
                  </a:ext>
                </a:extLst>
              </p:cNvPr>
              <p:cNvSpPr/>
              <p:nvPr/>
            </p:nvSpPr>
            <p:spPr>
              <a:xfrm>
                <a:off x="17902237" y="6791325"/>
                <a:ext cx="4143375" cy="847725"/>
              </a:xfrm>
              <a:custGeom>
                <a:avLst/>
                <a:gdLst>
                  <a:gd name="connsiteX0" fmla="*/ 4048125 w 4143375"/>
                  <a:gd name="connsiteY0" fmla="*/ 0 h 847725"/>
                  <a:gd name="connsiteX1" fmla="*/ 4143375 w 4143375"/>
                  <a:gd name="connsiteY1" fmla="*/ 0 h 847725"/>
                  <a:gd name="connsiteX2" fmla="*/ 4143375 w 4143375"/>
                  <a:gd name="connsiteY2" fmla="*/ 847725 h 847725"/>
                  <a:gd name="connsiteX3" fmla="*/ 4048125 w 4143375"/>
                  <a:gd name="connsiteY3" fmla="*/ 847725 h 847725"/>
                  <a:gd name="connsiteX4" fmla="*/ 95250 w 4143375"/>
                  <a:gd name="connsiteY4" fmla="*/ 847725 h 847725"/>
                  <a:gd name="connsiteX5" fmla="*/ 0 w 4143375"/>
                  <a:gd name="connsiteY5" fmla="*/ 847725 h 847725"/>
                  <a:gd name="connsiteX6" fmla="*/ 0 w 4143375"/>
                  <a:gd name="connsiteY6" fmla="*/ 0 h 847725"/>
                  <a:gd name="connsiteX7" fmla="*/ 95250 w 4143375"/>
                  <a:gd name="connsiteY7" fmla="*/ 0 h 847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43375" h="847725">
                    <a:moveTo>
                      <a:pt x="4048125" y="0"/>
                    </a:moveTo>
                    <a:cubicBezTo>
                      <a:pt x="4100730" y="0"/>
                      <a:pt x="4143375" y="0"/>
                      <a:pt x="4143375" y="0"/>
                    </a:cubicBezTo>
                    <a:lnTo>
                      <a:pt x="4143375" y="847725"/>
                    </a:lnTo>
                    <a:cubicBezTo>
                      <a:pt x="4143375" y="847725"/>
                      <a:pt x="4100730" y="847725"/>
                      <a:pt x="4048125" y="847725"/>
                    </a:cubicBezTo>
                    <a:lnTo>
                      <a:pt x="95250" y="847725"/>
                    </a:lnTo>
                    <a:cubicBezTo>
                      <a:pt x="42645" y="847725"/>
                      <a:pt x="0" y="847725"/>
                      <a:pt x="0" y="847725"/>
                    </a:cubicBezTo>
                    <a:lnTo>
                      <a:pt x="0" y="0"/>
                    </a:lnTo>
                    <a:cubicBezTo>
                      <a:pt x="0" y="0"/>
                      <a:pt x="42645" y="0"/>
                      <a:pt x="95250" y="0"/>
                    </a:cubicBezTo>
                    <a:close/>
                  </a:path>
                </a:pathLst>
              </a:custGeom>
              <a:solidFill>
                <a:srgbClr val="E4E2D6"/>
              </a:solidFill>
              <a:ln w="9525" cap="flat">
                <a:noFill/>
                <a:prstDash val="solid"/>
                <a:miter/>
              </a:ln>
            </p:spPr>
            <p:txBody>
              <a:bodyPr rtlCol="0" anchor="ctr"/>
              <a:lstStyle/>
              <a:p>
                <a:endParaRPr lang="en-US"/>
              </a:p>
            </p:txBody>
          </p:sp>
          <p:sp>
            <p:nvSpPr>
              <p:cNvPr id="50" name="Freeform 109">
                <a:extLst>
                  <a:ext uri="{FF2B5EF4-FFF2-40B4-BE49-F238E27FC236}">
                    <a16:creationId xmlns:a16="http://schemas.microsoft.com/office/drawing/2014/main" id="{B1646A15-001D-7C73-D8EC-169CCD0EA8E2}"/>
                  </a:ext>
                </a:extLst>
              </p:cNvPr>
              <p:cNvSpPr/>
              <p:nvPr/>
            </p:nvSpPr>
            <p:spPr>
              <a:xfrm>
                <a:off x="17902237" y="7829550"/>
                <a:ext cx="4143375" cy="847725"/>
              </a:xfrm>
              <a:custGeom>
                <a:avLst/>
                <a:gdLst>
                  <a:gd name="connsiteX0" fmla="*/ 4048125 w 4143375"/>
                  <a:gd name="connsiteY0" fmla="*/ 0 h 847725"/>
                  <a:gd name="connsiteX1" fmla="*/ 4143375 w 4143375"/>
                  <a:gd name="connsiteY1" fmla="*/ 0 h 847725"/>
                  <a:gd name="connsiteX2" fmla="*/ 4143375 w 4143375"/>
                  <a:gd name="connsiteY2" fmla="*/ 847725 h 847725"/>
                  <a:gd name="connsiteX3" fmla="*/ 4048125 w 4143375"/>
                  <a:gd name="connsiteY3" fmla="*/ 847725 h 847725"/>
                  <a:gd name="connsiteX4" fmla="*/ 95250 w 4143375"/>
                  <a:gd name="connsiteY4" fmla="*/ 847725 h 847725"/>
                  <a:gd name="connsiteX5" fmla="*/ 0 w 4143375"/>
                  <a:gd name="connsiteY5" fmla="*/ 847725 h 847725"/>
                  <a:gd name="connsiteX6" fmla="*/ 0 w 4143375"/>
                  <a:gd name="connsiteY6" fmla="*/ 0 h 847725"/>
                  <a:gd name="connsiteX7" fmla="*/ 95250 w 4143375"/>
                  <a:gd name="connsiteY7" fmla="*/ 0 h 847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43375" h="847725">
                    <a:moveTo>
                      <a:pt x="4048125" y="0"/>
                    </a:moveTo>
                    <a:cubicBezTo>
                      <a:pt x="4100730" y="0"/>
                      <a:pt x="4143375" y="0"/>
                      <a:pt x="4143375" y="0"/>
                    </a:cubicBezTo>
                    <a:lnTo>
                      <a:pt x="4143375" y="847725"/>
                    </a:lnTo>
                    <a:cubicBezTo>
                      <a:pt x="4143375" y="847725"/>
                      <a:pt x="4100730" y="847725"/>
                      <a:pt x="4048125" y="847725"/>
                    </a:cubicBezTo>
                    <a:lnTo>
                      <a:pt x="95250" y="847725"/>
                    </a:lnTo>
                    <a:cubicBezTo>
                      <a:pt x="42645" y="847725"/>
                      <a:pt x="0" y="847725"/>
                      <a:pt x="0" y="847725"/>
                    </a:cubicBezTo>
                    <a:lnTo>
                      <a:pt x="0" y="0"/>
                    </a:lnTo>
                    <a:cubicBezTo>
                      <a:pt x="0" y="0"/>
                      <a:pt x="42645" y="0"/>
                      <a:pt x="95250" y="0"/>
                    </a:cubicBezTo>
                    <a:close/>
                  </a:path>
                </a:pathLst>
              </a:custGeom>
              <a:solidFill>
                <a:srgbClr val="E9E7E6"/>
              </a:solidFill>
              <a:ln w="9525" cap="flat">
                <a:noFill/>
                <a:prstDash val="solid"/>
                <a:miter/>
              </a:ln>
            </p:spPr>
            <p:txBody>
              <a:bodyPr rtlCol="0" anchor="ctr"/>
              <a:lstStyle/>
              <a:p>
                <a:endParaRPr lang="en-US"/>
              </a:p>
            </p:txBody>
          </p:sp>
        </p:grpSp>
        <p:sp>
          <p:nvSpPr>
            <p:cNvPr id="8" name="文本框 7">
              <a:extLst>
                <a:ext uri="{FF2B5EF4-FFF2-40B4-BE49-F238E27FC236}">
                  <a16:creationId xmlns:a16="http://schemas.microsoft.com/office/drawing/2014/main" id="{DC07735E-9CD0-D2C9-4192-43CE7E7B29DE}"/>
                </a:ext>
              </a:extLst>
            </p:cNvPr>
            <p:cNvSpPr txBox="1"/>
            <p:nvPr userDrawn="1"/>
          </p:nvSpPr>
          <p:spPr>
            <a:xfrm>
              <a:off x="18266938" y="7672923"/>
              <a:ext cx="1600796" cy="283387"/>
            </a:xfrm>
            <a:prstGeom prst="rect">
              <a:avLst/>
            </a:prstGeom>
            <a:noFill/>
          </p:spPr>
          <p:txBody>
            <a:bodyPr wrap="none" rtlCol="0">
              <a:spAutoFit/>
            </a:bodyPr>
            <a:lstStyle/>
            <a:p>
              <a:pPr algn="l"/>
              <a:r>
                <a:rPr kumimoji="1" lang="en-US" altLang="zh-CN" sz="800">
                  <a:solidFill>
                    <a:schemeClr val="bg1">
                      <a:lumMod val="50000"/>
                    </a:schemeClr>
                  </a:solidFill>
                  <a:latin typeface="Arial" panose="020B0604020202020204" pitchFamily="34" charset="0"/>
                  <a:cs typeface="Arial" panose="020B0604020202020204" pitchFamily="34" charset="0"/>
                </a:rPr>
                <a:t>Secondary Body Color</a:t>
              </a:r>
              <a:endParaRPr kumimoji="1" lang="zh-CN" altLang="en-US" sz="800">
                <a:solidFill>
                  <a:schemeClr val="bg1">
                    <a:lumMod val="50000"/>
                  </a:schemeClr>
                </a:solidFill>
                <a:latin typeface="Arial" panose="020B0604020202020204" pitchFamily="34" charset="0"/>
                <a:cs typeface="Arial" panose="020B0604020202020204" pitchFamily="34" charset="0"/>
              </a:endParaRPr>
            </a:p>
          </p:txBody>
        </p:sp>
        <p:grpSp>
          <p:nvGrpSpPr>
            <p:cNvPr id="9" name="组合 8">
              <a:extLst>
                <a:ext uri="{FF2B5EF4-FFF2-40B4-BE49-F238E27FC236}">
                  <a16:creationId xmlns:a16="http://schemas.microsoft.com/office/drawing/2014/main" id="{AF79E44B-8DDF-702A-1F64-4D766F708921}"/>
                </a:ext>
              </a:extLst>
            </p:cNvPr>
            <p:cNvGrpSpPr/>
            <p:nvPr userDrawn="1"/>
          </p:nvGrpSpPr>
          <p:grpSpPr>
            <a:xfrm>
              <a:off x="18472717" y="8012900"/>
              <a:ext cx="1180243" cy="1301558"/>
              <a:chOff x="9391650" y="2790825"/>
              <a:chExt cx="8477250" cy="3962400"/>
            </a:xfrm>
          </p:grpSpPr>
          <p:sp>
            <p:nvSpPr>
              <p:cNvPr id="30" name="Freeform 112">
                <a:extLst>
                  <a:ext uri="{FF2B5EF4-FFF2-40B4-BE49-F238E27FC236}">
                    <a16:creationId xmlns:a16="http://schemas.microsoft.com/office/drawing/2014/main" id="{A3D58A11-7EB7-5A9E-76BB-AF3BD6557A4C}"/>
                  </a:ext>
                </a:extLst>
              </p:cNvPr>
              <p:cNvSpPr/>
              <p:nvPr/>
            </p:nvSpPr>
            <p:spPr>
              <a:xfrm>
                <a:off x="9391650" y="2790825"/>
                <a:ext cx="4143375" cy="847725"/>
              </a:xfrm>
              <a:custGeom>
                <a:avLst/>
                <a:gdLst>
                  <a:gd name="connsiteX0" fmla="*/ 4048125 w 4143375"/>
                  <a:gd name="connsiteY0" fmla="*/ 0 h 847725"/>
                  <a:gd name="connsiteX1" fmla="*/ 4143375 w 4143375"/>
                  <a:gd name="connsiteY1" fmla="*/ 0 h 847725"/>
                  <a:gd name="connsiteX2" fmla="*/ 4143375 w 4143375"/>
                  <a:gd name="connsiteY2" fmla="*/ 847725 h 847725"/>
                  <a:gd name="connsiteX3" fmla="*/ 4048125 w 4143375"/>
                  <a:gd name="connsiteY3" fmla="*/ 847725 h 847725"/>
                  <a:gd name="connsiteX4" fmla="*/ 95250 w 4143375"/>
                  <a:gd name="connsiteY4" fmla="*/ 847725 h 847725"/>
                  <a:gd name="connsiteX5" fmla="*/ 0 w 4143375"/>
                  <a:gd name="connsiteY5" fmla="*/ 847725 h 847725"/>
                  <a:gd name="connsiteX6" fmla="*/ 0 w 4143375"/>
                  <a:gd name="connsiteY6" fmla="*/ 0 h 847725"/>
                  <a:gd name="connsiteX7" fmla="*/ 95250 w 4143375"/>
                  <a:gd name="connsiteY7" fmla="*/ 0 h 847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43375" h="847725">
                    <a:moveTo>
                      <a:pt x="4048125" y="0"/>
                    </a:moveTo>
                    <a:cubicBezTo>
                      <a:pt x="4100730" y="0"/>
                      <a:pt x="4143375" y="0"/>
                      <a:pt x="4143375" y="0"/>
                    </a:cubicBezTo>
                    <a:lnTo>
                      <a:pt x="4143375" y="847725"/>
                    </a:lnTo>
                    <a:cubicBezTo>
                      <a:pt x="4143375" y="847725"/>
                      <a:pt x="4100730" y="847725"/>
                      <a:pt x="4048125" y="847725"/>
                    </a:cubicBezTo>
                    <a:lnTo>
                      <a:pt x="95250" y="847725"/>
                    </a:lnTo>
                    <a:cubicBezTo>
                      <a:pt x="42645" y="847725"/>
                      <a:pt x="0" y="847725"/>
                      <a:pt x="0" y="847725"/>
                    </a:cubicBezTo>
                    <a:lnTo>
                      <a:pt x="0" y="0"/>
                    </a:lnTo>
                    <a:cubicBezTo>
                      <a:pt x="0" y="0"/>
                      <a:pt x="42645" y="0"/>
                      <a:pt x="95250" y="0"/>
                    </a:cubicBezTo>
                    <a:close/>
                  </a:path>
                </a:pathLst>
              </a:custGeom>
              <a:solidFill>
                <a:srgbClr val="4A5F8E"/>
              </a:solidFill>
              <a:ln w="9525" cap="flat">
                <a:noFill/>
                <a:prstDash val="solid"/>
                <a:miter/>
              </a:ln>
            </p:spPr>
            <p:txBody>
              <a:bodyPr rtlCol="0" anchor="ctr"/>
              <a:lstStyle/>
              <a:p>
                <a:endParaRPr lang="en-US"/>
              </a:p>
            </p:txBody>
          </p:sp>
          <p:sp>
            <p:nvSpPr>
              <p:cNvPr id="31" name="Freeform 113">
                <a:extLst>
                  <a:ext uri="{FF2B5EF4-FFF2-40B4-BE49-F238E27FC236}">
                    <a16:creationId xmlns:a16="http://schemas.microsoft.com/office/drawing/2014/main" id="{8A46133D-F06E-25F3-3956-64A731372BAF}"/>
                  </a:ext>
                </a:extLst>
              </p:cNvPr>
              <p:cNvSpPr/>
              <p:nvPr/>
            </p:nvSpPr>
            <p:spPr>
              <a:xfrm>
                <a:off x="9391650" y="3829050"/>
                <a:ext cx="4143375" cy="847725"/>
              </a:xfrm>
              <a:custGeom>
                <a:avLst/>
                <a:gdLst>
                  <a:gd name="connsiteX0" fmla="*/ 4048125 w 4143375"/>
                  <a:gd name="connsiteY0" fmla="*/ 0 h 847725"/>
                  <a:gd name="connsiteX1" fmla="*/ 4143375 w 4143375"/>
                  <a:gd name="connsiteY1" fmla="*/ 0 h 847725"/>
                  <a:gd name="connsiteX2" fmla="*/ 4143375 w 4143375"/>
                  <a:gd name="connsiteY2" fmla="*/ 847725 h 847725"/>
                  <a:gd name="connsiteX3" fmla="*/ 4048125 w 4143375"/>
                  <a:gd name="connsiteY3" fmla="*/ 847725 h 847725"/>
                  <a:gd name="connsiteX4" fmla="*/ 95250 w 4143375"/>
                  <a:gd name="connsiteY4" fmla="*/ 847725 h 847725"/>
                  <a:gd name="connsiteX5" fmla="*/ 0 w 4143375"/>
                  <a:gd name="connsiteY5" fmla="*/ 847725 h 847725"/>
                  <a:gd name="connsiteX6" fmla="*/ 0 w 4143375"/>
                  <a:gd name="connsiteY6" fmla="*/ 0 h 847725"/>
                  <a:gd name="connsiteX7" fmla="*/ 95250 w 4143375"/>
                  <a:gd name="connsiteY7" fmla="*/ 0 h 847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43375" h="847725">
                    <a:moveTo>
                      <a:pt x="4048125" y="0"/>
                    </a:moveTo>
                    <a:cubicBezTo>
                      <a:pt x="4100730" y="0"/>
                      <a:pt x="4143375" y="0"/>
                      <a:pt x="4143375" y="0"/>
                    </a:cubicBezTo>
                    <a:lnTo>
                      <a:pt x="4143375" y="847725"/>
                    </a:lnTo>
                    <a:cubicBezTo>
                      <a:pt x="4143375" y="847725"/>
                      <a:pt x="4100730" y="847725"/>
                      <a:pt x="4048125" y="847725"/>
                    </a:cubicBezTo>
                    <a:lnTo>
                      <a:pt x="95250" y="847725"/>
                    </a:lnTo>
                    <a:cubicBezTo>
                      <a:pt x="42645" y="847725"/>
                      <a:pt x="0" y="847725"/>
                      <a:pt x="0" y="847725"/>
                    </a:cubicBezTo>
                    <a:lnTo>
                      <a:pt x="0" y="0"/>
                    </a:lnTo>
                    <a:cubicBezTo>
                      <a:pt x="0" y="0"/>
                      <a:pt x="42645" y="0"/>
                      <a:pt x="95250" y="0"/>
                    </a:cubicBezTo>
                    <a:close/>
                  </a:path>
                </a:pathLst>
              </a:custGeom>
              <a:solidFill>
                <a:srgbClr val="7393CE"/>
              </a:solidFill>
              <a:ln w="9525" cap="flat">
                <a:noFill/>
                <a:prstDash val="solid"/>
                <a:miter/>
              </a:ln>
            </p:spPr>
            <p:txBody>
              <a:bodyPr rtlCol="0" anchor="ctr"/>
              <a:lstStyle/>
              <a:p>
                <a:endParaRPr lang="en-US"/>
              </a:p>
            </p:txBody>
          </p:sp>
          <p:sp>
            <p:nvSpPr>
              <p:cNvPr id="32" name="Freeform 114">
                <a:extLst>
                  <a:ext uri="{FF2B5EF4-FFF2-40B4-BE49-F238E27FC236}">
                    <a16:creationId xmlns:a16="http://schemas.microsoft.com/office/drawing/2014/main" id="{4AA92E50-BA91-7A07-529C-8627A404878E}"/>
                  </a:ext>
                </a:extLst>
              </p:cNvPr>
              <p:cNvSpPr/>
              <p:nvPr/>
            </p:nvSpPr>
            <p:spPr>
              <a:xfrm>
                <a:off x="9391650" y="4867275"/>
                <a:ext cx="4143375" cy="847725"/>
              </a:xfrm>
              <a:custGeom>
                <a:avLst/>
                <a:gdLst>
                  <a:gd name="connsiteX0" fmla="*/ 4048125 w 4143375"/>
                  <a:gd name="connsiteY0" fmla="*/ 0 h 847725"/>
                  <a:gd name="connsiteX1" fmla="*/ 4143375 w 4143375"/>
                  <a:gd name="connsiteY1" fmla="*/ 0 h 847725"/>
                  <a:gd name="connsiteX2" fmla="*/ 4143375 w 4143375"/>
                  <a:gd name="connsiteY2" fmla="*/ 847725 h 847725"/>
                  <a:gd name="connsiteX3" fmla="*/ 4048125 w 4143375"/>
                  <a:gd name="connsiteY3" fmla="*/ 847725 h 847725"/>
                  <a:gd name="connsiteX4" fmla="*/ 95250 w 4143375"/>
                  <a:gd name="connsiteY4" fmla="*/ 847725 h 847725"/>
                  <a:gd name="connsiteX5" fmla="*/ 0 w 4143375"/>
                  <a:gd name="connsiteY5" fmla="*/ 847725 h 847725"/>
                  <a:gd name="connsiteX6" fmla="*/ 0 w 4143375"/>
                  <a:gd name="connsiteY6" fmla="*/ 0 h 847725"/>
                  <a:gd name="connsiteX7" fmla="*/ 95250 w 4143375"/>
                  <a:gd name="connsiteY7" fmla="*/ 0 h 847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43375" h="847725">
                    <a:moveTo>
                      <a:pt x="4048125" y="0"/>
                    </a:moveTo>
                    <a:cubicBezTo>
                      <a:pt x="4100730" y="0"/>
                      <a:pt x="4143375" y="0"/>
                      <a:pt x="4143375" y="0"/>
                    </a:cubicBezTo>
                    <a:lnTo>
                      <a:pt x="4143375" y="847725"/>
                    </a:lnTo>
                    <a:cubicBezTo>
                      <a:pt x="4143375" y="847725"/>
                      <a:pt x="4100730" y="847725"/>
                      <a:pt x="4048125" y="847725"/>
                    </a:cubicBezTo>
                    <a:lnTo>
                      <a:pt x="95250" y="847725"/>
                    </a:lnTo>
                    <a:cubicBezTo>
                      <a:pt x="42645" y="847725"/>
                      <a:pt x="0" y="847725"/>
                      <a:pt x="0" y="847725"/>
                    </a:cubicBezTo>
                    <a:lnTo>
                      <a:pt x="0" y="0"/>
                    </a:lnTo>
                    <a:cubicBezTo>
                      <a:pt x="0" y="0"/>
                      <a:pt x="42645" y="0"/>
                      <a:pt x="95250" y="0"/>
                    </a:cubicBezTo>
                    <a:close/>
                  </a:path>
                </a:pathLst>
              </a:custGeom>
              <a:solidFill>
                <a:srgbClr val="C3CEC8"/>
              </a:solidFill>
              <a:ln w="9525" cap="flat">
                <a:noFill/>
                <a:prstDash val="solid"/>
                <a:miter/>
              </a:ln>
            </p:spPr>
            <p:txBody>
              <a:bodyPr rtlCol="0" anchor="ctr"/>
              <a:lstStyle/>
              <a:p>
                <a:endParaRPr lang="en-US"/>
              </a:p>
            </p:txBody>
          </p:sp>
          <p:sp>
            <p:nvSpPr>
              <p:cNvPr id="33" name="Freeform 115">
                <a:extLst>
                  <a:ext uri="{FF2B5EF4-FFF2-40B4-BE49-F238E27FC236}">
                    <a16:creationId xmlns:a16="http://schemas.microsoft.com/office/drawing/2014/main" id="{3A50E07C-AD6B-5EEB-0DA8-AF96827B97E8}"/>
                  </a:ext>
                </a:extLst>
              </p:cNvPr>
              <p:cNvSpPr/>
              <p:nvPr/>
            </p:nvSpPr>
            <p:spPr>
              <a:xfrm>
                <a:off x="9391650" y="5905500"/>
                <a:ext cx="4143375" cy="847725"/>
              </a:xfrm>
              <a:custGeom>
                <a:avLst/>
                <a:gdLst>
                  <a:gd name="connsiteX0" fmla="*/ 4048125 w 4143375"/>
                  <a:gd name="connsiteY0" fmla="*/ 0 h 847725"/>
                  <a:gd name="connsiteX1" fmla="*/ 4143375 w 4143375"/>
                  <a:gd name="connsiteY1" fmla="*/ 0 h 847725"/>
                  <a:gd name="connsiteX2" fmla="*/ 4143375 w 4143375"/>
                  <a:gd name="connsiteY2" fmla="*/ 847725 h 847725"/>
                  <a:gd name="connsiteX3" fmla="*/ 4048125 w 4143375"/>
                  <a:gd name="connsiteY3" fmla="*/ 847725 h 847725"/>
                  <a:gd name="connsiteX4" fmla="*/ 95250 w 4143375"/>
                  <a:gd name="connsiteY4" fmla="*/ 847725 h 847725"/>
                  <a:gd name="connsiteX5" fmla="*/ 0 w 4143375"/>
                  <a:gd name="connsiteY5" fmla="*/ 847725 h 847725"/>
                  <a:gd name="connsiteX6" fmla="*/ 0 w 4143375"/>
                  <a:gd name="connsiteY6" fmla="*/ 0 h 847725"/>
                  <a:gd name="connsiteX7" fmla="*/ 95250 w 4143375"/>
                  <a:gd name="connsiteY7" fmla="*/ 0 h 847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43375" h="847725">
                    <a:moveTo>
                      <a:pt x="4048125" y="0"/>
                    </a:moveTo>
                    <a:cubicBezTo>
                      <a:pt x="4100730" y="0"/>
                      <a:pt x="4143375" y="0"/>
                      <a:pt x="4143375" y="0"/>
                    </a:cubicBezTo>
                    <a:lnTo>
                      <a:pt x="4143375" y="847725"/>
                    </a:lnTo>
                    <a:cubicBezTo>
                      <a:pt x="4143375" y="847725"/>
                      <a:pt x="4100730" y="847725"/>
                      <a:pt x="4048125" y="847725"/>
                    </a:cubicBezTo>
                    <a:lnTo>
                      <a:pt x="95250" y="847725"/>
                    </a:lnTo>
                    <a:cubicBezTo>
                      <a:pt x="42645" y="847725"/>
                      <a:pt x="0" y="847725"/>
                      <a:pt x="0" y="847725"/>
                    </a:cubicBezTo>
                    <a:lnTo>
                      <a:pt x="0" y="0"/>
                    </a:lnTo>
                    <a:cubicBezTo>
                      <a:pt x="0" y="0"/>
                      <a:pt x="42645" y="0"/>
                      <a:pt x="95250" y="0"/>
                    </a:cubicBezTo>
                    <a:close/>
                  </a:path>
                </a:pathLst>
              </a:custGeom>
              <a:solidFill>
                <a:srgbClr val="D7CEC4"/>
              </a:solidFill>
              <a:ln w="9525" cap="flat">
                <a:noFill/>
                <a:prstDash val="solid"/>
                <a:miter/>
              </a:ln>
            </p:spPr>
            <p:txBody>
              <a:bodyPr rtlCol="0" anchor="ctr"/>
              <a:lstStyle/>
              <a:p>
                <a:endParaRPr lang="en-US"/>
              </a:p>
            </p:txBody>
          </p:sp>
          <p:sp>
            <p:nvSpPr>
              <p:cNvPr id="34" name="Freeform 116">
                <a:extLst>
                  <a:ext uri="{FF2B5EF4-FFF2-40B4-BE49-F238E27FC236}">
                    <a16:creationId xmlns:a16="http://schemas.microsoft.com/office/drawing/2014/main" id="{A834CE0A-A54C-5AD9-883F-B0B43E9042A3}"/>
                  </a:ext>
                </a:extLst>
              </p:cNvPr>
              <p:cNvSpPr/>
              <p:nvPr/>
            </p:nvSpPr>
            <p:spPr>
              <a:xfrm>
                <a:off x="13725525" y="4865094"/>
                <a:ext cx="4143375" cy="847725"/>
              </a:xfrm>
              <a:custGeom>
                <a:avLst/>
                <a:gdLst>
                  <a:gd name="connsiteX0" fmla="*/ 4048125 w 4143375"/>
                  <a:gd name="connsiteY0" fmla="*/ 0 h 847725"/>
                  <a:gd name="connsiteX1" fmla="*/ 4143375 w 4143375"/>
                  <a:gd name="connsiteY1" fmla="*/ 0 h 847725"/>
                  <a:gd name="connsiteX2" fmla="*/ 4143375 w 4143375"/>
                  <a:gd name="connsiteY2" fmla="*/ 847725 h 847725"/>
                  <a:gd name="connsiteX3" fmla="*/ 4048125 w 4143375"/>
                  <a:gd name="connsiteY3" fmla="*/ 847725 h 847725"/>
                  <a:gd name="connsiteX4" fmla="*/ 95250 w 4143375"/>
                  <a:gd name="connsiteY4" fmla="*/ 847725 h 847725"/>
                  <a:gd name="connsiteX5" fmla="*/ 0 w 4143375"/>
                  <a:gd name="connsiteY5" fmla="*/ 847725 h 847725"/>
                  <a:gd name="connsiteX6" fmla="*/ 0 w 4143375"/>
                  <a:gd name="connsiteY6" fmla="*/ 0 h 847725"/>
                  <a:gd name="connsiteX7" fmla="*/ 95250 w 4143375"/>
                  <a:gd name="connsiteY7" fmla="*/ 0 h 847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43375" h="847725">
                    <a:moveTo>
                      <a:pt x="4048125" y="0"/>
                    </a:moveTo>
                    <a:cubicBezTo>
                      <a:pt x="4100730" y="0"/>
                      <a:pt x="4143375" y="0"/>
                      <a:pt x="4143375" y="0"/>
                    </a:cubicBezTo>
                    <a:lnTo>
                      <a:pt x="4143375" y="847725"/>
                    </a:lnTo>
                    <a:cubicBezTo>
                      <a:pt x="4143375" y="847725"/>
                      <a:pt x="4100730" y="847725"/>
                      <a:pt x="4048125" y="847725"/>
                    </a:cubicBezTo>
                    <a:lnTo>
                      <a:pt x="95250" y="847725"/>
                    </a:lnTo>
                    <a:cubicBezTo>
                      <a:pt x="42645" y="847725"/>
                      <a:pt x="0" y="847725"/>
                      <a:pt x="0" y="847725"/>
                    </a:cubicBezTo>
                    <a:lnTo>
                      <a:pt x="0" y="0"/>
                    </a:lnTo>
                    <a:cubicBezTo>
                      <a:pt x="0" y="0"/>
                      <a:pt x="42645" y="0"/>
                      <a:pt x="95250" y="0"/>
                    </a:cubicBezTo>
                    <a:close/>
                  </a:path>
                </a:pathLst>
              </a:custGeom>
              <a:solidFill>
                <a:srgbClr val="E8E4D7"/>
              </a:solidFill>
              <a:ln w="9525" cap="flat">
                <a:noFill/>
                <a:prstDash val="solid"/>
                <a:miter/>
              </a:ln>
            </p:spPr>
            <p:txBody>
              <a:bodyPr rtlCol="0" anchor="ctr"/>
              <a:lstStyle/>
              <a:p>
                <a:endParaRPr lang="en-US"/>
              </a:p>
            </p:txBody>
          </p:sp>
          <p:sp>
            <p:nvSpPr>
              <p:cNvPr id="35" name="Freeform 117">
                <a:extLst>
                  <a:ext uri="{FF2B5EF4-FFF2-40B4-BE49-F238E27FC236}">
                    <a16:creationId xmlns:a16="http://schemas.microsoft.com/office/drawing/2014/main" id="{9A65A4BD-6407-85E8-969C-3EC03B17C909}"/>
                  </a:ext>
                </a:extLst>
              </p:cNvPr>
              <p:cNvSpPr/>
              <p:nvPr/>
            </p:nvSpPr>
            <p:spPr>
              <a:xfrm>
                <a:off x="13725525" y="5903319"/>
                <a:ext cx="4143375" cy="847725"/>
              </a:xfrm>
              <a:custGeom>
                <a:avLst/>
                <a:gdLst>
                  <a:gd name="connsiteX0" fmla="*/ 4048125 w 4143375"/>
                  <a:gd name="connsiteY0" fmla="*/ 0 h 847725"/>
                  <a:gd name="connsiteX1" fmla="*/ 4143375 w 4143375"/>
                  <a:gd name="connsiteY1" fmla="*/ 0 h 847725"/>
                  <a:gd name="connsiteX2" fmla="*/ 4143375 w 4143375"/>
                  <a:gd name="connsiteY2" fmla="*/ 847725 h 847725"/>
                  <a:gd name="connsiteX3" fmla="*/ 4048125 w 4143375"/>
                  <a:gd name="connsiteY3" fmla="*/ 847725 h 847725"/>
                  <a:gd name="connsiteX4" fmla="*/ 95250 w 4143375"/>
                  <a:gd name="connsiteY4" fmla="*/ 847725 h 847725"/>
                  <a:gd name="connsiteX5" fmla="*/ 0 w 4143375"/>
                  <a:gd name="connsiteY5" fmla="*/ 847725 h 847725"/>
                  <a:gd name="connsiteX6" fmla="*/ 0 w 4143375"/>
                  <a:gd name="connsiteY6" fmla="*/ 0 h 847725"/>
                  <a:gd name="connsiteX7" fmla="*/ 95250 w 4143375"/>
                  <a:gd name="connsiteY7" fmla="*/ 0 h 847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43375" h="847725">
                    <a:moveTo>
                      <a:pt x="4048125" y="0"/>
                    </a:moveTo>
                    <a:cubicBezTo>
                      <a:pt x="4100730" y="0"/>
                      <a:pt x="4143375" y="0"/>
                      <a:pt x="4143375" y="0"/>
                    </a:cubicBezTo>
                    <a:lnTo>
                      <a:pt x="4143375" y="847725"/>
                    </a:lnTo>
                    <a:cubicBezTo>
                      <a:pt x="4143375" y="847725"/>
                      <a:pt x="4100730" y="847725"/>
                      <a:pt x="4048125" y="847725"/>
                    </a:cubicBezTo>
                    <a:lnTo>
                      <a:pt x="95250" y="847725"/>
                    </a:lnTo>
                    <a:cubicBezTo>
                      <a:pt x="42645" y="847725"/>
                      <a:pt x="0" y="847725"/>
                      <a:pt x="0" y="847725"/>
                    </a:cubicBezTo>
                    <a:lnTo>
                      <a:pt x="0" y="0"/>
                    </a:lnTo>
                    <a:cubicBezTo>
                      <a:pt x="0" y="0"/>
                      <a:pt x="42645" y="0"/>
                      <a:pt x="95250" y="0"/>
                    </a:cubicBezTo>
                    <a:close/>
                  </a:path>
                </a:pathLst>
              </a:custGeom>
              <a:solidFill>
                <a:srgbClr val="C6C4E0"/>
              </a:solidFill>
              <a:ln w="9525" cap="flat">
                <a:noFill/>
                <a:prstDash val="solid"/>
                <a:miter/>
              </a:ln>
            </p:spPr>
            <p:txBody>
              <a:bodyPr rtlCol="0" anchor="ctr"/>
              <a:lstStyle/>
              <a:p>
                <a:endParaRPr lang="en-US"/>
              </a:p>
            </p:txBody>
          </p:sp>
          <p:sp>
            <p:nvSpPr>
              <p:cNvPr id="36" name="Freeform 119">
                <a:extLst>
                  <a:ext uri="{FF2B5EF4-FFF2-40B4-BE49-F238E27FC236}">
                    <a16:creationId xmlns:a16="http://schemas.microsoft.com/office/drawing/2014/main" id="{3F48F3B3-68D1-A05E-9DEA-410C048432AC}"/>
                  </a:ext>
                </a:extLst>
              </p:cNvPr>
              <p:cNvSpPr/>
              <p:nvPr/>
            </p:nvSpPr>
            <p:spPr>
              <a:xfrm>
                <a:off x="13725525" y="2790825"/>
                <a:ext cx="4143375" cy="847725"/>
              </a:xfrm>
              <a:custGeom>
                <a:avLst/>
                <a:gdLst>
                  <a:gd name="connsiteX0" fmla="*/ 4048125 w 4143375"/>
                  <a:gd name="connsiteY0" fmla="*/ 0 h 847725"/>
                  <a:gd name="connsiteX1" fmla="*/ 4143375 w 4143375"/>
                  <a:gd name="connsiteY1" fmla="*/ 0 h 847725"/>
                  <a:gd name="connsiteX2" fmla="*/ 4143375 w 4143375"/>
                  <a:gd name="connsiteY2" fmla="*/ 847725 h 847725"/>
                  <a:gd name="connsiteX3" fmla="*/ 4048125 w 4143375"/>
                  <a:gd name="connsiteY3" fmla="*/ 847725 h 847725"/>
                  <a:gd name="connsiteX4" fmla="*/ 95250 w 4143375"/>
                  <a:gd name="connsiteY4" fmla="*/ 847725 h 847725"/>
                  <a:gd name="connsiteX5" fmla="*/ 0 w 4143375"/>
                  <a:gd name="connsiteY5" fmla="*/ 847725 h 847725"/>
                  <a:gd name="connsiteX6" fmla="*/ 0 w 4143375"/>
                  <a:gd name="connsiteY6" fmla="*/ 0 h 847725"/>
                  <a:gd name="connsiteX7" fmla="*/ 95250 w 4143375"/>
                  <a:gd name="connsiteY7" fmla="*/ 0 h 847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43375" h="847725">
                    <a:moveTo>
                      <a:pt x="4048125" y="0"/>
                    </a:moveTo>
                    <a:cubicBezTo>
                      <a:pt x="4100730" y="0"/>
                      <a:pt x="4143375" y="0"/>
                      <a:pt x="4143375" y="0"/>
                    </a:cubicBezTo>
                    <a:lnTo>
                      <a:pt x="4143375" y="847725"/>
                    </a:lnTo>
                    <a:cubicBezTo>
                      <a:pt x="4143375" y="847725"/>
                      <a:pt x="4100730" y="847725"/>
                      <a:pt x="4048125" y="847725"/>
                    </a:cubicBezTo>
                    <a:lnTo>
                      <a:pt x="95250" y="847725"/>
                    </a:lnTo>
                    <a:cubicBezTo>
                      <a:pt x="42645" y="847725"/>
                      <a:pt x="0" y="847725"/>
                      <a:pt x="0" y="847725"/>
                    </a:cubicBezTo>
                    <a:lnTo>
                      <a:pt x="0" y="0"/>
                    </a:lnTo>
                    <a:cubicBezTo>
                      <a:pt x="0" y="0"/>
                      <a:pt x="42645" y="0"/>
                      <a:pt x="95250" y="0"/>
                    </a:cubicBezTo>
                    <a:close/>
                  </a:path>
                </a:pathLst>
              </a:custGeom>
              <a:solidFill>
                <a:srgbClr val="AFCCE0"/>
              </a:solidFill>
              <a:ln w="9525" cap="flat">
                <a:noFill/>
                <a:prstDash val="solid"/>
                <a:miter/>
              </a:ln>
            </p:spPr>
            <p:txBody>
              <a:bodyPr rtlCol="0" anchor="ctr"/>
              <a:lstStyle/>
              <a:p>
                <a:endParaRPr lang="en-US"/>
              </a:p>
            </p:txBody>
          </p:sp>
          <p:sp>
            <p:nvSpPr>
              <p:cNvPr id="37" name="Freeform 120">
                <a:extLst>
                  <a:ext uri="{FF2B5EF4-FFF2-40B4-BE49-F238E27FC236}">
                    <a16:creationId xmlns:a16="http://schemas.microsoft.com/office/drawing/2014/main" id="{FE494E60-1316-124A-111A-E2C4C14AD2A2}"/>
                  </a:ext>
                </a:extLst>
              </p:cNvPr>
              <p:cNvSpPr/>
              <p:nvPr/>
            </p:nvSpPr>
            <p:spPr>
              <a:xfrm>
                <a:off x="13725525" y="3829050"/>
                <a:ext cx="4143375" cy="847725"/>
              </a:xfrm>
              <a:custGeom>
                <a:avLst/>
                <a:gdLst>
                  <a:gd name="connsiteX0" fmla="*/ 4048125 w 4143375"/>
                  <a:gd name="connsiteY0" fmla="*/ 0 h 847725"/>
                  <a:gd name="connsiteX1" fmla="*/ 4143375 w 4143375"/>
                  <a:gd name="connsiteY1" fmla="*/ 0 h 847725"/>
                  <a:gd name="connsiteX2" fmla="*/ 4143375 w 4143375"/>
                  <a:gd name="connsiteY2" fmla="*/ 847725 h 847725"/>
                  <a:gd name="connsiteX3" fmla="*/ 4048125 w 4143375"/>
                  <a:gd name="connsiteY3" fmla="*/ 847725 h 847725"/>
                  <a:gd name="connsiteX4" fmla="*/ 95250 w 4143375"/>
                  <a:gd name="connsiteY4" fmla="*/ 847725 h 847725"/>
                  <a:gd name="connsiteX5" fmla="*/ 0 w 4143375"/>
                  <a:gd name="connsiteY5" fmla="*/ 847725 h 847725"/>
                  <a:gd name="connsiteX6" fmla="*/ 0 w 4143375"/>
                  <a:gd name="connsiteY6" fmla="*/ 0 h 847725"/>
                  <a:gd name="connsiteX7" fmla="*/ 95250 w 4143375"/>
                  <a:gd name="connsiteY7" fmla="*/ 0 h 847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43375" h="847725">
                    <a:moveTo>
                      <a:pt x="4048125" y="0"/>
                    </a:moveTo>
                    <a:cubicBezTo>
                      <a:pt x="4100730" y="0"/>
                      <a:pt x="4143375" y="0"/>
                      <a:pt x="4143375" y="0"/>
                    </a:cubicBezTo>
                    <a:lnTo>
                      <a:pt x="4143375" y="847725"/>
                    </a:lnTo>
                    <a:cubicBezTo>
                      <a:pt x="4143375" y="847725"/>
                      <a:pt x="4100730" y="847725"/>
                      <a:pt x="4048125" y="847725"/>
                    </a:cubicBezTo>
                    <a:lnTo>
                      <a:pt x="95250" y="847725"/>
                    </a:lnTo>
                    <a:cubicBezTo>
                      <a:pt x="42645" y="847725"/>
                      <a:pt x="0" y="847725"/>
                      <a:pt x="0" y="847725"/>
                    </a:cubicBezTo>
                    <a:lnTo>
                      <a:pt x="0" y="0"/>
                    </a:lnTo>
                    <a:cubicBezTo>
                      <a:pt x="0" y="0"/>
                      <a:pt x="42645" y="0"/>
                      <a:pt x="95250" y="0"/>
                    </a:cubicBezTo>
                    <a:close/>
                  </a:path>
                </a:pathLst>
              </a:custGeom>
              <a:solidFill>
                <a:srgbClr val="A7D2D9"/>
              </a:solidFill>
              <a:ln w="9525" cap="flat">
                <a:noFill/>
                <a:prstDash val="solid"/>
                <a:miter/>
              </a:ln>
            </p:spPr>
            <p:txBody>
              <a:bodyPr rtlCol="0" anchor="ctr"/>
              <a:lstStyle/>
              <a:p>
                <a:endParaRPr lang="en-US"/>
              </a:p>
            </p:txBody>
          </p:sp>
        </p:grpSp>
        <p:grpSp>
          <p:nvGrpSpPr>
            <p:cNvPr id="10" name="组合 9">
              <a:extLst>
                <a:ext uri="{FF2B5EF4-FFF2-40B4-BE49-F238E27FC236}">
                  <a16:creationId xmlns:a16="http://schemas.microsoft.com/office/drawing/2014/main" id="{8FBC75E0-8054-26FA-9C9A-8C54A3A2F039}"/>
                </a:ext>
              </a:extLst>
            </p:cNvPr>
            <p:cNvGrpSpPr/>
            <p:nvPr userDrawn="1"/>
          </p:nvGrpSpPr>
          <p:grpSpPr>
            <a:xfrm>
              <a:off x="18472717" y="1432434"/>
              <a:ext cx="1163213" cy="1302834"/>
              <a:chOff x="571500" y="2638425"/>
              <a:chExt cx="8477250" cy="3962400"/>
            </a:xfrm>
          </p:grpSpPr>
          <p:sp>
            <p:nvSpPr>
              <p:cNvPr id="26" name="Freeform 55">
                <a:extLst>
                  <a:ext uri="{FF2B5EF4-FFF2-40B4-BE49-F238E27FC236}">
                    <a16:creationId xmlns:a16="http://schemas.microsoft.com/office/drawing/2014/main" id="{2F501E3C-AAAA-1FB5-43BB-E1E58CABDB6D}"/>
                  </a:ext>
                </a:extLst>
              </p:cNvPr>
              <p:cNvSpPr/>
              <p:nvPr/>
            </p:nvSpPr>
            <p:spPr>
              <a:xfrm>
                <a:off x="571500" y="2638425"/>
                <a:ext cx="8477250" cy="847725"/>
              </a:xfrm>
              <a:custGeom>
                <a:avLst/>
                <a:gdLst>
                  <a:gd name="connsiteX0" fmla="*/ 8382000 w 8477250"/>
                  <a:gd name="connsiteY0" fmla="*/ 0 h 847725"/>
                  <a:gd name="connsiteX1" fmla="*/ 8477250 w 8477250"/>
                  <a:gd name="connsiteY1" fmla="*/ 0 h 847725"/>
                  <a:gd name="connsiteX2" fmla="*/ 8477250 w 8477250"/>
                  <a:gd name="connsiteY2" fmla="*/ 847725 h 847725"/>
                  <a:gd name="connsiteX3" fmla="*/ 8382000 w 8477250"/>
                  <a:gd name="connsiteY3" fmla="*/ 847725 h 847725"/>
                  <a:gd name="connsiteX4" fmla="*/ 95250 w 8477250"/>
                  <a:gd name="connsiteY4" fmla="*/ 847725 h 847725"/>
                  <a:gd name="connsiteX5" fmla="*/ 0 w 8477250"/>
                  <a:gd name="connsiteY5" fmla="*/ 847725 h 847725"/>
                  <a:gd name="connsiteX6" fmla="*/ 0 w 8477250"/>
                  <a:gd name="connsiteY6" fmla="*/ 0 h 847725"/>
                  <a:gd name="connsiteX7" fmla="*/ 95250 w 8477250"/>
                  <a:gd name="connsiteY7" fmla="*/ 0 h 847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477250" h="847725">
                    <a:moveTo>
                      <a:pt x="8382000" y="0"/>
                    </a:moveTo>
                    <a:cubicBezTo>
                      <a:pt x="8434605" y="0"/>
                      <a:pt x="8477250" y="0"/>
                      <a:pt x="8477250" y="0"/>
                    </a:cubicBezTo>
                    <a:lnTo>
                      <a:pt x="8477250" y="847725"/>
                    </a:lnTo>
                    <a:cubicBezTo>
                      <a:pt x="8477250" y="847725"/>
                      <a:pt x="8434605" y="847725"/>
                      <a:pt x="8382000" y="847725"/>
                    </a:cubicBezTo>
                    <a:lnTo>
                      <a:pt x="95250" y="847725"/>
                    </a:lnTo>
                    <a:cubicBezTo>
                      <a:pt x="42645" y="847725"/>
                      <a:pt x="0" y="847725"/>
                      <a:pt x="0" y="847725"/>
                    </a:cubicBezTo>
                    <a:lnTo>
                      <a:pt x="0" y="0"/>
                    </a:lnTo>
                    <a:cubicBezTo>
                      <a:pt x="0" y="0"/>
                      <a:pt x="42645" y="0"/>
                      <a:pt x="95250" y="0"/>
                    </a:cubicBezTo>
                    <a:close/>
                  </a:path>
                </a:pathLst>
              </a:custGeom>
              <a:solidFill>
                <a:srgbClr val="66B6FF"/>
              </a:solidFill>
              <a:ln w="9525" cap="flat">
                <a:noFill/>
                <a:prstDash val="solid"/>
                <a:miter/>
              </a:ln>
            </p:spPr>
            <p:txBody>
              <a:bodyPr rtlCol="0" anchor="ctr"/>
              <a:lstStyle/>
              <a:p>
                <a:endParaRPr lang="en-US"/>
              </a:p>
            </p:txBody>
          </p:sp>
          <p:sp>
            <p:nvSpPr>
              <p:cNvPr id="27" name="Freeform 56">
                <a:extLst>
                  <a:ext uri="{FF2B5EF4-FFF2-40B4-BE49-F238E27FC236}">
                    <a16:creationId xmlns:a16="http://schemas.microsoft.com/office/drawing/2014/main" id="{2979B0A6-4A95-5E88-7397-B780D9F1AC72}"/>
                  </a:ext>
                </a:extLst>
              </p:cNvPr>
              <p:cNvSpPr/>
              <p:nvPr/>
            </p:nvSpPr>
            <p:spPr>
              <a:xfrm>
                <a:off x="571500" y="3676650"/>
                <a:ext cx="8477250" cy="847725"/>
              </a:xfrm>
              <a:custGeom>
                <a:avLst/>
                <a:gdLst>
                  <a:gd name="connsiteX0" fmla="*/ 8382000 w 8477250"/>
                  <a:gd name="connsiteY0" fmla="*/ 0 h 847725"/>
                  <a:gd name="connsiteX1" fmla="*/ 8477250 w 8477250"/>
                  <a:gd name="connsiteY1" fmla="*/ 0 h 847725"/>
                  <a:gd name="connsiteX2" fmla="*/ 8477250 w 8477250"/>
                  <a:gd name="connsiteY2" fmla="*/ 847725 h 847725"/>
                  <a:gd name="connsiteX3" fmla="*/ 8382000 w 8477250"/>
                  <a:gd name="connsiteY3" fmla="*/ 847725 h 847725"/>
                  <a:gd name="connsiteX4" fmla="*/ 95250 w 8477250"/>
                  <a:gd name="connsiteY4" fmla="*/ 847725 h 847725"/>
                  <a:gd name="connsiteX5" fmla="*/ 0 w 8477250"/>
                  <a:gd name="connsiteY5" fmla="*/ 847725 h 847725"/>
                  <a:gd name="connsiteX6" fmla="*/ 0 w 8477250"/>
                  <a:gd name="connsiteY6" fmla="*/ 0 h 847725"/>
                  <a:gd name="connsiteX7" fmla="*/ 95250 w 8477250"/>
                  <a:gd name="connsiteY7" fmla="*/ 0 h 847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477250" h="847725">
                    <a:moveTo>
                      <a:pt x="8382000" y="0"/>
                    </a:moveTo>
                    <a:cubicBezTo>
                      <a:pt x="8434605" y="0"/>
                      <a:pt x="8477250" y="0"/>
                      <a:pt x="8477250" y="0"/>
                    </a:cubicBezTo>
                    <a:lnTo>
                      <a:pt x="8477250" y="847725"/>
                    </a:lnTo>
                    <a:cubicBezTo>
                      <a:pt x="8477250" y="847725"/>
                      <a:pt x="8434605" y="847725"/>
                      <a:pt x="8382000" y="847725"/>
                    </a:cubicBezTo>
                    <a:lnTo>
                      <a:pt x="95250" y="847725"/>
                    </a:lnTo>
                    <a:cubicBezTo>
                      <a:pt x="42645" y="847725"/>
                      <a:pt x="0" y="847725"/>
                      <a:pt x="0" y="847725"/>
                    </a:cubicBezTo>
                    <a:lnTo>
                      <a:pt x="0" y="0"/>
                    </a:lnTo>
                    <a:cubicBezTo>
                      <a:pt x="0" y="0"/>
                      <a:pt x="42645" y="0"/>
                      <a:pt x="95250" y="0"/>
                    </a:cubicBezTo>
                    <a:close/>
                  </a:path>
                </a:pathLst>
              </a:custGeom>
              <a:solidFill>
                <a:srgbClr val="A7C4FA"/>
              </a:solidFill>
              <a:ln w="9525" cap="flat">
                <a:noFill/>
                <a:prstDash val="solid"/>
                <a:miter/>
              </a:ln>
            </p:spPr>
            <p:txBody>
              <a:bodyPr rtlCol="0" anchor="ctr"/>
              <a:lstStyle/>
              <a:p>
                <a:endParaRPr lang="en-US"/>
              </a:p>
            </p:txBody>
          </p:sp>
          <p:sp>
            <p:nvSpPr>
              <p:cNvPr id="28" name="Freeform 57">
                <a:extLst>
                  <a:ext uri="{FF2B5EF4-FFF2-40B4-BE49-F238E27FC236}">
                    <a16:creationId xmlns:a16="http://schemas.microsoft.com/office/drawing/2014/main" id="{BBED46A7-08A9-AD5E-55CD-0F344B4CFDF6}"/>
                  </a:ext>
                </a:extLst>
              </p:cNvPr>
              <p:cNvSpPr/>
              <p:nvPr/>
            </p:nvSpPr>
            <p:spPr>
              <a:xfrm>
                <a:off x="571500" y="4714875"/>
                <a:ext cx="8477250" cy="847725"/>
              </a:xfrm>
              <a:custGeom>
                <a:avLst/>
                <a:gdLst>
                  <a:gd name="connsiteX0" fmla="*/ 8382000 w 8477250"/>
                  <a:gd name="connsiteY0" fmla="*/ 0 h 847725"/>
                  <a:gd name="connsiteX1" fmla="*/ 8477250 w 8477250"/>
                  <a:gd name="connsiteY1" fmla="*/ 0 h 847725"/>
                  <a:gd name="connsiteX2" fmla="*/ 8477250 w 8477250"/>
                  <a:gd name="connsiteY2" fmla="*/ 847725 h 847725"/>
                  <a:gd name="connsiteX3" fmla="*/ 8382000 w 8477250"/>
                  <a:gd name="connsiteY3" fmla="*/ 847725 h 847725"/>
                  <a:gd name="connsiteX4" fmla="*/ 95250 w 8477250"/>
                  <a:gd name="connsiteY4" fmla="*/ 847725 h 847725"/>
                  <a:gd name="connsiteX5" fmla="*/ 0 w 8477250"/>
                  <a:gd name="connsiteY5" fmla="*/ 847725 h 847725"/>
                  <a:gd name="connsiteX6" fmla="*/ 0 w 8477250"/>
                  <a:gd name="connsiteY6" fmla="*/ 0 h 847725"/>
                  <a:gd name="connsiteX7" fmla="*/ 95250 w 8477250"/>
                  <a:gd name="connsiteY7" fmla="*/ 0 h 847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477250" h="847725">
                    <a:moveTo>
                      <a:pt x="8382000" y="0"/>
                    </a:moveTo>
                    <a:cubicBezTo>
                      <a:pt x="8434605" y="0"/>
                      <a:pt x="8477250" y="0"/>
                      <a:pt x="8477250" y="0"/>
                    </a:cubicBezTo>
                    <a:lnTo>
                      <a:pt x="8477250" y="847725"/>
                    </a:lnTo>
                    <a:cubicBezTo>
                      <a:pt x="8477250" y="847725"/>
                      <a:pt x="8434605" y="847725"/>
                      <a:pt x="8382000" y="847725"/>
                    </a:cubicBezTo>
                    <a:lnTo>
                      <a:pt x="95250" y="847725"/>
                    </a:lnTo>
                    <a:cubicBezTo>
                      <a:pt x="42645" y="847725"/>
                      <a:pt x="0" y="847725"/>
                      <a:pt x="0" y="847725"/>
                    </a:cubicBezTo>
                    <a:lnTo>
                      <a:pt x="0" y="0"/>
                    </a:lnTo>
                    <a:cubicBezTo>
                      <a:pt x="0" y="0"/>
                      <a:pt x="42645" y="0"/>
                      <a:pt x="95250" y="0"/>
                    </a:cubicBezTo>
                    <a:close/>
                  </a:path>
                </a:pathLst>
              </a:custGeom>
              <a:solidFill>
                <a:srgbClr val="8DECE6"/>
              </a:solidFill>
              <a:ln w="9525" cap="flat">
                <a:noFill/>
                <a:prstDash val="solid"/>
                <a:miter/>
              </a:ln>
            </p:spPr>
            <p:txBody>
              <a:bodyPr rtlCol="0" anchor="ctr"/>
              <a:lstStyle/>
              <a:p>
                <a:endParaRPr lang="en-US"/>
              </a:p>
            </p:txBody>
          </p:sp>
          <p:sp>
            <p:nvSpPr>
              <p:cNvPr id="29" name="Freeform 58">
                <a:extLst>
                  <a:ext uri="{FF2B5EF4-FFF2-40B4-BE49-F238E27FC236}">
                    <a16:creationId xmlns:a16="http://schemas.microsoft.com/office/drawing/2014/main" id="{502221D2-45BC-22AE-0D45-F6E4627BE6D9}"/>
                  </a:ext>
                </a:extLst>
              </p:cNvPr>
              <p:cNvSpPr/>
              <p:nvPr/>
            </p:nvSpPr>
            <p:spPr>
              <a:xfrm>
                <a:off x="571500" y="5753100"/>
                <a:ext cx="8477250" cy="847725"/>
              </a:xfrm>
              <a:custGeom>
                <a:avLst/>
                <a:gdLst>
                  <a:gd name="connsiteX0" fmla="*/ 8382000 w 8477250"/>
                  <a:gd name="connsiteY0" fmla="*/ 0 h 847725"/>
                  <a:gd name="connsiteX1" fmla="*/ 8477250 w 8477250"/>
                  <a:gd name="connsiteY1" fmla="*/ 0 h 847725"/>
                  <a:gd name="connsiteX2" fmla="*/ 8477250 w 8477250"/>
                  <a:gd name="connsiteY2" fmla="*/ 847725 h 847725"/>
                  <a:gd name="connsiteX3" fmla="*/ 8382000 w 8477250"/>
                  <a:gd name="connsiteY3" fmla="*/ 847725 h 847725"/>
                  <a:gd name="connsiteX4" fmla="*/ 95250 w 8477250"/>
                  <a:gd name="connsiteY4" fmla="*/ 847725 h 847725"/>
                  <a:gd name="connsiteX5" fmla="*/ 0 w 8477250"/>
                  <a:gd name="connsiteY5" fmla="*/ 847725 h 847725"/>
                  <a:gd name="connsiteX6" fmla="*/ 0 w 8477250"/>
                  <a:gd name="connsiteY6" fmla="*/ 0 h 847725"/>
                  <a:gd name="connsiteX7" fmla="*/ 95250 w 8477250"/>
                  <a:gd name="connsiteY7" fmla="*/ 0 h 847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477250" h="847725">
                    <a:moveTo>
                      <a:pt x="8382000" y="0"/>
                    </a:moveTo>
                    <a:cubicBezTo>
                      <a:pt x="8434605" y="0"/>
                      <a:pt x="8477250" y="0"/>
                      <a:pt x="8477250" y="0"/>
                    </a:cubicBezTo>
                    <a:lnTo>
                      <a:pt x="8477250" y="847725"/>
                    </a:lnTo>
                    <a:cubicBezTo>
                      <a:pt x="8477250" y="847725"/>
                      <a:pt x="8434605" y="847725"/>
                      <a:pt x="8382000" y="847725"/>
                    </a:cubicBezTo>
                    <a:lnTo>
                      <a:pt x="95250" y="847725"/>
                    </a:lnTo>
                    <a:cubicBezTo>
                      <a:pt x="42645" y="847725"/>
                      <a:pt x="0" y="847725"/>
                      <a:pt x="0" y="847725"/>
                    </a:cubicBezTo>
                    <a:lnTo>
                      <a:pt x="0" y="0"/>
                    </a:lnTo>
                    <a:cubicBezTo>
                      <a:pt x="0" y="0"/>
                      <a:pt x="42645" y="0"/>
                      <a:pt x="95250" y="0"/>
                    </a:cubicBezTo>
                    <a:close/>
                  </a:path>
                </a:pathLst>
              </a:custGeom>
              <a:solidFill>
                <a:srgbClr val="8CDEFF"/>
              </a:solidFill>
              <a:ln w="9525" cap="flat">
                <a:noFill/>
                <a:prstDash val="solid"/>
                <a:miter/>
              </a:ln>
            </p:spPr>
            <p:txBody>
              <a:bodyPr rtlCol="0" anchor="ctr"/>
              <a:lstStyle/>
              <a:p>
                <a:endParaRPr lang="en-US"/>
              </a:p>
            </p:txBody>
          </p:sp>
        </p:grpSp>
        <p:sp>
          <p:nvSpPr>
            <p:cNvPr id="11" name="文本框 10">
              <a:extLst>
                <a:ext uri="{FF2B5EF4-FFF2-40B4-BE49-F238E27FC236}">
                  <a16:creationId xmlns:a16="http://schemas.microsoft.com/office/drawing/2014/main" id="{8FB33054-5058-0584-4897-64CAE6CDF64C}"/>
                </a:ext>
              </a:extLst>
            </p:cNvPr>
            <p:cNvSpPr txBox="1"/>
            <p:nvPr userDrawn="1"/>
          </p:nvSpPr>
          <p:spPr>
            <a:xfrm>
              <a:off x="18266934" y="1094512"/>
              <a:ext cx="1461635" cy="283387"/>
            </a:xfrm>
            <a:prstGeom prst="rect">
              <a:avLst/>
            </a:prstGeom>
            <a:noFill/>
          </p:spPr>
          <p:txBody>
            <a:bodyPr wrap="none" rtlCol="0">
              <a:spAutoFit/>
            </a:bodyPr>
            <a:lstStyle/>
            <a:p>
              <a:r>
                <a:rPr kumimoji="1" lang="en-US" altLang="zh-CN" sz="800">
                  <a:solidFill>
                    <a:schemeClr val="bg1">
                      <a:lumMod val="50000"/>
                    </a:schemeClr>
                  </a:solidFill>
                  <a:latin typeface="Arial" panose="020B0604020202020204" pitchFamily="34" charset="0"/>
                  <a:cs typeface="Arial" panose="020B0604020202020204" pitchFamily="34" charset="0"/>
                </a:rPr>
                <a:t>Main Highlight Color</a:t>
              </a:r>
              <a:endParaRPr kumimoji="1" lang="zh-CN" altLang="en-US" sz="800">
                <a:solidFill>
                  <a:schemeClr val="bg1">
                    <a:lumMod val="50000"/>
                  </a:schemeClr>
                </a:solidFill>
                <a:latin typeface="Arial" panose="020B0604020202020204" pitchFamily="34" charset="0"/>
                <a:cs typeface="Arial" panose="020B0604020202020204" pitchFamily="34" charset="0"/>
              </a:endParaRPr>
            </a:p>
          </p:txBody>
        </p:sp>
        <p:grpSp>
          <p:nvGrpSpPr>
            <p:cNvPr id="12" name="组合 11">
              <a:extLst>
                <a:ext uri="{FF2B5EF4-FFF2-40B4-BE49-F238E27FC236}">
                  <a16:creationId xmlns:a16="http://schemas.microsoft.com/office/drawing/2014/main" id="{83F12670-3DF2-1A06-0434-3E6FCFCB123F}"/>
                </a:ext>
              </a:extLst>
            </p:cNvPr>
            <p:cNvGrpSpPr/>
            <p:nvPr userDrawn="1"/>
          </p:nvGrpSpPr>
          <p:grpSpPr>
            <a:xfrm>
              <a:off x="18472717" y="3293582"/>
              <a:ext cx="1163213" cy="1287748"/>
              <a:chOff x="12549512" y="5818345"/>
              <a:chExt cx="8514052" cy="3965735"/>
            </a:xfrm>
          </p:grpSpPr>
          <p:sp>
            <p:nvSpPr>
              <p:cNvPr id="17" name="Freeform 63">
                <a:extLst>
                  <a:ext uri="{FF2B5EF4-FFF2-40B4-BE49-F238E27FC236}">
                    <a16:creationId xmlns:a16="http://schemas.microsoft.com/office/drawing/2014/main" id="{83601398-B8AB-8CD5-9274-FFA2B9CB8398}"/>
                  </a:ext>
                </a:extLst>
              </p:cNvPr>
              <p:cNvSpPr/>
              <p:nvPr/>
            </p:nvSpPr>
            <p:spPr>
              <a:xfrm>
                <a:off x="12549512" y="5821680"/>
                <a:ext cx="4161776" cy="847725"/>
              </a:xfrm>
              <a:custGeom>
                <a:avLst/>
                <a:gdLst>
                  <a:gd name="connsiteX0" fmla="*/ 8382000 w 8477250"/>
                  <a:gd name="connsiteY0" fmla="*/ 0 h 847725"/>
                  <a:gd name="connsiteX1" fmla="*/ 8477250 w 8477250"/>
                  <a:gd name="connsiteY1" fmla="*/ 0 h 847725"/>
                  <a:gd name="connsiteX2" fmla="*/ 8477250 w 8477250"/>
                  <a:gd name="connsiteY2" fmla="*/ 847725 h 847725"/>
                  <a:gd name="connsiteX3" fmla="*/ 8382000 w 8477250"/>
                  <a:gd name="connsiteY3" fmla="*/ 847725 h 847725"/>
                  <a:gd name="connsiteX4" fmla="*/ 95250 w 8477250"/>
                  <a:gd name="connsiteY4" fmla="*/ 847725 h 847725"/>
                  <a:gd name="connsiteX5" fmla="*/ 0 w 8477250"/>
                  <a:gd name="connsiteY5" fmla="*/ 847725 h 847725"/>
                  <a:gd name="connsiteX6" fmla="*/ 0 w 8477250"/>
                  <a:gd name="connsiteY6" fmla="*/ 0 h 847725"/>
                  <a:gd name="connsiteX7" fmla="*/ 95250 w 8477250"/>
                  <a:gd name="connsiteY7" fmla="*/ 0 h 847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477250" h="847725">
                    <a:moveTo>
                      <a:pt x="8382000" y="0"/>
                    </a:moveTo>
                    <a:cubicBezTo>
                      <a:pt x="8434605" y="0"/>
                      <a:pt x="8477250" y="0"/>
                      <a:pt x="8477250" y="0"/>
                    </a:cubicBezTo>
                    <a:lnTo>
                      <a:pt x="8477250" y="847725"/>
                    </a:lnTo>
                    <a:cubicBezTo>
                      <a:pt x="8477250" y="847725"/>
                      <a:pt x="8434605" y="847725"/>
                      <a:pt x="8382000" y="847725"/>
                    </a:cubicBezTo>
                    <a:lnTo>
                      <a:pt x="95250" y="847725"/>
                    </a:lnTo>
                    <a:cubicBezTo>
                      <a:pt x="42645" y="847725"/>
                      <a:pt x="0" y="847725"/>
                      <a:pt x="0" y="847725"/>
                    </a:cubicBezTo>
                    <a:lnTo>
                      <a:pt x="0" y="0"/>
                    </a:lnTo>
                    <a:cubicBezTo>
                      <a:pt x="0" y="0"/>
                      <a:pt x="42645" y="0"/>
                      <a:pt x="95250" y="0"/>
                    </a:cubicBezTo>
                    <a:close/>
                  </a:path>
                </a:pathLst>
              </a:custGeom>
              <a:solidFill>
                <a:srgbClr val="BDC4FF"/>
              </a:solidFill>
              <a:ln w="9525" cap="flat">
                <a:noFill/>
                <a:prstDash val="solid"/>
                <a:miter/>
              </a:ln>
            </p:spPr>
            <p:txBody>
              <a:bodyPr rtlCol="0" anchor="ctr"/>
              <a:lstStyle/>
              <a:p>
                <a:endParaRPr lang="en-US"/>
              </a:p>
            </p:txBody>
          </p:sp>
          <p:sp>
            <p:nvSpPr>
              <p:cNvPr id="19" name="Freeform 64">
                <a:extLst>
                  <a:ext uri="{FF2B5EF4-FFF2-40B4-BE49-F238E27FC236}">
                    <a16:creationId xmlns:a16="http://schemas.microsoft.com/office/drawing/2014/main" id="{BB4A8B43-F72E-7454-F863-52E5779CCF65}"/>
                  </a:ext>
                </a:extLst>
              </p:cNvPr>
              <p:cNvSpPr/>
              <p:nvPr/>
            </p:nvSpPr>
            <p:spPr>
              <a:xfrm>
                <a:off x="12549512" y="6859905"/>
                <a:ext cx="4161776" cy="847725"/>
              </a:xfrm>
              <a:custGeom>
                <a:avLst/>
                <a:gdLst>
                  <a:gd name="connsiteX0" fmla="*/ 8382000 w 8477250"/>
                  <a:gd name="connsiteY0" fmla="*/ 0 h 847725"/>
                  <a:gd name="connsiteX1" fmla="*/ 8477250 w 8477250"/>
                  <a:gd name="connsiteY1" fmla="*/ 0 h 847725"/>
                  <a:gd name="connsiteX2" fmla="*/ 8477250 w 8477250"/>
                  <a:gd name="connsiteY2" fmla="*/ 847725 h 847725"/>
                  <a:gd name="connsiteX3" fmla="*/ 8382000 w 8477250"/>
                  <a:gd name="connsiteY3" fmla="*/ 847725 h 847725"/>
                  <a:gd name="connsiteX4" fmla="*/ 95250 w 8477250"/>
                  <a:gd name="connsiteY4" fmla="*/ 847725 h 847725"/>
                  <a:gd name="connsiteX5" fmla="*/ 0 w 8477250"/>
                  <a:gd name="connsiteY5" fmla="*/ 847725 h 847725"/>
                  <a:gd name="connsiteX6" fmla="*/ 0 w 8477250"/>
                  <a:gd name="connsiteY6" fmla="*/ 0 h 847725"/>
                  <a:gd name="connsiteX7" fmla="*/ 95250 w 8477250"/>
                  <a:gd name="connsiteY7" fmla="*/ 0 h 847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477250" h="847725">
                    <a:moveTo>
                      <a:pt x="8382000" y="0"/>
                    </a:moveTo>
                    <a:cubicBezTo>
                      <a:pt x="8434605" y="0"/>
                      <a:pt x="8477250" y="0"/>
                      <a:pt x="8477250" y="0"/>
                    </a:cubicBezTo>
                    <a:lnTo>
                      <a:pt x="8477250" y="847725"/>
                    </a:lnTo>
                    <a:cubicBezTo>
                      <a:pt x="8477250" y="847725"/>
                      <a:pt x="8434605" y="847725"/>
                      <a:pt x="8382000" y="847725"/>
                    </a:cubicBezTo>
                    <a:lnTo>
                      <a:pt x="95250" y="847725"/>
                    </a:lnTo>
                    <a:cubicBezTo>
                      <a:pt x="42645" y="847725"/>
                      <a:pt x="0" y="847725"/>
                      <a:pt x="0" y="847725"/>
                    </a:cubicBezTo>
                    <a:lnTo>
                      <a:pt x="0" y="0"/>
                    </a:lnTo>
                    <a:cubicBezTo>
                      <a:pt x="0" y="0"/>
                      <a:pt x="42645" y="0"/>
                      <a:pt x="95250" y="0"/>
                    </a:cubicBezTo>
                    <a:close/>
                  </a:path>
                </a:pathLst>
              </a:custGeom>
              <a:solidFill>
                <a:srgbClr val="58CDFF"/>
              </a:solidFill>
              <a:ln w="9525" cap="flat">
                <a:noFill/>
                <a:prstDash val="solid"/>
                <a:miter/>
              </a:ln>
            </p:spPr>
            <p:txBody>
              <a:bodyPr rtlCol="0" anchor="ctr"/>
              <a:lstStyle/>
              <a:p>
                <a:endParaRPr lang="en-US"/>
              </a:p>
            </p:txBody>
          </p:sp>
          <p:sp>
            <p:nvSpPr>
              <p:cNvPr id="21" name="Freeform 65">
                <a:extLst>
                  <a:ext uri="{FF2B5EF4-FFF2-40B4-BE49-F238E27FC236}">
                    <a16:creationId xmlns:a16="http://schemas.microsoft.com/office/drawing/2014/main" id="{05CBE5B0-C8B5-2121-9A19-0260ADC99D61}"/>
                  </a:ext>
                </a:extLst>
              </p:cNvPr>
              <p:cNvSpPr/>
              <p:nvPr/>
            </p:nvSpPr>
            <p:spPr>
              <a:xfrm>
                <a:off x="12549512" y="7898130"/>
                <a:ext cx="4161776" cy="847725"/>
              </a:xfrm>
              <a:custGeom>
                <a:avLst/>
                <a:gdLst>
                  <a:gd name="connsiteX0" fmla="*/ 8382000 w 8477250"/>
                  <a:gd name="connsiteY0" fmla="*/ 0 h 847725"/>
                  <a:gd name="connsiteX1" fmla="*/ 8477250 w 8477250"/>
                  <a:gd name="connsiteY1" fmla="*/ 0 h 847725"/>
                  <a:gd name="connsiteX2" fmla="*/ 8477250 w 8477250"/>
                  <a:gd name="connsiteY2" fmla="*/ 847725 h 847725"/>
                  <a:gd name="connsiteX3" fmla="*/ 8382000 w 8477250"/>
                  <a:gd name="connsiteY3" fmla="*/ 847725 h 847725"/>
                  <a:gd name="connsiteX4" fmla="*/ 95250 w 8477250"/>
                  <a:gd name="connsiteY4" fmla="*/ 847725 h 847725"/>
                  <a:gd name="connsiteX5" fmla="*/ 0 w 8477250"/>
                  <a:gd name="connsiteY5" fmla="*/ 847725 h 847725"/>
                  <a:gd name="connsiteX6" fmla="*/ 0 w 8477250"/>
                  <a:gd name="connsiteY6" fmla="*/ 0 h 847725"/>
                  <a:gd name="connsiteX7" fmla="*/ 95250 w 8477250"/>
                  <a:gd name="connsiteY7" fmla="*/ 0 h 847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477250" h="847725">
                    <a:moveTo>
                      <a:pt x="8382000" y="0"/>
                    </a:moveTo>
                    <a:cubicBezTo>
                      <a:pt x="8434605" y="0"/>
                      <a:pt x="8477250" y="0"/>
                      <a:pt x="8477250" y="0"/>
                    </a:cubicBezTo>
                    <a:lnTo>
                      <a:pt x="8477250" y="847725"/>
                    </a:lnTo>
                    <a:cubicBezTo>
                      <a:pt x="8477250" y="847725"/>
                      <a:pt x="8434605" y="847725"/>
                      <a:pt x="8382000" y="847725"/>
                    </a:cubicBezTo>
                    <a:lnTo>
                      <a:pt x="95250" y="847725"/>
                    </a:lnTo>
                    <a:cubicBezTo>
                      <a:pt x="42645" y="847725"/>
                      <a:pt x="0" y="847725"/>
                      <a:pt x="0" y="847725"/>
                    </a:cubicBezTo>
                    <a:lnTo>
                      <a:pt x="0" y="0"/>
                    </a:lnTo>
                    <a:cubicBezTo>
                      <a:pt x="0" y="0"/>
                      <a:pt x="42645" y="0"/>
                      <a:pt x="95250" y="0"/>
                    </a:cubicBezTo>
                    <a:close/>
                  </a:path>
                </a:pathLst>
              </a:custGeom>
              <a:solidFill>
                <a:srgbClr val="6AB8FF"/>
              </a:solidFill>
              <a:ln w="9525" cap="flat">
                <a:noFill/>
                <a:prstDash val="solid"/>
                <a:miter/>
              </a:ln>
            </p:spPr>
            <p:txBody>
              <a:bodyPr rtlCol="0" anchor="ctr"/>
              <a:lstStyle/>
              <a:p>
                <a:endParaRPr lang="en-US"/>
              </a:p>
            </p:txBody>
          </p:sp>
          <p:sp>
            <p:nvSpPr>
              <p:cNvPr id="22" name="Freeform 66">
                <a:extLst>
                  <a:ext uri="{FF2B5EF4-FFF2-40B4-BE49-F238E27FC236}">
                    <a16:creationId xmlns:a16="http://schemas.microsoft.com/office/drawing/2014/main" id="{DBC1C158-B8C0-FC7F-0144-D123D47CB4F1}"/>
                  </a:ext>
                </a:extLst>
              </p:cNvPr>
              <p:cNvSpPr/>
              <p:nvPr/>
            </p:nvSpPr>
            <p:spPr>
              <a:xfrm>
                <a:off x="12549512" y="8936355"/>
                <a:ext cx="4161776" cy="847725"/>
              </a:xfrm>
              <a:custGeom>
                <a:avLst/>
                <a:gdLst>
                  <a:gd name="connsiteX0" fmla="*/ 8382000 w 8477250"/>
                  <a:gd name="connsiteY0" fmla="*/ 0 h 847725"/>
                  <a:gd name="connsiteX1" fmla="*/ 8477250 w 8477250"/>
                  <a:gd name="connsiteY1" fmla="*/ 0 h 847725"/>
                  <a:gd name="connsiteX2" fmla="*/ 8477250 w 8477250"/>
                  <a:gd name="connsiteY2" fmla="*/ 847725 h 847725"/>
                  <a:gd name="connsiteX3" fmla="*/ 8382000 w 8477250"/>
                  <a:gd name="connsiteY3" fmla="*/ 847725 h 847725"/>
                  <a:gd name="connsiteX4" fmla="*/ 95250 w 8477250"/>
                  <a:gd name="connsiteY4" fmla="*/ 847725 h 847725"/>
                  <a:gd name="connsiteX5" fmla="*/ 0 w 8477250"/>
                  <a:gd name="connsiteY5" fmla="*/ 847725 h 847725"/>
                  <a:gd name="connsiteX6" fmla="*/ 0 w 8477250"/>
                  <a:gd name="connsiteY6" fmla="*/ 0 h 847725"/>
                  <a:gd name="connsiteX7" fmla="*/ 95250 w 8477250"/>
                  <a:gd name="connsiteY7" fmla="*/ 0 h 847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477250" h="847725">
                    <a:moveTo>
                      <a:pt x="8382000" y="0"/>
                    </a:moveTo>
                    <a:cubicBezTo>
                      <a:pt x="8434605" y="0"/>
                      <a:pt x="8477250" y="0"/>
                      <a:pt x="8477250" y="0"/>
                    </a:cubicBezTo>
                    <a:lnTo>
                      <a:pt x="8477250" y="847725"/>
                    </a:lnTo>
                    <a:cubicBezTo>
                      <a:pt x="8477250" y="847725"/>
                      <a:pt x="8434605" y="847725"/>
                      <a:pt x="8382000" y="847725"/>
                    </a:cubicBezTo>
                    <a:lnTo>
                      <a:pt x="95250" y="847725"/>
                    </a:lnTo>
                    <a:cubicBezTo>
                      <a:pt x="42645" y="847725"/>
                      <a:pt x="0" y="847725"/>
                      <a:pt x="0" y="847725"/>
                    </a:cubicBezTo>
                    <a:lnTo>
                      <a:pt x="0" y="0"/>
                    </a:lnTo>
                    <a:cubicBezTo>
                      <a:pt x="0" y="0"/>
                      <a:pt x="42645" y="0"/>
                      <a:pt x="95250" y="0"/>
                    </a:cubicBezTo>
                    <a:close/>
                  </a:path>
                </a:pathLst>
              </a:custGeom>
              <a:solidFill>
                <a:srgbClr val="FFDB94"/>
              </a:solidFill>
              <a:ln w="9525" cap="flat">
                <a:noFill/>
                <a:prstDash val="solid"/>
                <a:miter/>
              </a:ln>
            </p:spPr>
            <p:txBody>
              <a:bodyPr rtlCol="0" anchor="ctr"/>
              <a:lstStyle/>
              <a:p>
                <a:endParaRPr lang="en-US"/>
              </a:p>
            </p:txBody>
          </p:sp>
          <p:sp>
            <p:nvSpPr>
              <p:cNvPr id="23" name="Freeform 67">
                <a:extLst>
                  <a:ext uri="{FF2B5EF4-FFF2-40B4-BE49-F238E27FC236}">
                    <a16:creationId xmlns:a16="http://schemas.microsoft.com/office/drawing/2014/main" id="{83FEB0F1-A374-CF3A-DF59-907A3B4120BE}"/>
                  </a:ext>
                </a:extLst>
              </p:cNvPr>
              <p:cNvSpPr/>
              <p:nvPr/>
            </p:nvSpPr>
            <p:spPr>
              <a:xfrm>
                <a:off x="16901788" y="5818345"/>
                <a:ext cx="4161776" cy="847725"/>
              </a:xfrm>
              <a:custGeom>
                <a:avLst/>
                <a:gdLst>
                  <a:gd name="connsiteX0" fmla="*/ 8382000 w 8477250"/>
                  <a:gd name="connsiteY0" fmla="*/ 0 h 847725"/>
                  <a:gd name="connsiteX1" fmla="*/ 8477250 w 8477250"/>
                  <a:gd name="connsiteY1" fmla="*/ 0 h 847725"/>
                  <a:gd name="connsiteX2" fmla="*/ 8477250 w 8477250"/>
                  <a:gd name="connsiteY2" fmla="*/ 847725 h 847725"/>
                  <a:gd name="connsiteX3" fmla="*/ 8382000 w 8477250"/>
                  <a:gd name="connsiteY3" fmla="*/ 847725 h 847725"/>
                  <a:gd name="connsiteX4" fmla="*/ 95250 w 8477250"/>
                  <a:gd name="connsiteY4" fmla="*/ 847725 h 847725"/>
                  <a:gd name="connsiteX5" fmla="*/ 0 w 8477250"/>
                  <a:gd name="connsiteY5" fmla="*/ 847725 h 847725"/>
                  <a:gd name="connsiteX6" fmla="*/ 0 w 8477250"/>
                  <a:gd name="connsiteY6" fmla="*/ 0 h 847725"/>
                  <a:gd name="connsiteX7" fmla="*/ 95250 w 8477250"/>
                  <a:gd name="connsiteY7" fmla="*/ 0 h 847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477250" h="847725">
                    <a:moveTo>
                      <a:pt x="8382000" y="0"/>
                    </a:moveTo>
                    <a:cubicBezTo>
                      <a:pt x="8434605" y="0"/>
                      <a:pt x="8477250" y="0"/>
                      <a:pt x="8477250" y="0"/>
                    </a:cubicBezTo>
                    <a:lnTo>
                      <a:pt x="8477250" y="847725"/>
                    </a:lnTo>
                    <a:cubicBezTo>
                      <a:pt x="8477250" y="847725"/>
                      <a:pt x="8434605" y="847725"/>
                      <a:pt x="8382000" y="847725"/>
                    </a:cubicBezTo>
                    <a:lnTo>
                      <a:pt x="95250" y="847725"/>
                    </a:lnTo>
                    <a:cubicBezTo>
                      <a:pt x="42645" y="847725"/>
                      <a:pt x="0" y="847725"/>
                      <a:pt x="0" y="847725"/>
                    </a:cubicBezTo>
                    <a:lnTo>
                      <a:pt x="0" y="0"/>
                    </a:lnTo>
                    <a:cubicBezTo>
                      <a:pt x="0" y="0"/>
                      <a:pt x="42645" y="0"/>
                      <a:pt x="95250" y="0"/>
                    </a:cubicBezTo>
                    <a:close/>
                  </a:path>
                </a:pathLst>
              </a:custGeom>
              <a:solidFill>
                <a:srgbClr val="FAA976"/>
              </a:solidFill>
              <a:ln w="9525" cap="flat">
                <a:noFill/>
                <a:prstDash val="solid"/>
                <a:miter/>
              </a:ln>
            </p:spPr>
            <p:txBody>
              <a:bodyPr rtlCol="0" anchor="ctr"/>
              <a:lstStyle/>
              <a:p>
                <a:endParaRPr lang="en-US"/>
              </a:p>
            </p:txBody>
          </p:sp>
          <p:sp>
            <p:nvSpPr>
              <p:cNvPr id="24" name="Freeform 68">
                <a:extLst>
                  <a:ext uri="{FF2B5EF4-FFF2-40B4-BE49-F238E27FC236}">
                    <a16:creationId xmlns:a16="http://schemas.microsoft.com/office/drawing/2014/main" id="{5A77DB9A-2C59-5C48-3C06-54778AF72F3C}"/>
                  </a:ext>
                </a:extLst>
              </p:cNvPr>
              <p:cNvSpPr/>
              <p:nvPr/>
            </p:nvSpPr>
            <p:spPr>
              <a:xfrm>
                <a:off x="16901788" y="6856570"/>
                <a:ext cx="4161776" cy="847725"/>
              </a:xfrm>
              <a:custGeom>
                <a:avLst/>
                <a:gdLst>
                  <a:gd name="connsiteX0" fmla="*/ 8382000 w 8477250"/>
                  <a:gd name="connsiteY0" fmla="*/ 0 h 847725"/>
                  <a:gd name="connsiteX1" fmla="*/ 8477250 w 8477250"/>
                  <a:gd name="connsiteY1" fmla="*/ 0 h 847725"/>
                  <a:gd name="connsiteX2" fmla="*/ 8477250 w 8477250"/>
                  <a:gd name="connsiteY2" fmla="*/ 847725 h 847725"/>
                  <a:gd name="connsiteX3" fmla="*/ 8382000 w 8477250"/>
                  <a:gd name="connsiteY3" fmla="*/ 847725 h 847725"/>
                  <a:gd name="connsiteX4" fmla="*/ 95250 w 8477250"/>
                  <a:gd name="connsiteY4" fmla="*/ 847725 h 847725"/>
                  <a:gd name="connsiteX5" fmla="*/ 0 w 8477250"/>
                  <a:gd name="connsiteY5" fmla="*/ 847725 h 847725"/>
                  <a:gd name="connsiteX6" fmla="*/ 0 w 8477250"/>
                  <a:gd name="connsiteY6" fmla="*/ 0 h 847725"/>
                  <a:gd name="connsiteX7" fmla="*/ 95250 w 8477250"/>
                  <a:gd name="connsiteY7" fmla="*/ 0 h 847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477250" h="847725">
                    <a:moveTo>
                      <a:pt x="8382000" y="0"/>
                    </a:moveTo>
                    <a:cubicBezTo>
                      <a:pt x="8434605" y="0"/>
                      <a:pt x="8477250" y="0"/>
                      <a:pt x="8477250" y="0"/>
                    </a:cubicBezTo>
                    <a:lnTo>
                      <a:pt x="8477250" y="847725"/>
                    </a:lnTo>
                    <a:cubicBezTo>
                      <a:pt x="8477250" y="847725"/>
                      <a:pt x="8434605" y="847725"/>
                      <a:pt x="8382000" y="847725"/>
                    </a:cubicBezTo>
                    <a:lnTo>
                      <a:pt x="95250" y="847725"/>
                    </a:lnTo>
                    <a:cubicBezTo>
                      <a:pt x="42645" y="847725"/>
                      <a:pt x="0" y="847725"/>
                      <a:pt x="0" y="847725"/>
                    </a:cubicBezTo>
                    <a:lnTo>
                      <a:pt x="0" y="0"/>
                    </a:lnTo>
                    <a:cubicBezTo>
                      <a:pt x="0" y="0"/>
                      <a:pt x="42645" y="0"/>
                      <a:pt x="95250" y="0"/>
                    </a:cubicBezTo>
                    <a:close/>
                  </a:path>
                </a:pathLst>
              </a:custGeom>
              <a:solidFill>
                <a:srgbClr val="FFA9B2"/>
              </a:solidFill>
              <a:ln w="9525" cap="flat">
                <a:noFill/>
                <a:prstDash val="solid"/>
                <a:miter/>
              </a:ln>
            </p:spPr>
            <p:txBody>
              <a:bodyPr rtlCol="0" anchor="ctr"/>
              <a:lstStyle/>
              <a:p>
                <a:endParaRPr lang="en-US"/>
              </a:p>
            </p:txBody>
          </p:sp>
          <p:sp>
            <p:nvSpPr>
              <p:cNvPr id="25" name="Freeform 69">
                <a:extLst>
                  <a:ext uri="{FF2B5EF4-FFF2-40B4-BE49-F238E27FC236}">
                    <a16:creationId xmlns:a16="http://schemas.microsoft.com/office/drawing/2014/main" id="{05FD9BD4-CC88-14C0-CCCC-12B79DFCB6A4}"/>
                  </a:ext>
                </a:extLst>
              </p:cNvPr>
              <p:cNvSpPr/>
              <p:nvPr/>
            </p:nvSpPr>
            <p:spPr>
              <a:xfrm>
                <a:off x="16901788" y="7894795"/>
                <a:ext cx="4161776" cy="847725"/>
              </a:xfrm>
              <a:custGeom>
                <a:avLst/>
                <a:gdLst>
                  <a:gd name="connsiteX0" fmla="*/ 8382000 w 8477250"/>
                  <a:gd name="connsiteY0" fmla="*/ 0 h 847725"/>
                  <a:gd name="connsiteX1" fmla="*/ 8477250 w 8477250"/>
                  <a:gd name="connsiteY1" fmla="*/ 0 h 847725"/>
                  <a:gd name="connsiteX2" fmla="*/ 8477250 w 8477250"/>
                  <a:gd name="connsiteY2" fmla="*/ 847725 h 847725"/>
                  <a:gd name="connsiteX3" fmla="*/ 8382000 w 8477250"/>
                  <a:gd name="connsiteY3" fmla="*/ 847725 h 847725"/>
                  <a:gd name="connsiteX4" fmla="*/ 95250 w 8477250"/>
                  <a:gd name="connsiteY4" fmla="*/ 847725 h 847725"/>
                  <a:gd name="connsiteX5" fmla="*/ 0 w 8477250"/>
                  <a:gd name="connsiteY5" fmla="*/ 847725 h 847725"/>
                  <a:gd name="connsiteX6" fmla="*/ 0 w 8477250"/>
                  <a:gd name="connsiteY6" fmla="*/ 0 h 847725"/>
                  <a:gd name="connsiteX7" fmla="*/ 95250 w 8477250"/>
                  <a:gd name="connsiteY7" fmla="*/ 0 h 847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477250" h="847725">
                    <a:moveTo>
                      <a:pt x="8382000" y="0"/>
                    </a:moveTo>
                    <a:cubicBezTo>
                      <a:pt x="8434605" y="0"/>
                      <a:pt x="8477250" y="0"/>
                      <a:pt x="8477250" y="0"/>
                    </a:cubicBezTo>
                    <a:lnTo>
                      <a:pt x="8477250" y="847725"/>
                    </a:lnTo>
                    <a:cubicBezTo>
                      <a:pt x="8477250" y="847725"/>
                      <a:pt x="8434605" y="847725"/>
                      <a:pt x="8382000" y="847725"/>
                    </a:cubicBezTo>
                    <a:lnTo>
                      <a:pt x="95250" y="847725"/>
                    </a:lnTo>
                    <a:cubicBezTo>
                      <a:pt x="42645" y="847725"/>
                      <a:pt x="0" y="847725"/>
                      <a:pt x="0" y="847725"/>
                    </a:cubicBezTo>
                    <a:lnTo>
                      <a:pt x="0" y="0"/>
                    </a:lnTo>
                    <a:cubicBezTo>
                      <a:pt x="0" y="0"/>
                      <a:pt x="42645" y="0"/>
                      <a:pt x="95250" y="0"/>
                    </a:cubicBezTo>
                    <a:close/>
                  </a:path>
                </a:pathLst>
              </a:custGeom>
              <a:solidFill>
                <a:srgbClr val="FF7774"/>
              </a:solidFill>
              <a:ln w="9525" cap="flat">
                <a:noFill/>
                <a:prstDash val="solid"/>
                <a:miter/>
              </a:ln>
            </p:spPr>
            <p:txBody>
              <a:bodyPr rtlCol="0" anchor="ctr"/>
              <a:lstStyle/>
              <a:p>
                <a:endParaRPr lang="en-US"/>
              </a:p>
            </p:txBody>
          </p:sp>
        </p:grpSp>
        <p:sp>
          <p:nvSpPr>
            <p:cNvPr id="13" name="文本框 12">
              <a:extLst>
                <a:ext uri="{FF2B5EF4-FFF2-40B4-BE49-F238E27FC236}">
                  <a16:creationId xmlns:a16="http://schemas.microsoft.com/office/drawing/2014/main" id="{4F2B5D8B-E96C-62D5-F9DB-7B5CFDD50DF2}"/>
                </a:ext>
              </a:extLst>
            </p:cNvPr>
            <p:cNvSpPr txBox="1"/>
            <p:nvPr userDrawn="1"/>
          </p:nvSpPr>
          <p:spPr>
            <a:xfrm>
              <a:off x="18266938" y="2947108"/>
              <a:ext cx="1817977" cy="283387"/>
            </a:xfrm>
            <a:prstGeom prst="rect">
              <a:avLst/>
            </a:prstGeom>
            <a:noFill/>
          </p:spPr>
          <p:txBody>
            <a:bodyPr wrap="none" rtlCol="0">
              <a:spAutoFit/>
            </a:bodyPr>
            <a:lstStyle/>
            <a:p>
              <a:pPr algn="l"/>
              <a:r>
                <a:rPr kumimoji="1" lang="en-US" altLang="zh-CN" sz="800">
                  <a:solidFill>
                    <a:schemeClr val="bg1">
                      <a:lumMod val="50000"/>
                    </a:schemeClr>
                  </a:solidFill>
                  <a:latin typeface="Arial" panose="020B0604020202020204" pitchFamily="34" charset="0"/>
                  <a:cs typeface="Arial" panose="020B0604020202020204" pitchFamily="34" charset="0"/>
                </a:rPr>
                <a:t>Secondary Highlight Color</a:t>
              </a:r>
              <a:endParaRPr kumimoji="1" lang="zh-CN" altLang="en-US" sz="800">
                <a:solidFill>
                  <a:schemeClr val="bg1">
                    <a:lumMod val="50000"/>
                  </a:schemeClr>
                </a:solidFill>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3543348459"/>
      </p:ext>
    </p:extLst>
  </p:cSld>
  <p:clrMap bg1="lt1" tx1="dk1" bg2="lt2" tx2="dk2" accent1="accent1" accent2="accent2" accent3="accent3" accent4="accent4" accent5="accent5" accent6="accent6" hlink="hlink" folHlink="folHlink"/>
  <p:sldLayoutIdLst>
    <p:sldLayoutId id="2147483673" r:id="rId1"/>
    <p:sldLayoutId id="2147483689" r:id="rId2"/>
    <p:sldLayoutId id="2147483672" r:id="rId3"/>
    <p:sldLayoutId id="2147483670" r:id="rId4"/>
    <p:sldLayoutId id="2147483671" r:id="rId5"/>
    <p:sldLayoutId id="2147483674" r:id="rId6"/>
    <p:sldLayoutId id="2147483680" r:id="rId7"/>
    <p:sldLayoutId id="2147483684" r:id="rId8"/>
    <p:sldLayoutId id="2147483685" r:id="rId9"/>
    <p:sldLayoutId id="2147483658" r:id="rId10"/>
    <p:sldLayoutId id="2147483705" r:id="rId11"/>
    <p:sldLayoutId id="2147483706" r:id="rId12"/>
  </p:sldLayoutIdLst>
  <p:hf hdr="0" ftr="0" dt="0"/>
  <p:txStyles>
    <p:titleStyle>
      <a:lvl1pPr algn="l" defTabSz="914400" rtl="0" eaLnBrk="1" latinLnBrk="0" hangingPunct="1">
        <a:lnSpc>
          <a:spcPct val="90000"/>
        </a:lnSpc>
        <a:spcBef>
          <a:spcPct val="0"/>
        </a:spcBef>
        <a:buNone/>
        <a:defRPr sz="1800" b="0" i="0" kern="1200" baseline="0">
          <a:solidFill>
            <a:schemeClr val="tx1"/>
          </a:solidFill>
          <a:latin typeface="Arial" panose="020B0604020202020204" pitchFamily="34" charset="0"/>
          <a:ea typeface="微软雅黑" panose="020B0503020204020204" pitchFamily="34" charset="-122"/>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600" b="0" i="0" kern="1200" baseline="0">
          <a:solidFill>
            <a:schemeClr val="tx1"/>
          </a:solidFill>
          <a:latin typeface="Arial" panose="020B0604020202020204" pitchFamily="34" charset="0"/>
          <a:ea typeface="微软雅黑 Light" panose="020B0502040204020203"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baseline="0">
          <a:solidFill>
            <a:schemeClr val="tx1"/>
          </a:solidFill>
          <a:latin typeface="Arial" panose="020B0604020202020204" pitchFamily="34" charset="0"/>
          <a:ea typeface="微软雅黑 Light" panose="020B0502040204020203"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baseline="0">
          <a:solidFill>
            <a:schemeClr val="tx1"/>
          </a:solidFill>
          <a:latin typeface="Arial" panose="020B0604020202020204" pitchFamily="34" charset="0"/>
          <a:ea typeface="微软雅黑 Light" panose="020B0502040204020203"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baseline="0">
          <a:solidFill>
            <a:schemeClr val="tx1"/>
          </a:solidFill>
          <a:latin typeface="Arial" panose="020B0604020202020204" pitchFamily="34" charset="0"/>
          <a:ea typeface="微软雅黑 Light" panose="020B0502040204020203"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baseline="0">
          <a:solidFill>
            <a:schemeClr val="tx1"/>
          </a:solidFill>
          <a:latin typeface="Arial" panose="020B0604020202020204" pitchFamily="34" charset="0"/>
          <a:ea typeface="微软雅黑 Light" panose="020B0502040204020203"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rgbClr val="E6E6E6"/>
        </a:solidFill>
        <a:effectLst/>
      </p:bgPr>
    </p:bg>
    <p:spTree>
      <p:nvGrpSpPr>
        <p:cNvPr id="1" name=""/>
        <p:cNvGrpSpPr/>
        <p:nvPr/>
      </p:nvGrpSpPr>
      <p:grpSpPr>
        <a:xfrm>
          <a:off x="0" y="0"/>
          <a:ext cx="0" cy="0"/>
          <a:chOff x="0" y="0"/>
          <a:chExt cx="0" cy="0"/>
        </a:xfrm>
      </p:grpSpPr>
      <p:pic>
        <p:nvPicPr>
          <p:cNvPr id="7" name="Image 0" descr="preencoded.png">
            <a:extLst>
              <a:ext uri="{FF2B5EF4-FFF2-40B4-BE49-F238E27FC236}">
                <a16:creationId xmlns:a16="http://schemas.microsoft.com/office/drawing/2014/main" id="{BC5F8143-95FD-2B64-5282-E254EB981119}"/>
              </a:ext>
            </a:extLst>
          </p:cNvPr>
          <p:cNvPicPr>
            <a:picLocks noChangeAspect="1"/>
          </p:cNvPicPr>
          <p:nvPr userDrawn="1"/>
        </p:nvPicPr>
        <p:blipFill>
          <a:blip r:embed="rId12">
            <a:extLst>
              <a:ext uri="{96DAC541-7B7A-43D3-8B79-37D633B846F1}">
                <asvg:svgBlip xmlns:asvg="http://schemas.microsoft.com/office/drawing/2016/SVG/main" r:embed="rId13"/>
              </a:ext>
            </a:extLst>
          </a:blip>
          <a:srcRect/>
          <a:stretch/>
        </p:blipFill>
        <p:spPr>
          <a:xfrm>
            <a:off x="177600" y="154992"/>
            <a:ext cx="11836800" cy="6548017"/>
          </a:xfrm>
          <a:prstGeom prst="rect">
            <a:avLst/>
          </a:prstGeom>
        </p:spPr>
      </p:pic>
      <p:sp>
        <p:nvSpPr>
          <p:cNvPr id="14" name="标题占位符 1">
            <a:extLst>
              <a:ext uri="{FF2B5EF4-FFF2-40B4-BE49-F238E27FC236}">
                <a16:creationId xmlns:a16="http://schemas.microsoft.com/office/drawing/2014/main" id="{93A902C6-54C6-DAA6-24B2-079CEC6268B7}"/>
              </a:ext>
            </a:extLst>
          </p:cNvPr>
          <p:cNvSpPr>
            <a:spLocks noGrp="1"/>
          </p:cNvSpPr>
          <p:nvPr>
            <p:ph type="title"/>
          </p:nvPr>
        </p:nvSpPr>
        <p:spPr>
          <a:xfrm>
            <a:off x="413323" y="1144800"/>
            <a:ext cx="11365354" cy="546431"/>
          </a:xfrm>
          <a:prstGeom prst="rect">
            <a:avLst/>
          </a:prstGeom>
        </p:spPr>
        <p:txBody>
          <a:bodyPr vert="horz" lIns="91440" tIns="45720" rIns="91440" bIns="45720" rtlCol="0" anchor="t">
            <a:normAutofit/>
          </a:bodyPr>
          <a:lstStyle/>
          <a:p>
            <a:r>
              <a:rPr kumimoji="1" lang="en-US" altLang="zh-CN"/>
              <a:t>Main Title</a:t>
            </a:r>
            <a:endParaRPr kumimoji="1" lang="zh-CN" altLang="en-US"/>
          </a:p>
        </p:txBody>
      </p:sp>
      <p:sp>
        <p:nvSpPr>
          <p:cNvPr id="15" name="文本占位符 2">
            <a:extLst>
              <a:ext uri="{FF2B5EF4-FFF2-40B4-BE49-F238E27FC236}">
                <a16:creationId xmlns:a16="http://schemas.microsoft.com/office/drawing/2014/main" id="{76B06D0F-5406-DF78-5AAB-7E386D46FF18}"/>
              </a:ext>
            </a:extLst>
          </p:cNvPr>
          <p:cNvSpPr>
            <a:spLocks noGrp="1"/>
          </p:cNvSpPr>
          <p:nvPr>
            <p:ph type="body" idx="1"/>
          </p:nvPr>
        </p:nvSpPr>
        <p:spPr>
          <a:xfrm>
            <a:off x="413323" y="1825200"/>
            <a:ext cx="11365353" cy="4702622"/>
          </a:xfrm>
          <a:prstGeom prst="rect">
            <a:avLst/>
          </a:prstGeom>
        </p:spPr>
        <p:txBody>
          <a:bodyPr vert="horz" lIns="91440" tIns="45720" rIns="91440" bIns="45720" rtlCol="0">
            <a:normAutofit/>
          </a:bodyPr>
          <a:lstStyle/>
          <a:p>
            <a:pPr lvl="0"/>
            <a:r>
              <a:rPr kumimoji="1" lang="en-US" altLang="zh-CN"/>
              <a:t>Insert Content</a:t>
            </a:r>
            <a:endParaRPr kumimoji="1" lang="zh-CN" altLang="en-US"/>
          </a:p>
        </p:txBody>
      </p:sp>
      <p:sp>
        <p:nvSpPr>
          <p:cNvPr id="16" name="灯片编号占位符 5">
            <a:extLst>
              <a:ext uri="{FF2B5EF4-FFF2-40B4-BE49-F238E27FC236}">
                <a16:creationId xmlns:a16="http://schemas.microsoft.com/office/drawing/2014/main" id="{69137E30-7F94-6ACA-218D-CA518FF60B43}"/>
              </a:ext>
            </a:extLst>
          </p:cNvPr>
          <p:cNvSpPr>
            <a:spLocks noGrp="1"/>
          </p:cNvSpPr>
          <p:nvPr>
            <p:ph type="sldNum" sz="quarter" idx="4"/>
          </p:nvPr>
        </p:nvSpPr>
        <p:spPr>
          <a:xfrm>
            <a:off x="10892080" y="276711"/>
            <a:ext cx="886598" cy="360000"/>
          </a:xfrm>
          <a:prstGeom prst="rect">
            <a:avLst/>
          </a:prstGeom>
        </p:spPr>
        <p:txBody>
          <a:bodyPr vert="horz" lIns="91440" tIns="45720" rIns="91440" bIns="45720" rtlCol="0" anchor="ctr"/>
          <a:lstStyle>
            <a:lvl1pPr algn="r">
              <a:defRPr lang="zh-CN" altLang="en-US" sz="1050" b="0" i="0" kern="0" spc="-75" smtClean="0">
                <a:solidFill>
                  <a:schemeClr val="bg1"/>
                </a:solidFill>
                <a:latin typeface="Arial" panose="020B0604020202020204" pitchFamily="34" charset="0"/>
                <a:ea typeface="Arial" panose="020B0604020202020204" pitchFamily="34" charset="0"/>
                <a:cs typeface="Arial" panose="020B0604020202020204" pitchFamily="34" charset="0"/>
              </a:defRPr>
            </a:lvl1pPr>
          </a:lstStyle>
          <a:p>
            <a:fld id="{12CD2F67-C3EF-C447-835C-4EE74D5FD49D}" type="slidenum">
              <a:rPr lang="en-US" altLang="zh-CN" smtClean="0"/>
              <a:pPr/>
              <a:t>‹#›</a:t>
            </a:fld>
            <a:endParaRPr lang="en-US"/>
          </a:p>
        </p:txBody>
      </p:sp>
      <p:sp>
        <p:nvSpPr>
          <p:cNvPr id="18" name="文本框 17">
            <a:extLst>
              <a:ext uri="{FF2B5EF4-FFF2-40B4-BE49-F238E27FC236}">
                <a16:creationId xmlns:a16="http://schemas.microsoft.com/office/drawing/2014/main" id="{4B0FEA6E-0AE4-8607-F150-64E74C4F1BDF}"/>
              </a:ext>
            </a:extLst>
          </p:cNvPr>
          <p:cNvSpPr txBox="1"/>
          <p:nvPr userDrawn="1"/>
        </p:nvSpPr>
        <p:spPr>
          <a:xfrm>
            <a:off x="1328400" y="331200"/>
            <a:ext cx="1207382" cy="21544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800" b="0" i="0" kern="0" spc="-75">
                <a:solidFill>
                  <a:schemeClr val="bg1"/>
                </a:solidFill>
                <a:latin typeface="Arial" panose="020B0604020202020204" pitchFamily="34" charset="0"/>
                <a:ea typeface="Scto Grotesk A Regular" pitchFamily="34" charset="-122"/>
                <a:cs typeface="Arial" panose="020B0604020202020204" pitchFamily="34" charset="0"/>
              </a:rPr>
              <a:t>Proprietary and Confidential</a:t>
            </a:r>
            <a:endParaRPr lang="en-US" altLang="zh-CN" sz="800" b="0" i="0">
              <a:solidFill>
                <a:schemeClr val="bg1"/>
              </a:solidFill>
              <a:latin typeface="Arial" panose="020B0604020202020204" pitchFamily="34" charset="0"/>
              <a:ea typeface="Microsoft YaHei" panose="020B0503020204020204" pitchFamily="34" charset="-122"/>
              <a:cs typeface="Arial" panose="020B0604020202020204" pitchFamily="34" charset="0"/>
            </a:endParaRPr>
          </a:p>
        </p:txBody>
      </p:sp>
      <p:pic>
        <p:nvPicPr>
          <p:cNvPr id="3" name="图片 2">
            <a:extLst>
              <a:ext uri="{FF2B5EF4-FFF2-40B4-BE49-F238E27FC236}">
                <a16:creationId xmlns:a16="http://schemas.microsoft.com/office/drawing/2014/main" id="{2DB113AD-2CE1-F0CD-20E9-288F376EC535}"/>
              </a:ext>
            </a:extLst>
          </p:cNvPr>
          <p:cNvPicPr>
            <a:picLocks noChangeAspect="1"/>
          </p:cNvPicPr>
          <p:nvPr userDrawn="1"/>
        </p:nvPicPr>
        <p:blipFill>
          <a:blip r:embed="rId14"/>
          <a:srcRect/>
          <a:stretch/>
        </p:blipFill>
        <p:spPr>
          <a:xfrm>
            <a:off x="413292" y="367787"/>
            <a:ext cx="678216" cy="142270"/>
          </a:xfrm>
          <a:prstGeom prst="rect">
            <a:avLst/>
          </a:prstGeom>
        </p:spPr>
      </p:pic>
      <p:grpSp>
        <p:nvGrpSpPr>
          <p:cNvPr id="2" name="组合 1">
            <a:extLst>
              <a:ext uri="{FF2B5EF4-FFF2-40B4-BE49-F238E27FC236}">
                <a16:creationId xmlns:a16="http://schemas.microsoft.com/office/drawing/2014/main" id="{9666812F-169D-B9A7-5C50-98AEDC1C6353}"/>
              </a:ext>
            </a:extLst>
          </p:cNvPr>
          <p:cNvGrpSpPr/>
          <p:nvPr userDrawn="1"/>
        </p:nvGrpSpPr>
        <p:grpSpPr>
          <a:xfrm>
            <a:off x="12286782" y="154992"/>
            <a:ext cx="1288187" cy="6441977"/>
            <a:chOff x="18266931" y="223063"/>
            <a:chExt cx="1817984" cy="9091395"/>
          </a:xfrm>
        </p:grpSpPr>
        <p:sp>
          <p:nvSpPr>
            <p:cNvPr id="4" name="文本框 3">
              <a:extLst>
                <a:ext uri="{FF2B5EF4-FFF2-40B4-BE49-F238E27FC236}">
                  <a16:creationId xmlns:a16="http://schemas.microsoft.com/office/drawing/2014/main" id="{DF416A27-D0A9-A9FF-F8A5-4A622190E18B}"/>
                </a:ext>
              </a:extLst>
            </p:cNvPr>
            <p:cNvSpPr txBox="1"/>
            <p:nvPr userDrawn="1"/>
          </p:nvSpPr>
          <p:spPr>
            <a:xfrm>
              <a:off x="18266938" y="223063"/>
              <a:ext cx="1016735" cy="283387"/>
            </a:xfrm>
            <a:prstGeom prst="rect">
              <a:avLst/>
            </a:prstGeom>
            <a:noFill/>
          </p:spPr>
          <p:txBody>
            <a:bodyPr wrap="none" rtlCol="0">
              <a:spAutoFit/>
            </a:bodyPr>
            <a:lstStyle/>
            <a:p>
              <a:pPr algn="l"/>
              <a:r>
                <a:rPr kumimoji="1" lang="en-US" altLang="zh-CN" sz="800">
                  <a:solidFill>
                    <a:schemeClr val="bg1">
                      <a:lumMod val="50000"/>
                    </a:schemeClr>
                  </a:solidFill>
                  <a:latin typeface="Arial" panose="020B0604020202020204" pitchFamily="34" charset="0"/>
                  <a:cs typeface="Arial" panose="020B0604020202020204" pitchFamily="34" charset="0"/>
                </a:rPr>
                <a:t>Master Color</a:t>
              </a:r>
              <a:endParaRPr kumimoji="1" lang="zh-CN" altLang="en-US" sz="800">
                <a:solidFill>
                  <a:schemeClr val="bg1">
                    <a:lumMod val="50000"/>
                  </a:schemeClr>
                </a:solidFill>
                <a:latin typeface="Arial" panose="020B0604020202020204" pitchFamily="34" charset="0"/>
                <a:cs typeface="Arial" panose="020B0604020202020204" pitchFamily="34" charset="0"/>
              </a:endParaRPr>
            </a:p>
          </p:txBody>
        </p:sp>
        <p:grpSp>
          <p:nvGrpSpPr>
            <p:cNvPr id="5" name="组合 4">
              <a:extLst>
                <a:ext uri="{FF2B5EF4-FFF2-40B4-BE49-F238E27FC236}">
                  <a16:creationId xmlns:a16="http://schemas.microsoft.com/office/drawing/2014/main" id="{4CFBCFFA-A858-68CD-E60D-0CCF3030757F}"/>
                </a:ext>
              </a:extLst>
            </p:cNvPr>
            <p:cNvGrpSpPr/>
            <p:nvPr userDrawn="1"/>
          </p:nvGrpSpPr>
          <p:grpSpPr>
            <a:xfrm>
              <a:off x="18478500" y="581025"/>
              <a:ext cx="1157430" cy="297524"/>
              <a:chOff x="18478500" y="581025"/>
              <a:chExt cx="1157430" cy="297524"/>
            </a:xfrm>
          </p:grpSpPr>
          <p:sp>
            <p:nvSpPr>
              <p:cNvPr id="51" name="矩形 50">
                <a:extLst>
                  <a:ext uri="{FF2B5EF4-FFF2-40B4-BE49-F238E27FC236}">
                    <a16:creationId xmlns:a16="http://schemas.microsoft.com/office/drawing/2014/main" id="{51C31416-0BBA-9D85-1C18-47B531160BF7}"/>
                  </a:ext>
                </a:extLst>
              </p:cNvPr>
              <p:cNvSpPr/>
              <p:nvPr/>
            </p:nvSpPr>
            <p:spPr>
              <a:xfrm>
                <a:off x="18478500" y="590549"/>
                <a:ext cx="288000" cy="288000"/>
              </a:xfrm>
              <a:prstGeom prst="rect">
                <a:avLst/>
              </a:prstGeom>
              <a:solidFill>
                <a:srgbClr val="7941E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2" name="矩形 51">
                <a:extLst>
                  <a:ext uri="{FF2B5EF4-FFF2-40B4-BE49-F238E27FC236}">
                    <a16:creationId xmlns:a16="http://schemas.microsoft.com/office/drawing/2014/main" id="{62D98AF8-C044-29E7-41C9-0FD3D5215E6C}"/>
                  </a:ext>
                </a:extLst>
              </p:cNvPr>
              <p:cNvSpPr/>
              <p:nvPr/>
            </p:nvSpPr>
            <p:spPr>
              <a:xfrm>
                <a:off x="18913215" y="590549"/>
                <a:ext cx="288000" cy="288000"/>
              </a:xfrm>
              <a:prstGeom prst="rect">
                <a:avLst/>
              </a:prstGeom>
              <a:solidFill>
                <a:srgbClr val="97C7E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3" name="矩形 52">
                <a:extLst>
                  <a:ext uri="{FF2B5EF4-FFF2-40B4-BE49-F238E27FC236}">
                    <a16:creationId xmlns:a16="http://schemas.microsoft.com/office/drawing/2014/main" id="{8D584859-6DE5-F27E-EDF4-A1402CB9463F}"/>
                  </a:ext>
                </a:extLst>
              </p:cNvPr>
              <p:cNvSpPr/>
              <p:nvPr/>
            </p:nvSpPr>
            <p:spPr>
              <a:xfrm>
                <a:off x="19347930" y="581025"/>
                <a:ext cx="288000" cy="288000"/>
              </a:xfrm>
              <a:prstGeom prst="rect">
                <a:avLst/>
              </a:prstGeom>
              <a:solidFill>
                <a:srgbClr val="EC9E4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sp>
          <p:nvSpPr>
            <p:cNvPr id="6" name="文本框 5">
              <a:extLst>
                <a:ext uri="{FF2B5EF4-FFF2-40B4-BE49-F238E27FC236}">
                  <a16:creationId xmlns:a16="http://schemas.microsoft.com/office/drawing/2014/main" id="{582B4B98-7E74-206F-8631-DB66F71EC4CC}"/>
                </a:ext>
              </a:extLst>
            </p:cNvPr>
            <p:cNvSpPr txBox="1"/>
            <p:nvPr userDrawn="1"/>
          </p:nvSpPr>
          <p:spPr>
            <a:xfrm>
              <a:off x="18266931" y="4799703"/>
              <a:ext cx="1244455" cy="283387"/>
            </a:xfrm>
            <a:prstGeom prst="rect">
              <a:avLst/>
            </a:prstGeom>
            <a:noFill/>
          </p:spPr>
          <p:txBody>
            <a:bodyPr wrap="none" rtlCol="0">
              <a:spAutoFit/>
            </a:bodyPr>
            <a:lstStyle/>
            <a:p>
              <a:pPr algn="l"/>
              <a:r>
                <a:rPr kumimoji="1" lang="en-US" altLang="zh-CN" sz="800">
                  <a:solidFill>
                    <a:schemeClr val="bg1">
                      <a:lumMod val="50000"/>
                    </a:schemeClr>
                  </a:solidFill>
                  <a:latin typeface="Arial" panose="020B0604020202020204" pitchFamily="34" charset="0"/>
                  <a:cs typeface="Arial" panose="020B0604020202020204" pitchFamily="34" charset="0"/>
                </a:rPr>
                <a:t>Main Body Color</a:t>
              </a:r>
              <a:endParaRPr kumimoji="1" lang="zh-CN" altLang="en-US" sz="800">
                <a:solidFill>
                  <a:schemeClr val="bg1">
                    <a:lumMod val="50000"/>
                  </a:schemeClr>
                </a:solidFill>
                <a:latin typeface="Arial" panose="020B0604020202020204" pitchFamily="34" charset="0"/>
                <a:cs typeface="Arial" panose="020B0604020202020204" pitchFamily="34" charset="0"/>
              </a:endParaRPr>
            </a:p>
          </p:txBody>
        </p:sp>
        <p:grpSp>
          <p:nvGrpSpPr>
            <p:cNvPr id="8" name="组合 7">
              <a:extLst>
                <a:ext uri="{FF2B5EF4-FFF2-40B4-BE49-F238E27FC236}">
                  <a16:creationId xmlns:a16="http://schemas.microsoft.com/office/drawing/2014/main" id="{7C4EC48D-6B0B-187C-D044-449FFB0A2AB2}"/>
                </a:ext>
              </a:extLst>
            </p:cNvPr>
            <p:cNvGrpSpPr/>
            <p:nvPr userDrawn="1"/>
          </p:nvGrpSpPr>
          <p:grpSpPr>
            <a:xfrm>
              <a:off x="18472717" y="5143119"/>
              <a:ext cx="1163214" cy="2317470"/>
              <a:chOff x="13568362" y="2638425"/>
              <a:chExt cx="8477250" cy="7077075"/>
            </a:xfrm>
          </p:grpSpPr>
          <p:sp>
            <p:nvSpPr>
              <p:cNvPr id="38" name="Freeform 97">
                <a:extLst>
                  <a:ext uri="{FF2B5EF4-FFF2-40B4-BE49-F238E27FC236}">
                    <a16:creationId xmlns:a16="http://schemas.microsoft.com/office/drawing/2014/main" id="{F96409CA-D208-1F27-F3CE-ECC537C47B05}"/>
                  </a:ext>
                </a:extLst>
              </p:cNvPr>
              <p:cNvSpPr/>
              <p:nvPr/>
            </p:nvSpPr>
            <p:spPr>
              <a:xfrm>
                <a:off x="13568362" y="2638425"/>
                <a:ext cx="4143375" cy="847725"/>
              </a:xfrm>
              <a:custGeom>
                <a:avLst/>
                <a:gdLst>
                  <a:gd name="connsiteX0" fmla="*/ 4048125 w 4143375"/>
                  <a:gd name="connsiteY0" fmla="*/ 0 h 847725"/>
                  <a:gd name="connsiteX1" fmla="*/ 4143375 w 4143375"/>
                  <a:gd name="connsiteY1" fmla="*/ 0 h 847725"/>
                  <a:gd name="connsiteX2" fmla="*/ 4143375 w 4143375"/>
                  <a:gd name="connsiteY2" fmla="*/ 847725 h 847725"/>
                  <a:gd name="connsiteX3" fmla="*/ 4048125 w 4143375"/>
                  <a:gd name="connsiteY3" fmla="*/ 847725 h 847725"/>
                  <a:gd name="connsiteX4" fmla="*/ 95250 w 4143375"/>
                  <a:gd name="connsiteY4" fmla="*/ 847725 h 847725"/>
                  <a:gd name="connsiteX5" fmla="*/ 0 w 4143375"/>
                  <a:gd name="connsiteY5" fmla="*/ 847725 h 847725"/>
                  <a:gd name="connsiteX6" fmla="*/ 0 w 4143375"/>
                  <a:gd name="connsiteY6" fmla="*/ 0 h 847725"/>
                  <a:gd name="connsiteX7" fmla="*/ 95250 w 4143375"/>
                  <a:gd name="connsiteY7" fmla="*/ 0 h 847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43375" h="847725">
                    <a:moveTo>
                      <a:pt x="4048125" y="0"/>
                    </a:moveTo>
                    <a:cubicBezTo>
                      <a:pt x="4100730" y="0"/>
                      <a:pt x="4143375" y="0"/>
                      <a:pt x="4143375" y="0"/>
                    </a:cubicBezTo>
                    <a:lnTo>
                      <a:pt x="4143375" y="847725"/>
                    </a:lnTo>
                    <a:cubicBezTo>
                      <a:pt x="4143375" y="847725"/>
                      <a:pt x="4100730" y="847725"/>
                      <a:pt x="4048125" y="847725"/>
                    </a:cubicBezTo>
                    <a:lnTo>
                      <a:pt x="95250" y="847725"/>
                    </a:lnTo>
                    <a:cubicBezTo>
                      <a:pt x="42645" y="847725"/>
                      <a:pt x="0" y="847725"/>
                      <a:pt x="0" y="847725"/>
                    </a:cubicBezTo>
                    <a:lnTo>
                      <a:pt x="0" y="0"/>
                    </a:lnTo>
                    <a:cubicBezTo>
                      <a:pt x="0" y="0"/>
                      <a:pt x="42645" y="0"/>
                      <a:pt x="95250" y="0"/>
                    </a:cubicBezTo>
                    <a:close/>
                  </a:path>
                </a:pathLst>
              </a:custGeom>
              <a:solidFill>
                <a:srgbClr val="48426A"/>
              </a:solidFill>
              <a:ln w="9525" cap="flat">
                <a:noFill/>
                <a:prstDash val="solid"/>
                <a:miter/>
              </a:ln>
            </p:spPr>
            <p:txBody>
              <a:bodyPr rtlCol="0" anchor="ctr"/>
              <a:lstStyle/>
              <a:p>
                <a:endParaRPr lang="en-US"/>
              </a:p>
            </p:txBody>
          </p:sp>
          <p:sp>
            <p:nvSpPr>
              <p:cNvPr id="39" name="Freeform 98">
                <a:extLst>
                  <a:ext uri="{FF2B5EF4-FFF2-40B4-BE49-F238E27FC236}">
                    <a16:creationId xmlns:a16="http://schemas.microsoft.com/office/drawing/2014/main" id="{8C690F46-AD87-B717-2872-69904FC8D9B8}"/>
                  </a:ext>
                </a:extLst>
              </p:cNvPr>
              <p:cNvSpPr/>
              <p:nvPr/>
            </p:nvSpPr>
            <p:spPr>
              <a:xfrm>
                <a:off x="13568362" y="3676650"/>
                <a:ext cx="4143375" cy="847725"/>
              </a:xfrm>
              <a:custGeom>
                <a:avLst/>
                <a:gdLst>
                  <a:gd name="connsiteX0" fmla="*/ 4048125 w 4143375"/>
                  <a:gd name="connsiteY0" fmla="*/ 0 h 847725"/>
                  <a:gd name="connsiteX1" fmla="*/ 4143375 w 4143375"/>
                  <a:gd name="connsiteY1" fmla="*/ 0 h 847725"/>
                  <a:gd name="connsiteX2" fmla="*/ 4143375 w 4143375"/>
                  <a:gd name="connsiteY2" fmla="*/ 847725 h 847725"/>
                  <a:gd name="connsiteX3" fmla="*/ 4048125 w 4143375"/>
                  <a:gd name="connsiteY3" fmla="*/ 847725 h 847725"/>
                  <a:gd name="connsiteX4" fmla="*/ 95250 w 4143375"/>
                  <a:gd name="connsiteY4" fmla="*/ 847725 h 847725"/>
                  <a:gd name="connsiteX5" fmla="*/ 0 w 4143375"/>
                  <a:gd name="connsiteY5" fmla="*/ 847725 h 847725"/>
                  <a:gd name="connsiteX6" fmla="*/ 0 w 4143375"/>
                  <a:gd name="connsiteY6" fmla="*/ 0 h 847725"/>
                  <a:gd name="connsiteX7" fmla="*/ 95250 w 4143375"/>
                  <a:gd name="connsiteY7" fmla="*/ 0 h 847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43375" h="847725">
                    <a:moveTo>
                      <a:pt x="4048125" y="0"/>
                    </a:moveTo>
                    <a:cubicBezTo>
                      <a:pt x="4100730" y="0"/>
                      <a:pt x="4143375" y="0"/>
                      <a:pt x="4143375" y="0"/>
                    </a:cubicBezTo>
                    <a:lnTo>
                      <a:pt x="4143375" y="847725"/>
                    </a:lnTo>
                    <a:cubicBezTo>
                      <a:pt x="4143375" y="847725"/>
                      <a:pt x="4100730" y="847725"/>
                      <a:pt x="4048125" y="847725"/>
                    </a:cubicBezTo>
                    <a:lnTo>
                      <a:pt x="95250" y="847725"/>
                    </a:lnTo>
                    <a:cubicBezTo>
                      <a:pt x="42645" y="847725"/>
                      <a:pt x="0" y="847725"/>
                      <a:pt x="0" y="847725"/>
                    </a:cubicBezTo>
                    <a:lnTo>
                      <a:pt x="0" y="0"/>
                    </a:lnTo>
                    <a:cubicBezTo>
                      <a:pt x="0" y="0"/>
                      <a:pt x="42645" y="0"/>
                      <a:pt x="95250" y="0"/>
                    </a:cubicBezTo>
                    <a:close/>
                  </a:path>
                </a:pathLst>
              </a:custGeom>
              <a:solidFill>
                <a:srgbClr val="6D83D1"/>
              </a:solidFill>
              <a:ln w="9525" cap="flat">
                <a:noFill/>
                <a:prstDash val="solid"/>
                <a:miter/>
              </a:ln>
            </p:spPr>
            <p:txBody>
              <a:bodyPr rtlCol="0" anchor="ctr"/>
              <a:lstStyle/>
              <a:p>
                <a:endParaRPr lang="en-US"/>
              </a:p>
            </p:txBody>
          </p:sp>
          <p:sp>
            <p:nvSpPr>
              <p:cNvPr id="40" name="Freeform 99">
                <a:extLst>
                  <a:ext uri="{FF2B5EF4-FFF2-40B4-BE49-F238E27FC236}">
                    <a16:creationId xmlns:a16="http://schemas.microsoft.com/office/drawing/2014/main" id="{8827B19C-CB7C-DF69-65E2-802059451049}"/>
                  </a:ext>
                </a:extLst>
              </p:cNvPr>
              <p:cNvSpPr/>
              <p:nvPr/>
            </p:nvSpPr>
            <p:spPr>
              <a:xfrm>
                <a:off x="13568362" y="4714875"/>
                <a:ext cx="4143375" cy="847725"/>
              </a:xfrm>
              <a:custGeom>
                <a:avLst/>
                <a:gdLst>
                  <a:gd name="connsiteX0" fmla="*/ 4048125 w 4143375"/>
                  <a:gd name="connsiteY0" fmla="*/ 0 h 847725"/>
                  <a:gd name="connsiteX1" fmla="*/ 4143375 w 4143375"/>
                  <a:gd name="connsiteY1" fmla="*/ 0 h 847725"/>
                  <a:gd name="connsiteX2" fmla="*/ 4143375 w 4143375"/>
                  <a:gd name="connsiteY2" fmla="*/ 847725 h 847725"/>
                  <a:gd name="connsiteX3" fmla="*/ 4048125 w 4143375"/>
                  <a:gd name="connsiteY3" fmla="*/ 847725 h 847725"/>
                  <a:gd name="connsiteX4" fmla="*/ 95250 w 4143375"/>
                  <a:gd name="connsiteY4" fmla="*/ 847725 h 847725"/>
                  <a:gd name="connsiteX5" fmla="*/ 0 w 4143375"/>
                  <a:gd name="connsiteY5" fmla="*/ 847725 h 847725"/>
                  <a:gd name="connsiteX6" fmla="*/ 0 w 4143375"/>
                  <a:gd name="connsiteY6" fmla="*/ 0 h 847725"/>
                  <a:gd name="connsiteX7" fmla="*/ 95250 w 4143375"/>
                  <a:gd name="connsiteY7" fmla="*/ 0 h 847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43375" h="847725">
                    <a:moveTo>
                      <a:pt x="4048125" y="0"/>
                    </a:moveTo>
                    <a:cubicBezTo>
                      <a:pt x="4100730" y="0"/>
                      <a:pt x="4143375" y="0"/>
                      <a:pt x="4143375" y="0"/>
                    </a:cubicBezTo>
                    <a:lnTo>
                      <a:pt x="4143375" y="847725"/>
                    </a:lnTo>
                    <a:cubicBezTo>
                      <a:pt x="4143375" y="847725"/>
                      <a:pt x="4100730" y="847725"/>
                      <a:pt x="4048125" y="847725"/>
                    </a:cubicBezTo>
                    <a:lnTo>
                      <a:pt x="95250" y="847725"/>
                    </a:lnTo>
                    <a:cubicBezTo>
                      <a:pt x="42645" y="847725"/>
                      <a:pt x="0" y="847725"/>
                      <a:pt x="0" y="847725"/>
                    </a:cubicBezTo>
                    <a:lnTo>
                      <a:pt x="0" y="0"/>
                    </a:lnTo>
                    <a:cubicBezTo>
                      <a:pt x="0" y="0"/>
                      <a:pt x="42645" y="0"/>
                      <a:pt x="95250" y="0"/>
                    </a:cubicBezTo>
                    <a:close/>
                  </a:path>
                </a:pathLst>
              </a:custGeom>
              <a:solidFill>
                <a:srgbClr val="55647D"/>
              </a:solidFill>
              <a:ln w="9525" cap="flat">
                <a:noFill/>
                <a:prstDash val="solid"/>
                <a:miter/>
              </a:ln>
            </p:spPr>
            <p:txBody>
              <a:bodyPr rtlCol="0" anchor="ctr"/>
              <a:lstStyle/>
              <a:p>
                <a:endParaRPr lang="en-US"/>
              </a:p>
            </p:txBody>
          </p:sp>
          <p:sp>
            <p:nvSpPr>
              <p:cNvPr id="41" name="Freeform 100">
                <a:extLst>
                  <a:ext uri="{FF2B5EF4-FFF2-40B4-BE49-F238E27FC236}">
                    <a16:creationId xmlns:a16="http://schemas.microsoft.com/office/drawing/2014/main" id="{A339A73B-DEA9-64F8-9F0C-ACF11A288B41}"/>
                  </a:ext>
                </a:extLst>
              </p:cNvPr>
              <p:cNvSpPr/>
              <p:nvPr/>
            </p:nvSpPr>
            <p:spPr>
              <a:xfrm>
                <a:off x="13568362" y="5753100"/>
                <a:ext cx="4143375" cy="847725"/>
              </a:xfrm>
              <a:custGeom>
                <a:avLst/>
                <a:gdLst>
                  <a:gd name="connsiteX0" fmla="*/ 4048125 w 4143375"/>
                  <a:gd name="connsiteY0" fmla="*/ 0 h 847725"/>
                  <a:gd name="connsiteX1" fmla="*/ 4143375 w 4143375"/>
                  <a:gd name="connsiteY1" fmla="*/ 0 h 847725"/>
                  <a:gd name="connsiteX2" fmla="*/ 4143375 w 4143375"/>
                  <a:gd name="connsiteY2" fmla="*/ 847725 h 847725"/>
                  <a:gd name="connsiteX3" fmla="*/ 4048125 w 4143375"/>
                  <a:gd name="connsiteY3" fmla="*/ 847725 h 847725"/>
                  <a:gd name="connsiteX4" fmla="*/ 95250 w 4143375"/>
                  <a:gd name="connsiteY4" fmla="*/ 847725 h 847725"/>
                  <a:gd name="connsiteX5" fmla="*/ 0 w 4143375"/>
                  <a:gd name="connsiteY5" fmla="*/ 847725 h 847725"/>
                  <a:gd name="connsiteX6" fmla="*/ 0 w 4143375"/>
                  <a:gd name="connsiteY6" fmla="*/ 0 h 847725"/>
                  <a:gd name="connsiteX7" fmla="*/ 95250 w 4143375"/>
                  <a:gd name="connsiteY7" fmla="*/ 0 h 847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43375" h="847725">
                    <a:moveTo>
                      <a:pt x="4048125" y="0"/>
                    </a:moveTo>
                    <a:cubicBezTo>
                      <a:pt x="4100730" y="0"/>
                      <a:pt x="4143375" y="0"/>
                      <a:pt x="4143375" y="0"/>
                    </a:cubicBezTo>
                    <a:lnTo>
                      <a:pt x="4143375" y="847725"/>
                    </a:lnTo>
                    <a:cubicBezTo>
                      <a:pt x="4143375" y="847725"/>
                      <a:pt x="4100730" y="847725"/>
                      <a:pt x="4048125" y="847725"/>
                    </a:cubicBezTo>
                    <a:lnTo>
                      <a:pt x="95250" y="847725"/>
                    </a:lnTo>
                    <a:cubicBezTo>
                      <a:pt x="42645" y="847725"/>
                      <a:pt x="0" y="847725"/>
                      <a:pt x="0" y="847725"/>
                    </a:cubicBezTo>
                    <a:lnTo>
                      <a:pt x="0" y="0"/>
                    </a:lnTo>
                    <a:cubicBezTo>
                      <a:pt x="0" y="0"/>
                      <a:pt x="42645" y="0"/>
                      <a:pt x="95250" y="0"/>
                    </a:cubicBezTo>
                    <a:close/>
                  </a:path>
                </a:pathLst>
              </a:custGeom>
              <a:solidFill>
                <a:srgbClr val="9196DF"/>
              </a:solidFill>
              <a:ln w="9525" cap="flat">
                <a:noFill/>
                <a:prstDash val="solid"/>
                <a:miter/>
              </a:ln>
            </p:spPr>
            <p:txBody>
              <a:bodyPr rtlCol="0" anchor="ctr"/>
              <a:lstStyle/>
              <a:p>
                <a:endParaRPr lang="en-US"/>
              </a:p>
            </p:txBody>
          </p:sp>
          <p:sp>
            <p:nvSpPr>
              <p:cNvPr id="42" name="Freeform 101">
                <a:extLst>
                  <a:ext uri="{FF2B5EF4-FFF2-40B4-BE49-F238E27FC236}">
                    <a16:creationId xmlns:a16="http://schemas.microsoft.com/office/drawing/2014/main" id="{A06D19C0-C3EB-BA7C-F0CA-E666AA937C00}"/>
                  </a:ext>
                </a:extLst>
              </p:cNvPr>
              <p:cNvSpPr/>
              <p:nvPr/>
            </p:nvSpPr>
            <p:spPr>
              <a:xfrm>
                <a:off x="13568362" y="6791325"/>
                <a:ext cx="4143375" cy="847725"/>
              </a:xfrm>
              <a:custGeom>
                <a:avLst/>
                <a:gdLst>
                  <a:gd name="connsiteX0" fmla="*/ 4048125 w 4143375"/>
                  <a:gd name="connsiteY0" fmla="*/ 0 h 847725"/>
                  <a:gd name="connsiteX1" fmla="*/ 4143375 w 4143375"/>
                  <a:gd name="connsiteY1" fmla="*/ 0 h 847725"/>
                  <a:gd name="connsiteX2" fmla="*/ 4143375 w 4143375"/>
                  <a:gd name="connsiteY2" fmla="*/ 847725 h 847725"/>
                  <a:gd name="connsiteX3" fmla="*/ 4048125 w 4143375"/>
                  <a:gd name="connsiteY3" fmla="*/ 847725 h 847725"/>
                  <a:gd name="connsiteX4" fmla="*/ 95250 w 4143375"/>
                  <a:gd name="connsiteY4" fmla="*/ 847725 h 847725"/>
                  <a:gd name="connsiteX5" fmla="*/ 0 w 4143375"/>
                  <a:gd name="connsiteY5" fmla="*/ 847725 h 847725"/>
                  <a:gd name="connsiteX6" fmla="*/ 0 w 4143375"/>
                  <a:gd name="connsiteY6" fmla="*/ 0 h 847725"/>
                  <a:gd name="connsiteX7" fmla="*/ 95250 w 4143375"/>
                  <a:gd name="connsiteY7" fmla="*/ 0 h 847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43375" h="847725">
                    <a:moveTo>
                      <a:pt x="4048125" y="0"/>
                    </a:moveTo>
                    <a:cubicBezTo>
                      <a:pt x="4100730" y="0"/>
                      <a:pt x="4143375" y="0"/>
                      <a:pt x="4143375" y="0"/>
                    </a:cubicBezTo>
                    <a:lnTo>
                      <a:pt x="4143375" y="847725"/>
                    </a:lnTo>
                    <a:cubicBezTo>
                      <a:pt x="4143375" y="847725"/>
                      <a:pt x="4100730" y="847725"/>
                      <a:pt x="4048125" y="847725"/>
                    </a:cubicBezTo>
                    <a:lnTo>
                      <a:pt x="95250" y="847725"/>
                    </a:lnTo>
                    <a:cubicBezTo>
                      <a:pt x="42645" y="847725"/>
                      <a:pt x="0" y="847725"/>
                      <a:pt x="0" y="847725"/>
                    </a:cubicBezTo>
                    <a:lnTo>
                      <a:pt x="0" y="0"/>
                    </a:lnTo>
                    <a:cubicBezTo>
                      <a:pt x="0" y="0"/>
                      <a:pt x="42645" y="0"/>
                      <a:pt x="95250" y="0"/>
                    </a:cubicBezTo>
                    <a:close/>
                  </a:path>
                </a:pathLst>
              </a:custGeom>
              <a:solidFill>
                <a:srgbClr val="629AD1"/>
              </a:solidFill>
              <a:ln w="9525" cap="flat">
                <a:noFill/>
                <a:prstDash val="solid"/>
                <a:miter/>
              </a:ln>
            </p:spPr>
            <p:txBody>
              <a:bodyPr rtlCol="0" anchor="ctr"/>
              <a:lstStyle/>
              <a:p>
                <a:endParaRPr lang="en-US"/>
              </a:p>
            </p:txBody>
          </p:sp>
          <p:sp>
            <p:nvSpPr>
              <p:cNvPr id="43" name="Freeform 102">
                <a:extLst>
                  <a:ext uri="{FF2B5EF4-FFF2-40B4-BE49-F238E27FC236}">
                    <a16:creationId xmlns:a16="http://schemas.microsoft.com/office/drawing/2014/main" id="{9C8478B9-4E3C-9C08-5054-7C6D62763795}"/>
                  </a:ext>
                </a:extLst>
              </p:cNvPr>
              <p:cNvSpPr/>
              <p:nvPr/>
            </p:nvSpPr>
            <p:spPr>
              <a:xfrm>
                <a:off x="13568362" y="7829550"/>
                <a:ext cx="4143375" cy="847725"/>
              </a:xfrm>
              <a:custGeom>
                <a:avLst/>
                <a:gdLst>
                  <a:gd name="connsiteX0" fmla="*/ 4048125 w 4143375"/>
                  <a:gd name="connsiteY0" fmla="*/ 0 h 847725"/>
                  <a:gd name="connsiteX1" fmla="*/ 4143375 w 4143375"/>
                  <a:gd name="connsiteY1" fmla="*/ 0 h 847725"/>
                  <a:gd name="connsiteX2" fmla="*/ 4143375 w 4143375"/>
                  <a:gd name="connsiteY2" fmla="*/ 847725 h 847725"/>
                  <a:gd name="connsiteX3" fmla="*/ 4048125 w 4143375"/>
                  <a:gd name="connsiteY3" fmla="*/ 847725 h 847725"/>
                  <a:gd name="connsiteX4" fmla="*/ 95250 w 4143375"/>
                  <a:gd name="connsiteY4" fmla="*/ 847725 h 847725"/>
                  <a:gd name="connsiteX5" fmla="*/ 0 w 4143375"/>
                  <a:gd name="connsiteY5" fmla="*/ 847725 h 847725"/>
                  <a:gd name="connsiteX6" fmla="*/ 0 w 4143375"/>
                  <a:gd name="connsiteY6" fmla="*/ 0 h 847725"/>
                  <a:gd name="connsiteX7" fmla="*/ 95250 w 4143375"/>
                  <a:gd name="connsiteY7" fmla="*/ 0 h 847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43375" h="847725">
                    <a:moveTo>
                      <a:pt x="4048125" y="0"/>
                    </a:moveTo>
                    <a:cubicBezTo>
                      <a:pt x="4100730" y="0"/>
                      <a:pt x="4143375" y="0"/>
                      <a:pt x="4143375" y="0"/>
                    </a:cubicBezTo>
                    <a:lnTo>
                      <a:pt x="4143375" y="847725"/>
                    </a:lnTo>
                    <a:cubicBezTo>
                      <a:pt x="4143375" y="847725"/>
                      <a:pt x="4100730" y="847725"/>
                      <a:pt x="4048125" y="847725"/>
                    </a:cubicBezTo>
                    <a:lnTo>
                      <a:pt x="95250" y="847725"/>
                    </a:lnTo>
                    <a:cubicBezTo>
                      <a:pt x="42645" y="847725"/>
                      <a:pt x="0" y="847725"/>
                      <a:pt x="0" y="847725"/>
                    </a:cubicBezTo>
                    <a:lnTo>
                      <a:pt x="0" y="0"/>
                    </a:lnTo>
                    <a:cubicBezTo>
                      <a:pt x="0" y="0"/>
                      <a:pt x="42645" y="0"/>
                      <a:pt x="95250" y="0"/>
                    </a:cubicBezTo>
                    <a:close/>
                  </a:path>
                </a:pathLst>
              </a:custGeom>
              <a:solidFill>
                <a:srgbClr val="6E90C2"/>
              </a:solidFill>
              <a:ln w="9525" cap="flat">
                <a:noFill/>
                <a:prstDash val="solid"/>
                <a:miter/>
              </a:ln>
            </p:spPr>
            <p:txBody>
              <a:bodyPr rtlCol="0" anchor="ctr"/>
              <a:lstStyle/>
              <a:p>
                <a:endParaRPr lang="en-US"/>
              </a:p>
            </p:txBody>
          </p:sp>
          <p:sp>
            <p:nvSpPr>
              <p:cNvPr id="44" name="Freeform 103">
                <a:extLst>
                  <a:ext uri="{FF2B5EF4-FFF2-40B4-BE49-F238E27FC236}">
                    <a16:creationId xmlns:a16="http://schemas.microsoft.com/office/drawing/2014/main" id="{38433BFA-35C2-3245-FCE1-6F7608287B5F}"/>
                  </a:ext>
                </a:extLst>
              </p:cNvPr>
              <p:cNvSpPr/>
              <p:nvPr/>
            </p:nvSpPr>
            <p:spPr>
              <a:xfrm>
                <a:off x="13568362" y="8867775"/>
                <a:ext cx="4143375" cy="847725"/>
              </a:xfrm>
              <a:custGeom>
                <a:avLst/>
                <a:gdLst>
                  <a:gd name="connsiteX0" fmla="*/ 4048125 w 4143375"/>
                  <a:gd name="connsiteY0" fmla="*/ 0 h 847725"/>
                  <a:gd name="connsiteX1" fmla="*/ 4143375 w 4143375"/>
                  <a:gd name="connsiteY1" fmla="*/ 0 h 847725"/>
                  <a:gd name="connsiteX2" fmla="*/ 4143375 w 4143375"/>
                  <a:gd name="connsiteY2" fmla="*/ 847725 h 847725"/>
                  <a:gd name="connsiteX3" fmla="*/ 4048125 w 4143375"/>
                  <a:gd name="connsiteY3" fmla="*/ 847725 h 847725"/>
                  <a:gd name="connsiteX4" fmla="*/ 95250 w 4143375"/>
                  <a:gd name="connsiteY4" fmla="*/ 847725 h 847725"/>
                  <a:gd name="connsiteX5" fmla="*/ 0 w 4143375"/>
                  <a:gd name="connsiteY5" fmla="*/ 847725 h 847725"/>
                  <a:gd name="connsiteX6" fmla="*/ 0 w 4143375"/>
                  <a:gd name="connsiteY6" fmla="*/ 0 h 847725"/>
                  <a:gd name="connsiteX7" fmla="*/ 95250 w 4143375"/>
                  <a:gd name="connsiteY7" fmla="*/ 0 h 847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43375" h="847725">
                    <a:moveTo>
                      <a:pt x="4048125" y="0"/>
                    </a:moveTo>
                    <a:cubicBezTo>
                      <a:pt x="4100730" y="0"/>
                      <a:pt x="4143375" y="0"/>
                      <a:pt x="4143375" y="0"/>
                    </a:cubicBezTo>
                    <a:lnTo>
                      <a:pt x="4143375" y="847725"/>
                    </a:lnTo>
                    <a:cubicBezTo>
                      <a:pt x="4143375" y="847725"/>
                      <a:pt x="4100730" y="847725"/>
                      <a:pt x="4048125" y="847725"/>
                    </a:cubicBezTo>
                    <a:lnTo>
                      <a:pt x="95250" y="847725"/>
                    </a:lnTo>
                    <a:cubicBezTo>
                      <a:pt x="42645" y="847725"/>
                      <a:pt x="0" y="847725"/>
                      <a:pt x="0" y="847725"/>
                    </a:cubicBezTo>
                    <a:lnTo>
                      <a:pt x="0" y="0"/>
                    </a:lnTo>
                    <a:cubicBezTo>
                      <a:pt x="0" y="0"/>
                      <a:pt x="42645" y="0"/>
                      <a:pt x="95250" y="0"/>
                    </a:cubicBezTo>
                    <a:close/>
                  </a:path>
                </a:pathLst>
              </a:custGeom>
              <a:solidFill>
                <a:srgbClr val="94A8CE"/>
              </a:solidFill>
              <a:ln w="9525" cap="flat">
                <a:noFill/>
                <a:prstDash val="solid"/>
                <a:miter/>
              </a:ln>
            </p:spPr>
            <p:txBody>
              <a:bodyPr rtlCol="0" anchor="ctr"/>
              <a:lstStyle/>
              <a:p>
                <a:endParaRPr lang="en-US"/>
              </a:p>
            </p:txBody>
          </p:sp>
          <p:sp>
            <p:nvSpPr>
              <p:cNvPr id="45" name="Freeform 104">
                <a:extLst>
                  <a:ext uri="{FF2B5EF4-FFF2-40B4-BE49-F238E27FC236}">
                    <a16:creationId xmlns:a16="http://schemas.microsoft.com/office/drawing/2014/main" id="{CE3BE473-3DDF-B75F-D9D4-14D755916760}"/>
                  </a:ext>
                </a:extLst>
              </p:cNvPr>
              <p:cNvSpPr/>
              <p:nvPr/>
            </p:nvSpPr>
            <p:spPr>
              <a:xfrm>
                <a:off x="17902237" y="2638425"/>
                <a:ext cx="4143375" cy="847725"/>
              </a:xfrm>
              <a:custGeom>
                <a:avLst/>
                <a:gdLst>
                  <a:gd name="connsiteX0" fmla="*/ 4048125 w 4143375"/>
                  <a:gd name="connsiteY0" fmla="*/ 0 h 847725"/>
                  <a:gd name="connsiteX1" fmla="*/ 4143375 w 4143375"/>
                  <a:gd name="connsiteY1" fmla="*/ 0 h 847725"/>
                  <a:gd name="connsiteX2" fmla="*/ 4143375 w 4143375"/>
                  <a:gd name="connsiteY2" fmla="*/ 847725 h 847725"/>
                  <a:gd name="connsiteX3" fmla="*/ 4048125 w 4143375"/>
                  <a:gd name="connsiteY3" fmla="*/ 847725 h 847725"/>
                  <a:gd name="connsiteX4" fmla="*/ 95250 w 4143375"/>
                  <a:gd name="connsiteY4" fmla="*/ 847725 h 847725"/>
                  <a:gd name="connsiteX5" fmla="*/ 0 w 4143375"/>
                  <a:gd name="connsiteY5" fmla="*/ 847725 h 847725"/>
                  <a:gd name="connsiteX6" fmla="*/ 0 w 4143375"/>
                  <a:gd name="connsiteY6" fmla="*/ 0 h 847725"/>
                  <a:gd name="connsiteX7" fmla="*/ 95250 w 4143375"/>
                  <a:gd name="connsiteY7" fmla="*/ 0 h 847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43375" h="847725">
                    <a:moveTo>
                      <a:pt x="4048125" y="0"/>
                    </a:moveTo>
                    <a:cubicBezTo>
                      <a:pt x="4100730" y="0"/>
                      <a:pt x="4143375" y="0"/>
                      <a:pt x="4143375" y="0"/>
                    </a:cubicBezTo>
                    <a:lnTo>
                      <a:pt x="4143375" y="847725"/>
                    </a:lnTo>
                    <a:cubicBezTo>
                      <a:pt x="4143375" y="847725"/>
                      <a:pt x="4100730" y="847725"/>
                      <a:pt x="4048125" y="847725"/>
                    </a:cubicBezTo>
                    <a:lnTo>
                      <a:pt x="95250" y="847725"/>
                    </a:lnTo>
                    <a:cubicBezTo>
                      <a:pt x="42645" y="847725"/>
                      <a:pt x="0" y="847725"/>
                      <a:pt x="0" y="847725"/>
                    </a:cubicBezTo>
                    <a:lnTo>
                      <a:pt x="0" y="0"/>
                    </a:lnTo>
                    <a:cubicBezTo>
                      <a:pt x="0" y="0"/>
                      <a:pt x="42645" y="0"/>
                      <a:pt x="95250" y="0"/>
                    </a:cubicBezTo>
                    <a:close/>
                  </a:path>
                </a:pathLst>
              </a:custGeom>
              <a:solidFill>
                <a:srgbClr val="84C6DE"/>
              </a:solidFill>
              <a:ln w="9525" cap="flat">
                <a:noFill/>
                <a:prstDash val="solid"/>
                <a:miter/>
              </a:ln>
            </p:spPr>
            <p:txBody>
              <a:bodyPr rtlCol="0" anchor="ctr"/>
              <a:lstStyle/>
              <a:p>
                <a:endParaRPr lang="en-US"/>
              </a:p>
            </p:txBody>
          </p:sp>
          <p:sp>
            <p:nvSpPr>
              <p:cNvPr id="46" name="Freeform 105">
                <a:extLst>
                  <a:ext uri="{FF2B5EF4-FFF2-40B4-BE49-F238E27FC236}">
                    <a16:creationId xmlns:a16="http://schemas.microsoft.com/office/drawing/2014/main" id="{CF74B61C-6529-A2D0-EE3F-FB760F7ACA87}"/>
                  </a:ext>
                </a:extLst>
              </p:cNvPr>
              <p:cNvSpPr/>
              <p:nvPr/>
            </p:nvSpPr>
            <p:spPr>
              <a:xfrm>
                <a:off x="17902237" y="3676650"/>
                <a:ext cx="4143375" cy="847725"/>
              </a:xfrm>
              <a:custGeom>
                <a:avLst/>
                <a:gdLst>
                  <a:gd name="connsiteX0" fmla="*/ 4048125 w 4143375"/>
                  <a:gd name="connsiteY0" fmla="*/ 0 h 847725"/>
                  <a:gd name="connsiteX1" fmla="*/ 4143375 w 4143375"/>
                  <a:gd name="connsiteY1" fmla="*/ 0 h 847725"/>
                  <a:gd name="connsiteX2" fmla="*/ 4143375 w 4143375"/>
                  <a:gd name="connsiteY2" fmla="*/ 847725 h 847725"/>
                  <a:gd name="connsiteX3" fmla="*/ 4048125 w 4143375"/>
                  <a:gd name="connsiteY3" fmla="*/ 847725 h 847725"/>
                  <a:gd name="connsiteX4" fmla="*/ 95250 w 4143375"/>
                  <a:gd name="connsiteY4" fmla="*/ 847725 h 847725"/>
                  <a:gd name="connsiteX5" fmla="*/ 0 w 4143375"/>
                  <a:gd name="connsiteY5" fmla="*/ 847725 h 847725"/>
                  <a:gd name="connsiteX6" fmla="*/ 0 w 4143375"/>
                  <a:gd name="connsiteY6" fmla="*/ 0 h 847725"/>
                  <a:gd name="connsiteX7" fmla="*/ 95250 w 4143375"/>
                  <a:gd name="connsiteY7" fmla="*/ 0 h 847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43375" h="847725">
                    <a:moveTo>
                      <a:pt x="4048125" y="0"/>
                    </a:moveTo>
                    <a:cubicBezTo>
                      <a:pt x="4100730" y="0"/>
                      <a:pt x="4143375" y="0"/>
                      <a:pt x="4143375" y="0"/>
                    </a:cubicBezTo>
                    <a:lnTo>
                      <a:pt x="4143375" y="847725"/>
                    </a:lnTo>
                    <a:cubicBezTo>
                      <a:pt x="4143375" y="847725"/>
                      <a:pt x="4100730" y="847725"/>
                      <a:pt x="4048125" y="847725"/>
                    </a:cubicBezTo>
                    <a:lnTo>
                      <a:pt x="95250" y="847725"/>
                    </a:lnTo>
                    <a:cubicBezTo>
                      <a:pt x="42645" y="847725"/>
                      <a:pt x="0" y="847725"/>
                      <a:pt x="0" y="847725"/>
                    </a:cubicBezTo>
                    <a:lnTo>
                      <a:pt x="0" y="0"/>
                    </a:lnTo>
                    <a:cubicBezTo>
                      <a:pt x="0" y="0"/>
                      <a:pt x="42645" y="0"/>
                      <a:pt x="95250" y="0"/>
                    </a:cubicBezTo>
                    <a:close/>
                  </a:path>
                </a:pathLst>
              </a:custGeom>
              <a:solidFill>
                <a:srgbClr val="97C7E7"/>
              </a:solidFill>
              <a:ln w="9525" cap="flat">
                <a:noFill/>
                <a:prstDash val="solid"/>
                <a:miter/>
              </a:ln>
            </p:spPr>
            <p:txBody>
              <a:bodyPr rtlCol="0" anchor="ctr"/>
              <a:lstStyle/>
              <a:p>
                <a:endParaRPr lang="en-US"/>
              </a:p>
            </p:txBody>
          </p:sp>
          <p:sp>
            <p:nvSpPr>
              <p:cNvPr id="47" name="Freeform 106">
                <a:extLst>
                  <a:ext uri="{FF2B5EF4-FFF2-40B4-BE49-F238E27FC236}">
                    <a16:creationId xmlns:a16="http://schemas.microsoft.com/office/drawing/2014/main" id="{1C479656-133D-BD79-5FF1-8023EC4EEE71}"/>
                  </a:ext>
                </a:extLst>
              </p:cNvPr>
              <p:cNvSpPr/>
              <p:nvPr/>
            </p:nvSpPr>
            <p:spPr>
              <a:xfrm>
                <a:off x="17902237" y="4714875"/>
                <a:ext cx="4143375" cy="847725"/>
              </a:xfrm>
              <a:custGeom>
                <a:avLst/>
                <a:gdLst>
                  <a:gd name="connsiteX0" fmla="*/ 4048125 w 4143375"/>
                  <a:gd name="connsiteY0" fmla="*/ 0 h 847725"/>
                  <a:gd name="connsiteX1" fmla="*/ 4143375 w 4143375"/>
                  <a:gd name="connsiteY1" fmla="*/ 0 h 847725"/>
                  <a:gd name="connsiteX2" fmla="*/ 4143375 w 4143375"/>
                  <a:gd name="connsiteY2" fmla="*/ 847725 h 847725"/>
                  <a:gd name="connsiteX3" fmla="*/ 4048125 w 4143375"/>
                  <a:gd name="connsiteY3" fmla="*/ 847725 h 847725"/>
                  <a:gd name="connsiteX4" fmla="*/ 95250 w 4143375"/>
                  <a:gd name="connsiteY4" fmla="*/ 847725 h 847725"/>
                  <a:gd name="connsiteX5" fmla="*/ 0 w 4143375"/>
                  <a:gd name="connsiteY5" fmla="*/ 847725 h 847725"/>
                  <a:gd name="connsiteX6" fmla="*/ 0 w 4143375"/>
                  <a:gd name="connsiteY6" fmla="*/ 0 h 847725"/>
                  <a:gd name="connsiteX7" fmla="*/ 95250 w 4143375"/>
                  <a:gd name="connsiteY7" fmla="*/ 0 h 847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43375" h="847725">
                    <a:moveTo>
                      <a:pt x="4048125" y="0"/>
                    </a:moveTo>
                    <a:cubicBezTo>
                      <a:pt x="4100730" y="0"/>
                      <a:pt x="4143375" y="0"/>
                      <a:pt x="4143375" y="0"/>
                    </a:cubicBezTo>
                    <a:lnTo>
                      <a:pt x="4143375" y="847725"/>
                    </a:lnTo>
                    <a:cubicBezTo>
                      <a:pt x="4143375" y="847725"/>
                      <a:pt x="4100730" y="847725"/>
                      <a:pt x="4048125" y="847725"/>
                    </a:cubicBezTo>
                    <a:lnTo>
                      <a:pt x="95250" y="847725"/>
                    </a:lnTo>
                    <a:cubicBezTo>
                      <a:pt x="42645" y="847725"/>
                      <a:pt x="0" y="847725"/>
                      <a:pt x="0" y="847725"/>
                    </a:cubicBezTo>
                    <a:lnTo>
                      <a:pt x="0" y="0"/>
                    </a:lnTo>
                    <a:cubicBezTo>
                      <a:pt x="0" y="0"/>
                      <a:pt x="42645" y="0"/>
                      <a:pt x="95250" y="0"/>
                    </a:cubicBezTo>
                    <a:close/>
                  </a:path>
                </a:pathLst>
              </a:custGeom>
              <a:solidFill>
                <a:srgbClr val="AFCCE0"/>
              </a:solidFill>
              <a:ln w="9525" cap="flat">
                <a:noFill/>
                <a:prstDash val="solid"/>
                <a:miter/>
              </a:ln>
            </p:spPr>
            <p:txBody>
              <a:bodyPr rtlCol="0" anchor="ctr"/>
              <a:lstStyle/>
              <a:p>
                <a:endParaRPr lang="en-US"/>
              </a:p>
            </p:txBody>
          </p:sp>
          <p:sp>
            <p:nvSpPr>
              <p:cNvPr id="48" name="Freeform 107">
                <a:extLst>
                  <a:ext uri="{FF2B5EF4-FFF2-40B4-BE49-F238E27FC236}">
                    <a16:creationId xmlns:a16="http://schemas.microsoft.com/office/drawing/2014/main" id="{60ABE15E-3DBB-8D8A-7CC6-5785A5E82163}"/>
                  </a:ext>
                </a:extLst>
              </p:cNvPr>
              <p:cNvSpPr/>
              <p:nvPr/>
            </p:nvSpPr>
            <p:spPr>
              <a:xfrm>
                <a:off x="17902237" y="5753100"/>
                <a:ext cx="4143375" cy="847725"/>
              </a:xfrm>
              <a:custGeom>
                <a:avLst/>
                <a:gdLst>
                  <a:gd name="connsiteX0" fmla="*/ 4048125 w 4143375"/>
                  <a:gd name="connsiteY0" fmla="*/ 0 h 847725"/>
                  <a:gd name="connsiteX1" fmla="*/ 4143375 w 4143375"/>
                  <a:gd name="connsiteY1" fmla="*/ 0 h 847725"/>
                  <a:gd name="connsiteX2" fmla="*/ 4143375 w 4143375"/>
                  <a:gd name="connsiteY2" fmla="*/ 847725 h 847725"/>
                  <a:gd name="connsiteX3" fmla="*/ 4048125 w 4143375"/>
                  <a:gd name="connsiteY3" fmla="*/ 847725 h 847725"/>
                  <a:gd name="connsiteX4" fmla="*/ 95250 w 4143375"/>
                  <a:gd name="connsiteY4" fmla="*/ 847725 h 847725"/>
                  <a:gd name="connsiteX5" fmla="*/ 0 w 4143375"/>
                  <a:gd name="connsiteY5" fmla="*/ 847725 h 847725"/>
                  <a:gd name="connsiteX6" fmla="*/ 0 w 4143375"/>
                  <a:gd name="connsiteY6" fmla="*/ 0 h 847725"/>
                  <a:gd name="connsiteX7" fmla="*/ 95250 w 4143375"/>
                  <a:gd name="connsiteY7" fmla="*/ 0 h 847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43375" h="847725">
                    <a:moveTo>
                      <a:pt x="4048125" y="0"/>
                    </a:moveTo>
                    <a:cubicBezTo>
                      <a:pt x="4100730" y="0"/>
                      <a:pt x="4143375" y="0"/>
                      <a:pt x="4143375" y="0"/>
                    </a:cubicBezTo>
                    <a:lnTo>
                      <a:pt x="4143375" y="847725"/>
                    </a:lnTo>
                    <a:cubicBezTo>
                      <a:pt x="4143375" y="847725"/>
                      <a:pt x="4100730" y="847725"/>
                      <a:pt x="4048125" y="847725"/>
                    </a:cubicBezTo>
                    <a:lnTo>
                      <a:pt x="95250" y="847725"/>
                    </a:lnTo>
                    <a:cubicBezTo>
                      <a:pt x="42645" y="847725"/>
                      <a:pt x="0" y="847725"/>
                      <a:pt x="0" y="847725"/>
                    </a:cubicBezTo>
                    <a:lnTo>
                      <a:pt x="0" y="0"/>
                    </a:lnTo>
                    <a:cubicBezTo>
                      <a:pt x="0" y="0"/>
                      <a:pt x="42645" y="0"/>
                      <a:pt x="95250" y="0"/>
                    </a:cubicBezTo>
                    <a:close/>
                  </a:path>
                </a:pathLst>
              </a:custGeom>
              <a:solidFill>
                <a:srgbClr val="D8EBF1"/>
              </a:solidFill>
              <a:ln w="9525" cap="flat">
                <a:noFill/>
                <a:prstDash val="solid"/>
                <a:miter/>
              </a:ln>
            </p:spPr>
            <p:txBody>
              <a:bodyPr rtlCol="0" anchor="ctr"/>
              <a:lstStyle/>
              <a:p>
                <a:endParaRPr lang="en-US"/>
              </a:p>
            </p:txBody>
          </p:sp>
          <p:sp>
            <p:nvSpPr>
              <p:cNvPr id="49" name="Freeform 108">
                <a:extLst>
                  <a:ext uri="{FF2B5EF4-FFF2-40B4-BE49-F238E27FC236}">
                    <a16:creationId xmlns:a16="http://schemas.microsoft.com/office/drawing/2014/main" id="{6B4A5BC1-D21E-008B-8E54-E92E801AA2E2}"/>
                  </a:ext>
                </a:extLst>
              </p:cNvPr>
              <p:cNvSpPr/>
              <p:nvPr/>
            </p:nvSpPr>
            <p:spPr>
              <a:xfrm>
                <a:off x="17902237" y="6791325"/>
                <a:ext cx="4143375" cy="847725"/>
              </a:xfrm>
              <a:custGeom>
                <a:avLst/>
                <a:gdLst>
                  <a:gd name="connsiteX0" fmla="*/ 4048125 w 4143375"/>
                  <a:gd name="connsiteY0" fmla="*/ 0 h 847725"/>
                  <a:gd name="connsiteX1" fmla="*/ 4143375 w 4143375"/>
                  <a:gd name="connsiteY1" fmla="*/ 0 h 847725"/>
                  <a:gd name="connsiteX2" fmla="*/ 4143375 w 4143375"/>
                  <a:gd name="connsiteY2" fmla="*/ 847725 h 847725"/>
                  <a:gd name="connsiteX3" fmla="*/ 4048125 w 4143375"/>
                  <a:gd name="connsiteY3" fmla="*/ 847725 h 847725"/>
                  <a:gd name="connsiteX4" fmla="*/ 95250 w 4143375"/>
                  <a:gd name="connsiteY4" fmla="*/ 847725 h 847725"/>
                  <a:gd name="connsiteX5" fmla="*/ 0 w 4143375"/>
                  <a:gd name="connsiteY5" fmla="*/ 847725 h 847725"/>
                  <a:gd name="connsiteX6" fmla="*/ 0 w 4143375"/>
                  <a:gd name="connsiteY6" fmla="*/ 0 h 847725"/>
                  <a:gd name="connsiteX7" fmla="*/ 95250 w 4143375"/>
                  <a:gd name="connsiteY7" fmla="*/ 0 h 847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43375" h="847725">
                    <a:moveTo>
                      <a:pt x="4048125" y="0"/>
                    </a:moveTo>
                    <a:cubicBezTo>
                      <a:pt x="4100730" y="0"/>
                      <a:pt x="4143375" y="0"/>
                      <a:pt x="4143375" y="0"/>
                    </a:cubicBezTo>
                    <a:lnTo>
                      <a:pt x="4143375" y="847725"/>
                    </a:lnTo>
                    <a:cubicBezTo>
                      <a:pt x="4143375" y="847725"/>
                      <a:pt x="4100730" y="847725"/>
                      <a:pt x="4048125" y="847725"/>
                    </a:cubicBezTo>
                    <a:lnTo>
                      <a:pt x="95250" y="847725"/>
                    </a:lnTo>
                    <a:cubicBezTo>
                      <a:pt x="42645" y="847725"/>
                      <a:pt x="0" y="847725"/>
                      <a:pt x="0" y="847725"/>
                    </a:cubicBezTo>
                    <a:lnTo>
                      <a:pt x="0" y="0"/>
                    </a:lnTo>
                    <a:cubicBezTo>
                      <a:pt x="0" y="0"/>
                      <a:pt x="42645" y="0"/>
                      <a:pt x="95250" y="0"/>
                    </a:cubicBezTo>
                    <a:close/>
                  </a:path>
                </a:pathLst>
              </a:custGeom>
              <a:solidFill>
                <a:srgbClr val="E4E2D6"/>
              </a:solidFill>
              <a:ln w="9525" cap="flat">
                <a:noFill/>
                <a:prstDash val="solid"/>
                <a:miter/>
              </a:ln>
            </p:spPr>
            <p:txBody>
              <a:bodyPr rtlCol="0" anchor="ctr"/>
              <a:lstStyle/>
              <a:p>
                <a:endParaRPr lang="en-US"/>
              </a:p>
            </p:txBody>
          </p:sp>
          <p:sp>
            <p:nvSpPr>
              <p:cNvPr id="50" name="Freeform 109">
                <a:extLst>
                  <a:ext uri="{FF2B5EF4-FFF2-40B4-BE49-F238E27FC236}">
                    <a16:creationId xmlns:a16="http://schemas.microsoft.com/office/drawing/2014/main" id="{CE9BBB67-5630-8452-5994-7CDAABE2481B}"/>
                  </a:ext>
                </a:extLst>
              </p:cNvPr>
              <p:cNvSpPr/>
              <p:nvPr/>
            </p:nvSpPr>
            <p:spPr>
              <a:xfrm>
                <a:off x="17902237" y="7829550"/>
                <a:ext cx="4143375" cy="847725"/>
              </a:xfrm>
              <a:custGeom>
                <a:avLst/>
                <a:gdLst>
                  <a:gd name="connsiteX0" fmla="*/ 4048125 w 4143375"/>
                  <a:gd name="connsiteY0" fmla="*/ 0 h 847725"/>
                  <a:gd name="connsiteX1" fmla="*/ 4143375 w 4143375"/>
                  <a:gd name="connsiteY1" fmla="*/ 0 h 847725"/>
                  <a:gd name="connsiteX2" fmla="*/ 4143375 w 4143375"/>
                  <a:gd name="connsiteY2" fmla="*/ 847725 h 847725"/>
                  <a:gd name="connsiteX3" fmla="*/ 4048125 w 4143375"/>
                  <a:gd name="connsiteY3" fmla="*/ 847725 h 847725"/>
                  <a:gd name="connsiteX4" fmla="*/ 95250 w 4143375"/>
                  <a:gd name="connsiteY4" fmla="*/ 847725 h 847725"/>
                  <a:gd name="connsiteX5" fmla="*/ 0 w 4143375"/>
                  <a:gd name="connsiteY5" fmla="*/ 847725 h 847725"/>
                  <a:gd name="connsiteX6" fmla="*/ 0 w 4143375"/>
                  <a:gd name="connsiteY6" fmla="*/ 0 h 847725"/>
                  <a:gd name="connsiteX7" fmla="*/ 95250 w 4143375"/>
                  <a:gd name="connsiteY7" fmla="*/ 0 h 847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43375" h="847725">
                    <a:moveTo>
                      <a:pt x="4048125" y="0"/>
                    </a:moveTo>
                    <a:cubicBezTo>
                      <a:pt x="4100730" y="0"/>
                      <a:pt x="4143375" y="0"/>
                      <a:pt x="4143375" y="0"/>
                    </a:cubicBezTo>
                    <a:lnTo>
                      <a:pt x="4143375" y="847725"/>
                    </a:lnTo>
                    <a:cubicBezTo>
                      <a:pt x="4143375" y="847725"/>
                      <a:pt x="4100730" y="847725"/>
                      <a:pt x="4048125" y="847725"/>
                    </a:cubicBezTo>
                    <a:lnTo>
                      <a:pt x="95250" y="847725"/>
                    </a:lnTo>
                    <a:cubicBezTo>
                      <a:pt x="42645" y="847725"/>
                      <a:pt x="0" y="847725"/>
                      <a:pt x="0" y="847725"/>
                    </a:cubicBezTo>
                    <a:lnTo>
                      <a:pt x="0" y="0"/>
                    </a:lnTo>
                    <a:cubicBezTo>
                      <a:pt x="0" y="0"/>
                      <a:pt x="42645" y="0"/>
                      <a:pt x="95250" y="0"/>
                    </a:cubicBezTo>
                    <a:close/>
                  </a:path>
                </a:pathLst>
              </a:custGeom>
              <a:solidFill>
                <a:srgbClr val="E9E7E6"/>
              </a:solidFill>
              <a:ln w="9525" cap="flat">
                <a:noFill/>
                <a:prstDash val="solid"/>
                <a:miter/>
              </a:ln>
            </p:spPr>
            <p:txBody>
              <a:bodyPr rtlCol="0" anchor="ctr"/>
              <a:lstStyle/>
              <a:p>
                <a:endParaRPr lang="en-US"/>
              </a:p>
            </p:txBody>
          </p:sp>
        </p:grpSp>
        <p:sp>
          <p:nvSpPr>
            <p:cNvPr id="9" name="文本框 8">
              <a:extLst>
                <a:ext uri="{FF2B5EF4-FFF2-40B4-BE49-F238E27FC236}">
                  <a16:creationId xmlns:a16="http://schemas.microsoft.com/office/drawing/2014/main" id="{2FB62A50-A692-0690-E11F-3265C055C872}"/>
                </a:ext>
              </a:extLst>
            </p:cNvPr>
            <p:cNvSpPr txBox="1"/>
            <p:nvPr userDrawn="1"/>
          </p:nvSpPr>
          <p:spPr>
            <a:xfrm>
              <a:off x="18266938" y="7672923"/>
              <a:ext cx="1600796" cy="283387"/>
            </a:xfrm>
            <a:prstGeom prst="rect">
              <a:avLst/>
            </a:prstGeom>
            <a:noFill/>
          </p:spPr>
          <p:txBody>
            <a:bodyPr wrap="none" rtlCol="0">
              <a:spAutoFit/>
            </a:bodyPr>
            <a:lstStyle/>
            <a:p>
              <a:pPr algn="l"/>
              <a:r>
                <a:rPr kumimoji="1" lang="en-US" altLang="zh-CN" sz="800">
                  <a:solidFill>
                    <a:schemeClr val="bg1">
                      <a:lumMod val="50000"/>
                    </a:schemeClr>
                  </a:solidFill>
                  <a:latin typeface="Arial" panose="020B0604020202020204" pitchFamily="34" charset="0"/>
                  <a:cs typeface="Arial" panose="020B0604020202020204" pitchFamily="34" charset="0"/>
                </a:rPr>
                <a:t>Secondary Body Color</a:t>
              </a:r>
              <a:endParaRPr kumimoji="1" lang="zh-CN" altLang="en-US" sz="800">
                <a:solidFill>
                  <a:schemeClr val="bg1">
                    <a:lumMod val="50000"/>
                  </a:schemeClr>
                </a:solidFill>
                <a:latin typeface="Arial" panose="020B0604020202020204" pitchFamily="34" charset="0"/>
                <a:cs typeface="Arial" panose="020B0604020202020204" pitchFamily="34" charset="0"/>
              </a:endParaRPr>
            </a:p>
          </p:txBody>
        </p:sp>
        <p:grpSp>
          <p:nvGrpSpPr>
            <p:cNvPr id="10" name="组合 9">
              <a:extLst>
                <a:ext uri="{FF2B5EF4-FFF2-40B4-BE49-F238E27FC236}">
                  <a16:creationId xmlns:a16="http://schemas.microsoft.com/office/drawing/2014/main" id="{E7C21FCF-A96A-70BF-5081-12BD13268F5F}"/>
                </a:ext>
              </a:extLst>
            </p:cNvPr>
            <p:cNvGrpSpPr/>
            <p:nvPr userDrawn="1"/>
          </p:nvGrpSpPr>
          <p:grpSpPr>
            <a:xfrm>
              <a:off x="18472717" y="8012900"/>
              <a:ext cx="1180243" cy="1301558"/>
              <a:chOff x="9391650" y="2790825"/>
              <a:chExt cx="8477250" cy="3962400"/>
            </a:xfrm>
          </p:grpSpPr>
          <p:sp>
            <p:nvSpPr>
              <p:cNvPr id="30" name="Freeform 112">
                <a:extLst>
                  <a:ext uri="{FF2B5EF4-FFF2-40B4-BE49-F238E27FC236}">
                    <a16:creationId xmlns:a16="http://schemas.microsoft.com/office/drawing/2014/main" id="{FA9875E1-97DA-003B-E21D-A0C1EEC7BD3E}"/>
                  </a:ext>
                </a:extLst>
              </p:cNvPr>
              <p:cNvSpPr/>
              <p:nvPr/>
            </p:nvSpPr>
            <p:spPr>
              <a:xfrm>
                <a:off x="9391650" y="2790825"/>
                <a:ext cx="4143375" cy="847725"/>
              </a:xfrm>
              <a:custGeom>
                <a:avLst/>
                <a:gdLst>
                  <a:gd name="connsiteX0" fmla="*/ 4048125 w 4143375"/>
                  <a:gd name="connsiteY0" fmla="*/ 0 h 847725"/>
                  <a:gd name="connsiteX1" fmla="*/ 4143375 w 4143375"/>
                  <a:gd name="connsiteY1" fmla="*/ 0 h 847725"/>
                  <a:gd name="connsiteX2" fmla="*/ 4143375 w 4143375"/>
                  <a:gd name="connsiteY2" fmla="*/ 847725 h 847725"/>
                  <a:gd name="connsiteX3" fmla="*/ 4048125 w 4143375"/>
                  <a:gd name="connsiteY3" fmla="*/ 847725 h 847725"/>
                  <a:gd name="connsiteX4" fmla="*/ 95250 w 4143375"/>
                  <a:gd name="connsiteY4" fmla="*/ 847725 h 847725"/>
                  <a:gd name="connsiteX5" fmla="*/ 0 w 4143375"/>
                  <a:gd name="connsiteY5" fmla="*/ 847725 h 847725"/>
                  <a:gd name="connsiteX6" fmla="*/ 0 w 4143375"/>
                  <a:gd name="connsiteY6" fmla="*/ 0 h 847725"/>
                  <a:gd name="connsiteX7" fmla="*/ 95250 w 4143375"/>
                  <a:gd name="connsiteY7" fmla="*/ 0 h 847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43375" h="847725">
                    <a:moveTo>
                      <a:pt x="4048125" y="0"/>
                    </a:moveTo>
                    <a:cubicBezTo>
                      <a:pt x="4100730" y="0"/>
                      <a:pt x="4143375" y="0"/>
                      <a:pt x="4143375" y="0"/>
                    </a:cubicBezTo>
                    <a:lnTo>
                      <a:pt x="4143375" y="847725"/>
                    </a:lnTo>
                    <a:cubicBezTo>
                      <a:pt x="4143375" y="847725"/>
                      <a:pt x="4100730" y="847725"/>
                      <a:pt x="4048125" y="847725"/>
                    </a:cubicBezTo>
                    <a:lnTo>
                      <a:pt x="95250" y="847725"/>
                    </a:lnTo>
                    <a:cubicBezTo>
                      <a:pt x="42645" y="847725"/>
                      <a:pt x="0" y="847725"/>
                      <a:pt x="0" y="847725"/>
                    </a:cubicBezTo>
                    <a:lnTo>
                      <a:pt x="0" y="0"/>
                    </a:lnTo>
                    <a:cubicBezTo>
                      <a:pt x="0" y="0"/>
                      <a:pt x="42645" y="0"/>
                      <a:pt x="95250" y="0"/>
                    </a:cubicBezTo>
                    <a:close/>
                  </a:path>
                </a:pathLst>
              </a:custGeom>
              <a:solidFill>
                <a:srgbClr val="4A5F8E"/>
              </a:solidFill>
              <a:ln w="9525" cap="flat">
                <a:noFill/>
                <a:prstDash val="solid"/>
                <a:miter/>
              </a:ln>
            </p:spPr>
            <p:txBody>
              <a:bodyPr rtlCol="0" anchor="ctr"/>
              <a:lstStyle/>
              <a:p>
                <a:endParaRPr lang="en-US"/>
              </a:p>
            </p:txBody>
          </p:sp>
          <p:sp>
            <p:nvSpPr>
              <p:cNvPr id="31" name="Freeform 113">
                <a:extLst>
                  <a:ext uri="{FF2B5EF4-FFF2-40B4-BE49-F238E27FC236}">
                    <a16:creationId xmlns:a16="http://schemas.microsoft.com/office/drawing/2014/main" id="{477BA5AA-C755-5078-5D7A-D82330B7F95C}"/>
                  </a:ext>
                </a:extLst>
              </p:cNvPr>
              <p:cNvSpPr/>
              <p:nvPr/>
            </p:nvSpPr>
            <p:spPr>
              <a:xfrm>
                <a:off x="9391650" y="3829050"/>
                <a:ext cx="4143375" cy="847725"/>
              </a:xfrm>
              <a:custGeom>
                <a:avLst/>
                <a:gdLst>
                  <a:gd name="connsiteX0" fmla="*/ 4048125 w 4143375"/>
                  <a:gd name="connsiteY0" fmla="*/ 0 h 847725"/>
                  <a:gd name="connsiteX1" fmla="*/ 4143375 w 4143375"/>
                  <a:gd name="connsiteY1" fmla="*/ 0 h 847725"/>
                  <a:gd name="connsiteX2" fmla="*/ 4143375 w 4143375"/>
                  <a:gd name="connsiteY2" fmla="*/ 847725 h 847725"/>
                  <a:gd name="connsiteX3" fmla="*/ 4048125 w 4143375"/>
                  <a:gd name="connsiteY3" fmla="*/ 847725 h 847725"/>
                  <a:gd name="connsiteX4" fmla="*/ 95250 w 4143375"/>
                  <a:gd name="connsiteY4" fmla="*/ 847725 h 847725"/>
                  <a:gd name="connsiteX5" fmla="*/ 0 w 4143375"/>
                  <a:gd name="connsiteY5" fmla="*/ 847725 h 847725"/>
                  <a:gd name="connsiteX6" fmla="*/ 0 w 4143375"/>
                  <a:gd name="connsiteY6" fmla="*/ 0 h 847725"/>
                  <a:gd name="connsiteX7" fmla="*/ 95250 w 4143375"/>
                  <a:gd name="connsiteY7" fmla="*/ 0 h 847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43375" h="847725">
                    <a:moveTo>
                      <a:pt x="4048125" y="0"/>
                    </a:moveTo>
                    <a:cubicBezTo>
                      <a:pt x="4100730" y="0"/>
                      <a:pt x="4143375" y="0"/>
                      <a:pt x="4143375" y="0"/>
                    </a:cubicBezTo>
                    <a:lnTo>
                      <a:pt x="4143375" y="847725"/>
                    </a:lnTo>
                    <a:cubicBezTo>
                      <a:pt x="4143375" y="847725"/>
                      <a:pt x="4100730" y="847725"/>
                      <a:pt x="4048125" y="847725"/>
                    </a:cubicBezTo>
                    <a:lnTo>
                      <a:pt x="95250" y="847725"/>
                    </a:lnTo>
                    <a:cubicBezTo>
                      <a:pt x="42645" y="847725"/>
                      <a:pt x="0" y="847725"/>
                      <a:pt x="0" y="847725"/>
                    </a:cubicBezTo>
                    <a:lnTo>
                      <a:pt x="0" y="0"/>
                    </a:lnTo>
                    <a:cubicBezTo>
                      <a:pt x="0" y="0"/>
                      <a:pt x="42645" y="0"/>
                      <a:pt x="95250" y="0"/>
                    </a:cubicBezTo>
                    <a:close/>
                  </a:path>
                </a:pathLst>
              </a:custGeom>
              <a:solidFill>
                <a:srgbClr val="7393CE"/>
              </a:solidFill>
              <a:ln w="9525" cap="flat">
                <a:noFill/>
                <a:prstDash val="solid"/>
                <a:miter/>
              </a:ln>
            </p:spPr>
            <p:txBody>
              <a:bodyPr rtlCol="0" anchor="ctr"/>
              <a:lstStyle/>
              <a:p>
                <a:endParaRPr lang="en-US"/>
              </a:p>
            </p:txBody>
          </p:sp>
          <p:sp>
            <p:nvSpPr>
              <p:cNvPr id="32" name="Freeform 114">
                <a:extLst>
                  <a:ext uri="{FF2B5EF4-FFF2-40B4-BE49-F238E27FC236}">
                    <a16:creationId xmlns:a16="http://schemas.microsoft.com/office/drawing/2014/main" id="{AB73D597-1956-6735-9AEC-2D2467EE3A8A}"/>
                  </a:ext>
                </a:extLst>
              </p:cNvPr>
              <p:cNvSpPr/>
              <p:nvPr/>
            </p:nvSpPr>
            <p:spPr>
              <a:xfrm>
                <a:off x="9391650" y="4867275"/>
                <a:ext cx="4143375" cy="847725"/>
              </a:xfrm>
              <a:custGeom>
                <a:avLst/>
                <a:gdLst>
                  <a:gd name="connsiteX0" fmla="*/ 4048125 w 4143375"/>
                  <a:gd name="connsiteY0" fmla="*/ 0 h 847725"/>
                  <a:gd name="connsiteX1" fmla="*/ 4143375 w 4143375"/>
                  <a:gd name="connsiteY1" fmla="*/ 0 h 847725"/>
                  <a:gd name="connsiteX2" fmla="*/ 4143375 w 4143375"/>
                  <a:gd name="connsiteY2" fmla="*/ 847725 h 847725"/>
                  <a:gd name="connsiteX3" fmla="*/ 4048125 w 4143375"/>
                  <a:gd name="connsiteY3" fmla="*/ 847725 h 847725"/>
                  <a:gd name="connsiteX4" fmla="*/ 95250 w 4143375"/>
                  <a:gd name="connsiteY4" fmla="*/ 847725 h 847725"/>
                  <a:gd name="connsiteX5" fmla="*/ 0 w 4143375"/>
                  <a:gd name="connsiteY5" fmla="*/ 847725 h 847725"/>
                  <a:gd name="connsiteX6" fmla="*/ 0 w 4143375"/>
                  <a:gd name="connsiteY6" fmla="*/ 0 h 847725"/>
                  <a:gd name="connsiteX7" fmla="*/ 95250 w 4143375"/>
                  <a:gd name="connsiteY7" fmla="*/ 0 h 847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43375" h="847725">
                    <a:moveTo>
                      <a:pt x="4048125" y="0"/>
                    </a:moveTo>
                    <a:cubicBezTo>
                      <a:pt x="4100730" y="0"/>
                      <a:pt x="4143375" y="0"/>
                      <a:pt x="4143375" y="0"/>
                    </a:cubicBezTo>
                    <a:lnTo>
                      <a:pt x="4143375" y="847725"/>
                    </a:lnTo>
                    <a:cubicBezTo>
                      <a:pt x="4143375" y="847725"/>
                      <a:pt x="4100730" y="847725"/>
                      <a:pt x="4048125" y="847725"/>
                    </a:cubicBezTo>
                    <a:lnTo>
                      <a:pt x="95250" y="847725"/>
                    </a:lnTo>
                    <a:cubicBezTo>
                      <a:pt x="42645" y="847725"/>
                      <a:pt x="0" y="847725"/>
                      <a:pt x="0" y="847725"/>
                    </a:cubicBezTo>
                    <a:lnTo>
                      <a:pt x="0" y="0"/>
                    </a:lnTo>
                    <a:cubicBezTo>
                      <a:pt x="0" y="0"/>
                      <a:pt x="42645" y="0"/>
                      <a:pt x="95250" y="0"/>
                    </a:cubicBezTo>
                    <a:close/>
                  </a:path>
                </a:pathLst>
              </a:custGeom>
              <a:solidFill>
                <a:srgbClr val="C3CEC8"/>
              </a:solidFill>
              <a:ln w="9525" cap="flat">
                <a:noFill/>
                <a:prstDash val="solid"/>
                <a:miter/>
              </a:ln>
            </p:spPr>
            <p:txBody>
              <a:bodyPr rtlCol="0" anchor="ctr"/>
              <a:lstStyle/>
              <a:p>
                <a:endParaRPr lang="en-US"/>
              </a:p>
            </p:txBody>
          </p:sp>
          <p:sp>
            <p:nvSpPr>
              <p:cNvPr id="33" name="Freeform 115">
                <a:extLst>
                  <a:ext uri="{FF2B5EF4-FFF2-40B4-BE49-F238E27FC236}">
                    <a16:creationId xmlns:a16="http://schemas.microsoft.com/office/drawing/2014/main" id="{355DF5C6-5F5A-911D-B58D-9DB875870785}"/>
                  </a:ext>
                </a:extLst>
              </p:cNvPr>
              <p:cNvSpPr/>
              <p:nvPr/>
            </p:nvSpPr>
            <p:spPr>
              <a:xfrm>
                <a:off x="9391650" y="5905500"/>
                <a:ext cx="4143375" cy="847725"/>
              </a:xfrm>
              <a:custGeom>
                <a:avLst/>
                <a:gdLst>
                  <a:gd name="connsiteX0" fmla="*/ 4048125 w 4143375"/>
                  <a:gd name="connsiteY0" fmla="*/ 0 h 847725"/>
                  <a:gd name="connsiteX1" fmla="*/ 4143375 w 4143375"/>
                  <a:gd name="connsiteY1" fmla="*/ 0 h 847725"/>
                  <a:gd name="connsiteX2" fmla="*/ 4143375 w 4143375"/>
                  <a:gd name="connsiteY2" fmla="*/ 847725 h 847725"/>
                  <a:gd name="connsiteX3" fmla="*/ 4048125 w 4143375"/>
                  <a:gd name="connsiteY3" fmla="*/ 847725 h 847725"/>
                  <a:gd name="connsiteX4" fmla="*/ 95250 w 4143375"/>
                  <a:gd name="connsiteY4" fmla="*/ 847725 h 847725"/>
                  <a:gd name="connsiteX5" fmla="*/ 0 w 4143375"/>
                  <a:gd name="connsiteY5" fmla="*/ 847725 h 847725"/>
                  <a:gd name="connsiteX6" fmla="*/ 0 w 4143375"/>
                  <a:gd name="connsiteY6" fmla="*/ 0 h 847725"/>
                  <a:gd name="connsiteX7" fmla="*/ 95250 w 4143375"/>
                  <a:gd name="connsiteY7" fmla="*/ 0 h 847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43375" h="847725">
                    <a:moveTo>
                      <a:pt x="4048125" y="0"/>
                    </a:moveTo>
                    <a:cubicBezTo>
                      <a:pt x="4100730" y="0"/>
                      <a:pt x="4143375" y="0"/>
                      <a:pt x="4143375" y="0"/>
                    </a:cubicBezTo>
                    <a:lnTo>
                      <a:pt x="4143375" y="847725"/>
                    </a:lnTo>
                    <a:cubicBezTo>
                      <a:pt x="4143375" y="847725"/>
                      <a:pt x="4100730" y="847725"/>
                      <a:pt x="4048125" y="847725"/>
                    </a:cubicBezTo>
                    <a:lnTo>
                      <a:pt x="95250" y="847725"/>
                    </a:lnTo>
                    <a:cubicBezTo>
                      <a:pt x="42645" y="847725"/>
                      <a:pt x="0" y="847725"/>
                      <a:pt x="0" y="847725"/>
                    </a:cubicBezTo>
                    <a:lnTo>
                      <a:pt x="0" y="0"/>
                    </a:lnTo>
                    <a:cubicBezTo>
                      <a:pt x="0" y="0"/>
                      <a:pt x="42645" y="0"/>
                      <a:pt x="95250" y="0"/>
                    </a:cubicBezTo>
                    <a:close/>
                  </a:path>
                </a:pathLst>
              </a:custGeom>
              <a:solidFill>
                <a:srgbClr val="D7CEC4"/>
              </a:solidFill>
              <a:ln w="9525" cap="flat">
                <a:noFill/>
                <a:prstDash val="solid"/>
                <a:miter/>
              </a:ln>
            </p:spPr>
            <p:txBody>
              <a:bodyPr rtlCol="0" anchor="ctr"/>
              <a:lstStyle/>
              <a:p>
                <a:endParaRPr lang="en-US"/>
              </a:p>
            </p:txBody>
          </p:sp>
          <p:sp>
            <p:nvSpPr>
              <p:cNvPr id="34" name="Freeform 116">
                <a:extLst>
                  <a:ext uri="{FF2B5EF4-FFF2-40B4-BE49-F238E27FC236}">
                    <a16:creationId xmlns:a16="http://schemas.microsoft.com/office/drawing/2014/main" id="{C9FB6BC6-7755-BE45-5D4D-2243204AA012}"/>
                  </a:ext>
                </a:extLst>
              </p:cNvPr>
              <p:cNvSpPr/>
              <p:nvPr/>
            </p:nvSpPr>
            <p:spPr>
              <a:xfrm>
                <a:off x="13725525" y="4865094"/>
                <a:ext cx="4143375" cy="847725"/>
              </a:xfrm>
              <a:custGeom>
                <a:avLst/>
                <a:gdLst>
                  <a:gd name="connsiteX0" fmla="*/ 4048125 w 4143375"/>
                  <a:gd name="connsiteY0" fmla="*/ 0 h 847725"/>
                  <a:gd name="connsiteX1" fmla="*/ 4143375 w 4143375"/>
                  <a:gd name="connsiteY1" fmla="*/ 0 h 847725"/>
                  <a:gd name="connsiteX2" fmla="*/ 4143375 w 4143375"/>
                  <a:gd name="connsiteY2" fmla="*/ 847725 h 847725"/>
                  <a:gd name="connsiteX3" fmla="*/ 4048125 w 4143375"/>
                  <a:gd name="connsiteY3" fmla="*/ 847725 h 847725"/>
                  <a:gd name="connsiteX4" fmla="*/ 95250 w 4143375"/>
                  <a:gd name="connsiteY4" fmla="*/ 847725 h 847725"/>
                  <a:gd name="connsiteX5" fmla="*/ 0 w 4143375"/>
                  <a:gd name="connsiteY5" fmla="*/ 847725 h 847725"/>
                  <a:gd name="connsiteX6" fmla="*/ 0 w 4143375"/>
                  <a:gd name="connsiteY6" fmla="*/ 0 h 847725"/>
                  <a:gd name="connsiteX7" fmla="*/ 95250 w 4143375"/>
                  <a:gd name="connsiteY7" fmla="*/ 0 h 847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43375" h="847725">
                    <a:moveTo>
                      <a:pt x="4048125" y="0"/>
                    </a:moveTo>
                    <a:cubicBezTo>
                      <a:pt x="4100730" y="0"/>
                      <a:pt x="4143375" y="0"/>
                      <a:pt x="4143375" y="0"/>
                    </a:cubicBezTo>
                    <a:lnTo>
                      <a:pt x="4143375" y="847725"/>
                    </a:lnTo>
                    <a:cubicBezTo>
                      <a:pt x="4143375" y="847725"/>
                      <a:pt x="4100730" y="847725"/>
                      <a:pt x="4048125" y="847725"/>
                    </a:cubicBezTo>
                    <a:lnTo>
                      <a:pt x="95250" y="847725"/>
                    </a:lnTo>
                    <a:cubicBezTo>
                      <a:pt x="42645" y="847725"/>
                      <a:pt x="0" y="847725"/>
                      <a:pt x="0" y="847725"/>
                    </a:cubicBezTo>
                    <a:lnTo>
                      <a:pt x="0" y="0"/>
                    </a:lnTo>
                    <a:cubicBezTo>
                      <a:pt x="0" y="0"/>
                      <a:pt x="42645" y="0"/>
                      <a:pt x="95250" y="0"/>
                    </a:cubicBezTo>
                    <a:close/>
                  </a:path>
                </a:pathLst>
              </a:custGeom>
              <a:solidFill>
                <a:srgbClr val="E8E4D7"/>
              </a:solidFill>
              <a:ln w="9525" cap="flat">
                <a:noFill/>
                <a:prstDash val="solid"/>
                <a:miter/>
              </a:ln>
            </p:spPr>
            <p:txBody>
              <a:bodyPr rtlCol="0" anchor="ctr"/>
              <a:lstStyle/>
              <a:p>
                <a:endParaRPr lang="en-US"/>
              </a:p>
            </p:txBody>
          </p:sp>
          <p:sp>
            <p:nvSpPr>
              <p:cNvPr id="35" name="Freeform 117">
                <a:extLst>
                  <a:ext uri="{FF2B5EF4-FFF2-40B4-BE49-F238E27FC236}">
                    <a16:creationId xmlns:a16="http://schemas.microsoft.com/office/drawing/2014/main" id="{3DB4F8C1-8D0C-C554-147F-0229556AF558}"/>
                  </a:ext>
                </a:extLst>
              </p:cNvPr>
              <p:cNvSpPr/>
              <p:nvPr/>
            </p:nvSpPr>
            <p:spPr>
              <a:xfrm>
                <a:off x="13725525" y="5903319"/>
                <a:ext cx="4143375" cy="847725"/>
              </a:xfrm>
              <a:custGeom>
                <a:avLst/>
                <a:gdLst>
                  <a:gd name="connsiteX0" fmla="*/ 4048125 w 4143375"/>
                  <a:gd name="connsiteY0" fmla="*/ 0 h 847725"/>
                  <a:gd name="connsiteX1" fmla="*/ 4143375 w 4143375"/>
                  <a:gd name="connsiteY1" fmla="*/ 0 h 847725"/>
                  <a:gd name="connsiteX2" fmla="*/ 4143375 w 4143375"/>
                  <a:gd name="connsiteY2" fmla="*/ 847725 h 847725"/>
                  <a:gd name="connsiteX3" fmla="*/ 4048125 w 4143375"/>
                  <a:gd name="connsiteY3" fmla="*/ 847725 h 847725"/>
                  <a:gd name="connsiteX4" fmla="*/ 95250 w 4143375"/>
                  <a:gd name="connsiteY4" fmla="*/ 847725 h 847725"/>
                  <a:gd name="connsiteX5" fmla="*/ 0 w 4143375"/>
                  <a:gd name="connsiteY5" fmla="*/ 847725 h 847725"/>
                  <a:gd name="connsiteX6" fmla="*/ 0 w 4143375"/>
                  <a:gd name="connsiteY6" fmla="*/ 0 h 847725"/>
                  <a:gd name="connsiteX7" fmla="*/ 95250 w 4143375"/>
                  <a:gd name="connsiteY7" fmla="*/ 0 h 847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43375" h="847725">
                    <a:moveTo>
                      <a:pt x="4048125" y="0"/>
                    </a:moveTo>
                    <a:cubicBezTo>
                      <a:pt x="4100730" y="0"/>
                      <a:pt x="4143375" y="0"/>
                      <a:pt x="4143375" y="0"/>
                    </a:cubicBezTo>
                    <a:lnTo>
                      <a:pt x="4143375" y="847725"/>
                    </a:lnTo>
                    <a:cubicBezTo>
                      <a:pt x="4143375" y="847725"/>
                      <a:pt x="4100730" y="847725"/>
                      <a:pt x="4048125" y="847725"/>
                    </a:cubicBezTo>
                    <a:lnTo>
                      <a:pt x="95250" y="847725"/>
                    </a:lnTo>
                    <a:cubicBezTo>
                      <a:pt x="42645" y="847725"/>
                      <a:pt x="0" y="847725"/>
                      <a:pt x="0" y="847725"/>
                    </a:cubicBezTo>
                    <a:lnTo>
                      <a:pt x="0" y="0"/>
                    </a:lnTo>
                    <a:cubicBezTo>
                      <a:pt x="0" y="0"/>
                      <a:pt x="42645" y="0"/>
                      <a:pt x="95250" y="0"/>
                    </a:cubicBezTo>
                    <a:close/>
                  </a:path>
                </a:pathLst>
              </a:custGeom>
              <a:solidFill>
                <a:srgbClr val="C6C4E0"/>
              </a:solidFill>
              <a:ln w="9525" cap="flat">
                <a:noFill/>
                <a:prstDash val="solid"/>
                <a:miter/>
              </a:ln>
            </p:spPr>
            <p:txBody>
              <a:bodyPr rtlCol="0" anchor="ctr"/>
              <a:lstStyle/>
              <a:p>
                <a:endParaRPr lang="en-US"/>
              </a:p>
            </p:txBody>
          </p:sp>
          <p:sp>
            <p:nvSpPr>
              <p:cNvPr id="36" name="Freeform 119">
                <a:extLst>
                  <a:ext uri="{FF2B5EF4-FFF2-40B4-BE49-F238E27FC236}">
                    <a16:creationId xmlns:a16="http://schemas.microsoft.com/office/drawing/2014/main" id="{A42F4D76-45CC-2609-D7F0-F5C32DC9F468}"/>
                  </a:ext>
                </a:extLst>
              </p:cNvPr>
              <p:cNvSpPr/>
              <p:nvPr/>
            </p:nvSpPr>
            <p:spPr>
              <a:xfrm>
                <a:off x="13725525" y="2790825"/>
                <a:ext cx="4143375" cy="847725"/>
              </a:xfrm>
              <a:custGeom>
                <a:avLst/>
                <a:gdLst>
                  <a:gd name="connsiteX0" fmla="*/ 4048125 w 4143375"/>
                  <a:gd name="connsiteY0" fmla="*/ 0 h 847725"/>
                  <a:gd name="connsiteX1" fmla="*/ 4143375 w 4143375"/>
                  <a:gd name="connsiteY1" fmla="*/ 0 h 847725"/>
                  <a:gd name="connsiteX2" fmla="*/ 4143375 w 4143375"/>
                  <a:gd name="connsiteY2" fmla="*/ 847725 h 847725"/>
                  <a:gd name="connsiteX3" fmla="*/ 4048125 w 4143375"/>
                  <a:gd name="connsiteY3" fmla="*/ 847725 h 847725"/>
                  <a:gd name="connsiteX4" fmla="*/ 95250 w 4143375"/>
                  <a:gd name="connsiteY4" fmla="*/ 847725 h 847725"/>
                  <a:gd name="connsiteX5" fmla="*/ 0 w 4143375"/>
                  <a:gd name="connsiteY5" fmla="*/ 847725 h 847725"/>
                  <a:gd name="connsiteX6" fmla="*/ 0 w 4143375"/>
                  <a:gd name="connsiteY6" fmla="*/ 0 h 847725"/>
                  <a:gd name="connsiteX7" fmla="*/ 95250 w 4143375"/>
                  <a:gd name="connsiteY7" fmla="*/ 0 h 847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43375" h="847725">
                    <a:moveTo>
                      <a:pt x="4048125" y="0"/>
                    </a:moveTo>
                    <a:cubicBezTo>
                      <a:pt x="4100730" y="0"/>
                      <a:pt x="4143375" y="0"/>
                      <a:pt x="4143375" y="0"/>
                    </a:cubicBezTo>
                    <a:lnTo>
                      <a:pt x="4143375" y="847725"/>
                    </a:lnTo>
                    <a:cubicBezTo>
                      <a:pt x="4143375" y="847725"/>
                      <a:pt x="4100730" y="847725"/>
                      <a:pt x="4048125" y="847725"/>
                    </a:cubicBezTo>
                    <a:lnTo>
                      <a:pt x="95250" y="847725"/>
                    </a:lnTo>
                    <a:cubicBezTo>
                      <a:pt x="42645" y="847725"/>
                      <a:pt x="0" y="847725"/>
                      <a:pt x="0" y="847725"/>
                    </a:cubicBezTo>
                    <a:lnTo>
                      <a:pt x="0" y="0"/>
                    </a:lnTo>
                    <a:cubicBezTo>
                      <a:pt x="0" y="0"/>
                      <a:pt x="42645" y="0"/>
                      <a:pt x="95250" y="0"/>
                    </a:cubicBezTo>
                    <a:close/>
                  </a:path>
                </a:pathLst>
              </a:custGeom>
              <a:solidFill>
                <a:srgbClr val="AFCCE0"/>
              </a:solidFill>
              <a:ln w="9525" cap="flat">
                <a:noFill/>
                <a:prstDash val="solid"/>
                <a:miter/>
              </a:ln>
            </p:spPr>
            <p:txBody>
              <a:bodyPr rtlCol="0" anchor="ctr"/>
              <a:lstStyle/>
              <a:p>
                <a:endParaRPr lang="en-US"/>
              </a:p>
            </p:txBody>
          </p:sp>
          <p:sp>
            <p:nvSpPr>
              <p:cNvPr id="37" name="Freeform 120">
                <a:extLst>
                  <a:ext uri="{FF2B5EF4-FFF2-40B4-BE49-F238E27FC236}">
                    <a16:creationId xmlns:a16="http://schemas.microsoft.com/office/drawing/2014/main" id="{50157F55-49C7-70ED-CF69-797DD5A250EE}"/>
                  </a:ext>
                </a:extLst>
              </p:cNvPr>
              <p:cNvSpPr/>
              <p:nvPr/>
            </p:nvSpPr>
            <p:spPr>
              <a:xfrm>
                <a:off x="13725525" y="3829050"/>
                <a:ext cx="4143375" cy="847725"/>
              </a:xfrm>
              <a:custGeom>
                <a:avLst/>
                <a:gdLst>
                  <a:gd name="connsiteX0" fmla="*/ 4048125 w 4143375"/>
                  <a:gd name="connsiteY0" fmla="*/ 0 h 847725"/>
                  <a:gd name="connsiteX1" fmla="*/ 4143375 w 4143375"/>
                  <a:gd name="connsiteY1" fmla="*/ 0 h 847725"/>
                  <a:gd name="connsiteX2" fmla="*/ 4143375 w 4143375"/>
                  <a:gd name="connsiteY2" fmla="*/ 847725 h 847725"/>
                  <a:gd name="connsiteX3" fmla="*/ 4048125 w 4143375"/>
                  <a:gd name="connsiteY3" fmla="*/ 847725 h 847725"/>
                  <a:gd name="connsiteX4" fmla="*/ 95250 w 4143375"/>
                  <a:gd name="connsiteY4" fmla="*/ 847725 h 847725"/>
                  <a:gd name="connsiteX5" fmla="*/ 0 w 4143375"/>
                  <a:gd name="connsiteY5" fmla="*/ 847725 h 847725"/>
                  <a:gd name="connsiteX6" fmla="*/ 0 w 4143375"/>
                  <a:gd name="connsiteY6" fmla="*/ 0 h 847725"/>
                  <a:gd name="connsiteX7" fmla="*/ 95250 w 4143375"/>
                  <a:gd name="connsiteY7" fmla="*/ 0 h 847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43375" h="847725">
                    <a:moveTo>
                      <a:pt x="4048125" y="0"/>
                    </a:moveTo>
                    <a:cubicBezTo>
                      <a:pt x="4100730" y="0"/>
                      <a:pt x="4143375" y="0"/>
                      <a:pt x="4143375" y="0"/>
                    </a:cubicBezTo>
                    <a:lnTo>
                      <a:pt x="4143375" y="847725"/>
                    </a:lnTo>
                    <a:cubicBezTo>
                      <a:pt x="4143375" y="847725"/>
                      <a:pt x="4100730" y="847725"/>
                      <a:pt x="4048125" y="847725"/>
                    </a:cubicBezTo>
                    <a:lnTo>
                      <a:pt x="95250" y="847725"/>
                    </a:lnTo>
                    <a:cubicBezTo>
                      <a:pt x="42645" y="847725"/>
                      <a:pt x="0" y="847725"/>
                      <a:pt x="0" y="847725"/>
                    </a:cubicBezTo>
                    <a:lnTo>
                      <a:pt x="0" y="0"/>
                    </a:lnTo>
                    <a:cubicBezTo>
                      <a:pt x="0" y="0"/>
                      <a:pt x="42645" y="0"/>
                      <a:pt x="95250" y="0"/>
                    </a:cubicBezTo>
                    <a:close/>
                  </a:path>
                </a:pathLst>
              </a:custGeom>
              <a:solidFill>
                <a:srgbClr val="A7D2D9"/>
              </a:solidFill>
              <a:ln w="9525" cap="flat">
                <a:noFill/>
                <a:prstDash val="solid"/>
                <a:miter/>
              </a:ln>
            </p:spPr>
            <p:txBody>
              <a:bodyPr rtlCol="0" anchor="ctr"/>
              <a:lstStyle/>
              <a:p>
                <a:endParaRPr lang="en-US"/>
              </a:p>
            </p:txBody>
          </p:sp>
        </p:grpSp>
        <p:grpSp>
          <p:nvGrpSpPr>
            <p:cNvPr id="11" name="组合 10">
              <a:extLst>
                <a:ext uri="{FF2B5EF4-FFF2-40B4-BE49-F238E27FC236}">
                  <a16:creationId xmlns:a16="http://schemas.microsoft.com/office/drawing/2014/main" id="{5E2060B6-CBA2-8839-626D-1C217EF712CD}"/>
                </a:ext>
              </a:extLst>
            </p:cNvPr>
            <p:cNvGrpSpPr/>
            <p:nvPr userDrawn="1"/>
          </p:nvGrpSpPr>
          <p:grpSpPr>
            <a:xfrm>
              <a:off x="18472717" y="1432434"/>
              <a:ext cx="1163213" cy="1302834"/>
              <a:chOff x="571500" y="2638425"/>
              <a:chExt cx="8477250" cy="3962400"/>
            </a:xfrm>
          </p:grpSpPr>
          <p:sp>
            <p:nvSpPr>
              <p:cNvPr id="26" name="Freeform 55">
                <a:extLst>
                  <a:ext uri="{FF2B5EF4-FFF2-40B4-BE49-F238E27FC236}">
                    <a16:creationId xmlns:a16="http://schemas.microsoft.com/office/drawing/2014/main" id="{F14B7692-FBDD-845A-794D-3028C412F3F2}"/>
                  </a:ext>
                </a:extLst>
              </p:cNvPr>
              <p:cNvSpPr/>
              <p:nvPr/>
            </p:nvSpPr>
            <p:spPr>
              <a:xfrm>
                <a:off x="571500" y="2638425"/>
                <a:ext cx="8477250" cy="847725"/>
              </a:xfrm>
              <a:custGeom>
                <a:avLst/>
                <a:gdLst>
                  <a:gd name="connsiteX0" fmla="*/ 8382000 w 8477250"/>
                  <a:gd name="connsiteY0" fmla="*/ 0 h 847725"/>
                  <a:gd name="connsiteX1" fmla="*/ 8477250 w 8477250"/>
                  <a:gd name="connsiteY1" fmla="*/ 0 h 847725"/>
                  <a:gd name="connsiteX2" fmla="*/ 8477250 w 8477250"/>
                  <a:gd name="connsiteY2" fmla="*/ 847725 h 847725"/>
                  <a:gd name="connsiteX3" fmla="*/ 8382000 w 8477250"/>
                  <a:gd name="connsiteY3" fmla="*/ 847725 h 847725"/>
                  <a:gd name="connsiteX4" fmla="*/ 95250 w 8477250"/>
                  <a:gd name="connsiteY4" fmla="*/ 847725 h 847725"/>
                  <a:gd name="connsiteX5" fmla="*/ 0 w 8477250"/>
                  <a:gd name="connsiteY5" fmla="*/ 847725 h 847725"/>
                  <a:gd name="connsiteX6" fmla="*/ 0 w 8477250"/>
                  <a:gd name="connsiteY6" fmla="*/ 0 h 847725"/>
                  <a:gd name="connsiteX7" fmla="*/ 95250 w 8477250"/>
                  <a:gd name="connsiteY7" fmla="*/ 0 h 847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477250" h="847725">
                    <a:moveTo>
                      <a:pt x="8382000" y="0"/>
                    </a:moveTo>
                    <a:cubicBezTo>
                      <a:pt x="8434605" y="0"/>
                      <a:pt x="8477250" y="0"/>
                      <a:pt x="8477250" y="0"/>
                    </a:cubicBezTo>
                    <a:lnTo>
                      <a:pt x="8477250" y="847725"/>
                    </a:lnTo>
                    <a:cubicBezTo>
                      <a:pt x="8477250" y="847725"/>
                      <a:pt x="8434605" y="847725"/>
                      <a:pt x="8382000" y="847725"/>
                    </a:cubicBezTo>
                    <a:lnTo>
                      <a:pt x="95250" y="847725"/>
                    </a:lnTo>
                    <a:cubicBezTo>
                      <a:pt x="42645" y="847725"/>
                      <a:pt x="0" y="847725"/>
                      <a:pt x="0" y="847725"/>
                    </a:cubicBezTo>
                    <a:lnTo>
                      <a:pt x="0" y="0"/>
                    </a:lnTo>
                    <a:cubicBezTo>
                      <a:pt x="0" y="0"/>
                      <a:pt x="42645" y="0"/>
                      <a:pt x="95250" y="0"/>
                    </a:cubicBezTo>
                    <a:close/>
                  </a:path>
                </a:pathLst>
              </a:custGeom>
              <a:solidFill>
                <a:srgbClr val="66B6FF"/>
              </a:solidFill>
              <a:ln w="9525" cap="flat">
                <a:noFill/>
                <a:prstDash val="solid"/>
                <a:miter/>
              </a:ln>
            </p:spPr>
            <p:txBody>
              <a:bodyPr rtlCol="0" anchor="ctr"/>
              <a:lstStyle/>
              <a:p>
                <a:endParaRPr lang="en-US"/>
              </a:p>
            </p:txBody>
          </p:sp>
          <p:sp>
            <p:nvSpPr>
              <p:cNvPr id="27" name="Freeform 56">
                <a:extLst>
                  <a:ext uri="{FF2B5EF4-FFF2-40B4-BE49-F238E27FC236}">
                    <a16:creationId xmlns:a16="http://schemas.microsoft.com/office/drawing/2014/main" id="{31E89648-80B9-99BA-4881-E725B7E521F8}"/>
                  </a:ext>
                </a:extLst>
              </p:cNvPr>
              <p:cNvSpPr/>
              <p:nvPr/>
            </p:nvSpPr>
            <p:spPr>
              <a:xfrm>
                <a:off x="571500" y="3676650"/>
                <a:ext cx="8477250" cy="847725"/>
              </a:xfrm>
              <a:custGeom>
                <a:avLst/>
                <a:gdLst>
                  <a:gd name="connsiteX0" fmla="*/ 8382000 w 8477250"/>
                  <a:gd name="connsiteY0" fmla="*/ 0 h 847725"/>
                  <a:gd name="connsiteX1" fmla="*/ 8477250 w 8477250"/>
                  <a:gd name="connsiteY1" fmla="*/ 0 h 847725"/>
                  <a:gd name="connsiteX2" fmla="*/ 8477250 w 8477250"/>
                  <a:gd name="connsiteY2" fmla="*/ 847725 h 847725"/>
                  <a:gd name="connsiteX3" fmla="*/ 8382000 w 8477250"/>
                  <a:gd name="connsiteY3" fmla="*/ 847725 h 847725"/>
                  <a:gd name="connsiteX4" fmla="*/ 95250 w 8477250"/>
                  <a:gd name="connsiteY4" fmla="*/ 847725 h 847725"/>
                  <a:gd name="connsiteX5" fmla="*/ 0 w 8477250"/>
                  <a:gd name="connsiteY5" fmla="*/ 847725 h 847725"/>
                  <a:gd name="connsiteX6" fmla="*/ 0 w 8477250"/>
                  <a:gd name="connsiteY6" fmla="*/ 0 h 847725"/>
                  <a:gd name="connsiteX7" fmla="*/ 95250 w 8477250"/>
                  <a:gd name="connsiteY7" fmla="*/ 0 h 847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477250" h="847725">
                    <a:moveTo>
                      <a:pt x="8382000" y="0"/>
                    </a:moveTo>
                    <a:cubicBezTo>
                      <a:pt x="8434605" y="0"/>
                      <a:pt x="8477250" y="0"/>
                      <a:pt x="8477250" y="0"/>
                    </a:cubicBezTo>
                    <a:lnTo>
                      <a:pt x="8477250" y="847725"/>
                    </a:lnTo>
                    <a:cubicBezTo>
                      <a:pt x="8477250" y="847725"/>
                      <a:pt x="8434605" y="847725"/>
                      <a:pt x="8382000" y="847725"/>
                    </a:cubicBezTo>
                    <a:lnTo>
                      <a:pt x="95250" y="847725"/>
                    </a:lnTo>
                    <a:cubicBezTo>
                      <a:pt x="42645" y="847725"/>
                      <a:pt x="0" y="847725"/>
                      <a:pt x="0" y="847725"/>
                    </a:cubicBezTo>
                    <a:lnTo>
                      <a:pt x="0" y="0"/>
                    </a:lnTo>
                    <a:cubicBezTo>
                      <a:pt x="0" y="0"/>
                      <a:pt x="42645" y="0"/>
                      <a:pt x="95250" y="0"/>
                    </a:cubicBezTo>
                    <a:close/>
                  </a:path>
                </a:pathLst>
              </a:custGeom>
              <a:solidFill>
                <a:srgbClr val="A7C4FA"/>
              </a:solidFill>
              <a:ln w="9525" cap="flat">
                <a:noFill/>
                <a:prstDash val="solid"/>
                <a:miter/>
              </a:ln>
            </p:spPr>
            <p:txBody>
              <a:bodyPr rtlCol="0" anchor="ctr"/>
              <a:lstStyle/>
              <a:p>
                <a:endParaRPr lang="en-US"/>
              </a:p>
            </p:txBody>
          </p:sp>
          <p:sp>
            <p:nvSpPr>
              <p:cNvPr id="28" name="Freeform 57">
                <a:extLst>
                  <a:ext uri="{FF2B5EF4-FFF2-40B4-BE49-F238E27FC236}">
                    <a16:creationId xmlns:a16="http://schemas.microsoft.com/office/drawing/2014/main" id="{5B5F5E9E-B8A0-AF22-6F8C-BF86DD2A6FFA}"/>
                  </a:ext>
                </a:extLst>
              </p:cNvPr>
              <p:cNvSpPr/>
              <p:nvPr/>
            </p:nvSpPr>
            <p:spPr>
              <a:xfrm>
                <a:off x="571500" y="4714875"/>
                <a:ext cx="8477250" cy="847725"/>
              </a:xfrm>
              <a:custGeom>
                <a:avLst/>
                <a:gdLst>
                  <a:gd name="connsiteX0" fmla="*/ 8382000 w 8477250"/>
                  <a:gd name="connsiteY0" fmla="*/ 0 h 847725"/>
                  <a:gd name="connsiteX1" fmla="*/ 8477250 w 8477250"/>
                  <a:gd name="connsiteY1" fmla="*/ 0 h 847725"/>
                  <a:gd name="connsiteX2" fmla="*/ 8477250 w 8477250"/>
                  <a:gd name="connsiteY2" fmla="*/ 847725 h 847725"/>
                  <a:gd name="connsiteX3" fmla="*/ 8382000 w 8477250"/>
                  <a:gd name="connsiteY3" fmla="*/ 847725 h 847725"/>
                  <a:gd name="connsiteX4" fmla="*/ 95250 w 8477250"/>
                  <a:gd name="connsiteY4" fmla="*/ 847725 h 847725"/>
                  <a:gd name="connsiteX5" fmla="*/ 0 w 8477250"/>
                  <a:gd name="connsiteY5" fmla="*/ 847725 h 847725"/>
                  <a:gd name="connsiteX6" fmla="*/ 0 w 8477250"/>
                  <a:gd name="connsiteY6" fmla="*/ 0 h 847725"/>
                  <a:gd name="connsiteX7" fmla="*/ 95250 w 8477250"/>
                  <a:gd name="connsiteY7" fmla="*/ 0 h 847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477250" h="847725">
                    <a:moveTo>
                      <a:pt x="8382000" y="0"/>
                    </a:moveTo>
                    <a:cubicBezTo>
                      <a:pt x="8434605" y="0"/>
                      <a:pt x="8477250" y="0"/>
                      <a:pt x="8477250" y="0"/>
                    </a:cubicBezTo>
                    <a:lnTo>
                      <a:pt x="8477250" y="847725"/>
                    </a:lnTo>
                    <a:cubicBezTo>
                      <a:pt x="8477250" y="847725"/>
                      <a:pt x="8434605" y="847725"/>
                      <a:pt x="8382000" y="847725"/>
                    </a:cubicBezTo>
                    <a:lnTo>
                      <a:pt x="95250" y="847725"/>
                    </a:lnTo>
                    <a:cubicBezTo>
                      <a:pt x="42645" y="847725"/>
                      <a:pt x="0" y="847725"/>
                      <a:pt x="0" y="847725"/>
                    </a:cubicBezTo>
                    <a:lnTo>
                      <a:pt x="0" y="0"/>
                    </a:lnTo>
                    <a:cubicBezTo>
                      <a:pt x="0" y="0"/>
                      <a:pt x="42645" y="0"/>
                      <a:pt x="95250" y="0"/>
                    </a:cubicBezTo>
                    <a:close/>
                  </a:path>
                </a:pathLst>
              </a:custGeom>
              <a:solidFill>
                <a:srgbClr val="8DECE6"/>
              </a:solidFill>
              <a:ln w="9525" cap="flat">
                <a:noFill/>
                <a:prstDash val="solid"/>
                <a:miter/>
              </a:ln>
            </p:spPr>
            <p:txBody>
              <a:bodyPr rtlCol="0" anchor="ctr"/>
              <a:lstStyle/>
              <a:p>
                <a:endParaRPr lang="en-US"/>
              </a:p>
            </p:txBody>
          </p:sp>
          <p:sp>
            <p:nvSpPr>
              <p:cNvPr id="29" name="Freeform 58">
                <a:extLst>
                  <a:ext uri="{FF2B5EF4-FFF2-40B4-BE49-F238E27FC236}">
                    <a16:creationId xmlns:a16="http://schemas.microsoft.com/office/drawing/2014/main" id="{2AF51E06-F4F1-3CB0-25F7-3254FD0C8B79}"/>
                  </a:ext>
                </a:extLst>
              </p:cNvPr>
              <p:cNvSpPr/>
              <p:nvPr/>
            </p:nvSpPr>
            <p:spPr>
              <a:xfrm>
                <a:off x="571500" y="5753100"/>
                <a:ext cx="8477250" cy="847725"/>
              </a:xfrm>
              <a:custGeom>
                <a:avLst/>
                <a:gdLst>
                  <a:gd name="connsiteX0" fmla="*/ 8382000 w 8477250"/>
                  <a:gd name="connsiteY0" fmla="*/ 0 h 847725"/>
                  <a:gd name="connsiteX1" fmla="*/ 8477250 w 8477250"/>
                  <a:gd name="connsiteY1" fmla="*/ 0 h 847725"/>
                  <a:gd name="connsiteX2" fmla="*/ 8477250 w 8477250"/>
                  <a:gd name="connsiteY2" fmla="*/ 847725 h 847725"/>
                  <a:gd name="connsiteX3" fmla="*/ 8382000 w 8477250"/>
                  <a:gd name="connsiteY3" fmla="*/ 847725 h 847725"/>
                  <a:gd name="connsiteX4" fmla="*/ 95250 w 8477250"/>
                  <a:gd name="connsiteY4" fmla="*/ 847725 h 847725"/>
                  <a:gd name="connsiteX5" fmla="*/ 0 w 8477250"/>
                  <a:gd name="connsiteY5" fmla="*/ 847725 h 847725"/>
                  <a:gd name="connsiteX6" fmla="*/ 0 w 8477250"/>
                  <a:gd name="connsiteY6" fmla="*/ 0 h 847725"/>
                  <a:gd name="connsiteX7" fmla="*/ 95250 w 8477250"/>
                  <a:gd name="connsiteY7" fmla="*/ 0 h 847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477250" h="847725">
                    <a:moveTo>
                      <a:pt x="8382000" y="0"/>
                    </a:moveTo>
                    <a:cubicBezTo>
                      <a:pt x="8434605" y="0"/>
                      <a:pt x="8477250" y="0"/>
                      <a:pt x="8477250" y="0"/>
                    </a:cubicBezTo>
                    <a:lnTo>
                      <a:pt x="8477250" y="847725"/>
                    </a:lnTo>
                    <a:cubicBezTo>
                      <a:pt x="8477250" y="847725"/>
                      <a:pt x="8434605" y="847725"/>
                      <a:pt x="8382000" y="847725"/>
                    </a:cubicBezTo>
                    <a:lnTo>
                      <a:pt x="95250" y="847725"/>
                    </a:lnTo>
                    <a:cubicBezTo>
                      <a:pt x="42645" y="847725"/>
                      <a:pt x="0" y="847725"/>
                      <a:pt x="0" y="847725"/>
                    </a:cubicBezTo>
                    <a:lnTo>
                      <a:pt x="0" y="0"/>
                    </a:lnTo>
                    <a:cubicBezTo>
                      <a:pt x="0" y="0"/>
                      <a:pt x="42645" y="0"/>
                      <a:pt x="95250" y="0"/>
                    </a:cubicBezTo>
                    <a:close/>
                  </a:path>
                </a:pathLst>
              </a:custGeom>
              <a:solidFill>
                <a:srgbClr val="8CDEFF"/>
              </a:solidFill>
              <a:ln w="9525" cap="flat">
                <a:noFill/>
                <a:prstDash val="solid"/>
                <a:miter/>
              </a:ln>
            </p:spPr>
            <p:txBody>
              <a:bodyPr rtlCol="0" anchor="ctr"/>
              <a:lstStyle/>
              <a:p>
                <a:endParaRPr lang="en-US"/>
              </a:p>
            </p:txBody>
          </p:sp>
        </p:grpSp>
        <p:sp>
          <p:nvSpPr>
            <p:cNvPr id="12" name="文本框 11">
              <a:extLst>
                <a:ext uri="{FF2B5EF4-FFF2-40B4-BE49-F238E27FC236}">
                  <a16:creationId xmlns:a16="http://schemas.microsoft.com/office/drawing/2014/main" id="{265169B5-09F9-984E-0A55-27E7644E4F75}"/>
                </a:ext>
              </a:extLst>
            </p:cNvPr>
            <p:cNvSpPr txBox="1"/>
            <p:nvPr userDrawn="1"/>
          </p:nvSpPr>
          <p:spPr>
            <a:xfrm>
              <a:off x="18266934" y="1094512"/>
              <a:ext cx="1461635" cy="283387"/>
            </a:xfrm>
            <a:prstGeom prst="rect">
              <a:avLst/>
            </a:prstGeom>
            <a:noFill/>
          </p:spPr>
          <p:txBody>
            <a:bodyPr wrap="none" rtlCol="0">
              <a:spAutoFit/>
            </a:bodyPr>
            <a:lstStyle/>
            <a:p>
              <a:r>
                <a:rPr kumimoji="1" lang="en-US" altLang="zh-CN" sz="800">
                  <a:solidFill>
                    <a:schemeClr val="bg1">
                      <a:lumMod val="50000"/>
                    </a:schemeClr>
                  </a:solidFill>
                  <a:latin typeface="Arial" panose="020B0604020202020204" pitchFamily="34" charset="0"/>
                  <a:cs typeface="Arial" panose="020B0604020202020204" pitchFamily="34" charset="0"/>
                </a:rPr>
                <a:t>Main Highlight Color</a:t>
              </a:r>
              <a:endParaRPr kumimoji="1" lang="zh-CN" altLang="en-US" sz="800">
                <a:solidFill>
                  <a:schemeClr val="bg1">
                    <a:lumMod val="50000"/>
                  </a:schemeClr>
                </a:solidFill>
                <a:latin typeface="Arial" panose="020B0604020202020204" pitchFamily="34" charset="0"/>
                <a:cs typeface="Arial" panose="020B0604020202020204" pitchFamily="34" charset="0"/>
              </a:endParaRPr>
            </a:p>
          </p:txBody>
        </p:sp>
        <p:grpSp>
          <p:nvGrpSpPr>
            <p:cNvPr id="13" name="组合 12">
              <a:extLst>
                <a:ext uri="{FF2B5EF4-FFF2-40B4-BE49-F238E27FC236}">
                  <a16:creationId xmlns:a16="http://schemas.microsoft.com/office/drawing/2014/main" id="{AB23A293-86E2-6279-2040-92BF8547D490}"/>
                </a:ext>
              </a:extLst>
            </p:cNvPr>
            <p:cNvGrpSpPr/>
            <p:nvPr userDrawn="1"/>
          </p:nvGrpSpPr>
          <p:grpSpPr>
            <a:xfrm>
              <a:off x="18472717" y="3293582"/>
              <a:ext cx="1163213" cy="1287748"/>
              <a:chOff x="12549512" y="5818345"/>
              <a:chExt cx="8514052" cy="3965735"/>
            </a:xfrm>
          </p:grpSpPr>
          <p:sp>
            <p:nvSpPr>
              <p:cNvPr id="19" name="Freeform 63">
                <a:extLst>
                  <a:ext uri="{FF2B5EF4-FFF2-40B4-BE49-F238E27FC236}">
                    <a16:creationId xmlns:a16="http://schemas.microsoft.com/office/drawing/2014/main" id="{446400FD-6F31-1756-E8F0-20FCB15327FB}"/>
                  </a:ext>
                </a:extLst>
              </p:cNvPr>
              <p:cNvSpPr/>
              <p:nvPr/>
            </p:nvSpPr>
            <p:spPr>
              <a:xfrm>
                <a:off x="12549512" y="5821680"/>
                <a:ext cx="4161776" cy="847725"/>
              </a:xfrm>
              <a:custGeom>
                <a:avLst/>
                <a:gdLst>
                  <a:gd name="connsiteX0" fmla="*/ 8382000 w 8477250"/>
                  <a:gd name="connsiteY0" fmla="*/ 0 h 847725"/>
                  <a:gd name="connsiteX1" fmla="*/ 8477250 w 8477250"/>
                  <a:gd name="connsiteY1" fmla="*/ 0 h 847725"/>
                  <a:gd name="connsiteX2" fmla="*/ 8477250 w 8477250"/>
                  <a:gd name="connsiteY2" fmla="*/ 847725 h 847725"/>
                  <a:gd name="connsiteX3" fmla="*/ 8382000 w 8477250"/>
                  <a:gd name="connsiteY3" fmla="*/ 847725 h 847725"/>
                  <a:gd name="connsiteX4" fmla="*/ 95250 w 8477250"/>
                  <a:gd name="connsiteY4" fmla="*/ 847725 h 847725"/>
                  <a:gd name="connsiteX5" fmla="*/ 0 w 8477250"/>
                  <a:gd name="connsiteY5" fmla="*/ 847725 h 847725"/>
                  <a:gd name="connsiteX6" fmla="*/ 0 w 8477250"/>
                  <a:gd name="connsiteY6" fmla="*/ 0 h 847725"/>
                  <a:gd name="connsiteX7" fmla="*/ 95250 w 8477250"/>
                  <a:gd name="connsiteY7" fmla="*/ 0 h 847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477250" h="847725">
                    <a:moveTo>
                      <a:pt x="8382000" y="0"/>
                    </a:moveTo>
                    <a:cubicBezTo>
                      <a:pt x="8434605" y="0"/>
                      <a:pt x="8477250" y="0"/>
                      <a:pt x="8477250" y="0"/>
                    </a:cubicBezTo>
                    <a:lnTo>
                      <a:pt x="8477250" y="847725"/>
                    </a:lnTo>
                    <a:cubicBezTo>
                      <a:pt x="8477250" y="847725"/>
                      <a:pt x="8434605" y="847725"/>
                      <a:pt x="8382000" y="847725"/>
                    </a:cubicBezTo>
                    <a:lnTo>
                      <a:pt x="95250" y="847725"/>
                    </a:lnTo>
                    <a:cubicBezTo>
                      <a:pt x="42645" y="847725"/>
                      <a:pt x="0" y="847725"/>
                      <a:pt x="0" y="847725"/>
                    </a:cubicBezTo>
                    <a:lnTo>
                      <a:pt x="0" y="0"/>
                    </a:lnTo>
                    <a:cubicBezTo>
                      <a:pt x="0" y="0"/>
                      <a:pt x="42645" y="0"/>
                      <a:pt x="95250" y="0"/>
                    </a:cubicBezTo>
                    <a:close/>
                  </a:path>
                </a:pathLst>
              </a:custGeom>
              <a:solidFill>
                <a:srgbClr val="BDC4FF"/>
              </a:solidFill>
              <a:ln w="9525" cap="flat">
                <a:noFill/>
                <a:prstDash val="solid"/>
                <a:miter/>
              </a:ln>
            </p:spPr>
            <p:txBody>
              <a:bodyPr rtlCol="0" anchor="ctr"/>
              <a:lstStyle/>
              <a:p>
                <a:endParaRPr lang="en-US"/>
              </a:p>
            </p:txBody>
          </p:sp>
          <p:sp>
            <p:nvSpPr>
              <p:cNvPr id="20" name="Freeform 64">
                <a:extLst>
                  <a:ext uri="{FF2B5EF4-FFF2-40B4-BE49-F238E27FC236}">
                    <a16:creationId xmlns:a16="http://schemas.microsoft.com/office/drawing/2014/main" id="{F099ABC4-A840-6D4A-0A42-48012ED2B7D3}"/>
                  </a:ext>
                </a:extLst>
              </p:cNvPr>
              <p:cNvSpPr/>
              <p:nvPr/>
            </p:nvSpPr>
            <p:spPr>
              <a:xfrm>
                <a:off x="12549512" y="6859905"/>
                <a:ext cx="4161776" cy="847725"/>
              </a:xfrm>
              <a:custGeom>
                <a:avLst/>
                <a:gdLst>
                  <a:gd name="connsiteX0" fmla="*/ 8382000 w 8477250"/>
                  <a:gd name="connsiteY0" fmla="*/ 0 h 847725"/>
                  <a:gd name="connsiteX1" fmla="*/ 8477250 w 8477250"/>
                  <a:gd name="connsiteY1" fmla="*/ 0 h 847725"/>
                  <a:gd name="connsiteX2" fmla="*/ 8477250 w 8477250"/>
                  <a:gd name="connsiteY2" fmla="*/ 847725 h 847725"/>
                  <a:gd name="connsiteX3" fmla="*/ 8382000 w 8477250"/>
                  <a:gd name="connsiteY3" fmla="*/ 847725 h 847725"/>
                  <a:gd name="connsiteX4" fmla="*/ 95250 w 8477250"/>
                  <a:gd name="connsiteY4" fmla="*/ 847725 h 847725"/>
                  <a:gd name="connsiteX5" fmla="*/ 0 w 8477250"/>
                  <a:gd name="connsiteY5" fmla="*/ 847725 h 847725"/>
                  <a:gd name="connsiteX6" fmla="*/ 0 w 8477250"/>
                  <a:gd name="connsiteY6" fmla="*/ 0 h 847725"/>
                  <a:gd name="connsiteX7" fmla="*/ 95250 w 8477250"/>
                  <a:gd name="connsiteY7" fmla="*/ 0 h 847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477250" h="847725">
                    <a:moveTo>
                      <a:pt x="8382000" y="0"/>
                    </a:moveTo>
                    <a:cubicBezTo>
                      <a:pt x="8434605" y="0"/>
                      <a:pt x="8477250" y="0"/>
                      <a:pt x="8477250" y="0"/>
                    </a:cubicBezTo>
                    <a:lnTo>
                      <a:pt x="8477250" y="847725"/>
                    </a:lnTo>
                    <a:cubicBezTo>
                      <a:pt x="8477250" y="847725"/>
                      <a:pt x="8434605" y="847725"/>
                      <a:pt x="8382000" y="847725"/>
                    </a:cubicBezTo>
                    <a:lnTo>
                      <a:pt x="95250" y="847725"/>
                    </a:lnTo>
                    <a:cubicBezTo>
                      <a:pt x="42645" y="847725"/>
                      <a:pt x="0" y="847725"/>
                      <a:pt x="0" y="847725"/>
                    </a:cubicBezTo>
                    <a:lnTo>
                      <a:pt x="0" y="0"/>
                    </a:lnTo>
                    <a:cubicBezTo>
                      <a:pt x="0" y="0"/>
                      <a:pt x="42645" y="0"/>
                      <a:pt x="95250" y="0"/>
                    </a:cubicBezTo>
                    <a:close/>
                  </a:path>
                </a:pathLst>
              </a:custGeom>
              <a:solidFill>
                <a:srgbClr val="58CDFF"/>
              </a:solidFill>
              <a:ln w="9525" cap="flat">
                <a:noFill/>
                <a:prstDash val="solid"/>
                <a:miter/>
              </a:ln>
            </p:spPr>
            <p:txBody>
              <a:bodyPr rtlCol="0" anchor="ctr"/>
              <a:lstStyle/>
              <a:p>
                <a:endParaRPr lang="en-US"/>
              </a:p>
            </p:txBody>
          </p:sp>
          <p:sp>
            <p:nvSpPr>
              <p:cNvPr id="21" name="Freeform 65">
                <a:extLst>
                  <a:ext uri="{FF2B5EF4-FFF2-40B4-BE49-F238E27FC236}">
                    <a16:creationId xmlns:a16="http://schemas.microsoft.com/office/drawing/2014/main" id="{AB70348E-DC53-E2FF-2624-444BCE646DFB}"/>
                  </a:ext>
                </a:extLst>
              </p:cNvPr>
              <p:cNvSpPr/>
              <p:nvPr/>
            </p:nvSpPr>
            <p:spPr>
              <a:xfrm>
                <a:off x="12549512" y="7898130"/>
                <a:ext cx="4161776" cy="847725"/>
              </a:xfrm>
              <a:custGeom>
                <a:avLst/>
                <a:gdLst>
                  <a:gd name="connsiteX0" fmla="*/ 8382000 w 8477250"/>
                  <a:gd name="connsiteY0" fmla="*/ 0 h 847725"/>
                  <a:gd name="connsiteX1" fmla="*/ 8477250 w 8477250"/>
                  <a:gd name="connsiteY1" fmla="*/ 0 h 847725"/>
                  <a:gd name="connsiteX2" fmla="*/ 8477250 w 8477250"/>
                  <a:gd name="connsiteY2" fmla="*/ 847725 h 847725"/>
                  <a:gd name="connsiteX3" fmla="*/ 8382000 w 8477250"/>
                  <a:gd name="connsiteY3" fmla="*/ 847725 h 847725"/>
                  <a:gd name="connsiteX4" fmla="*/ 95250 w 8477250"/>
                  <a:gd name="connsiteY4" fmla="*/ 847725 h 847725"/>
                  <a:gd name="connsiteX5" fmla="*/ 0 w 8477250"/>
                  <a:gd name="connsiteY5" fmla="*/ 847725 h 847725"/>
                  <a:gd name="connsiteX6" fmla="*/ 0 w 8477250"/>
                  <a:gd name="connsiteY6" fmla="*/ 0 h 847725"/>
                  <a:gd name="connsiteX7" fmla="*/ 95250 w 8477250"/>
                  <a:gd name="connsiteY7" fmla="*/ 0 h 847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477250" h="847725">
                    <a:moveTo>
                      <a:pt x="8382000" y="0"/>
                    </a:moveTo>
                    <a:cubicBezTo>
                      <a:pt x="8434605" y="0"/>
                      <a:pt x="8477250" y="0"/>
                      <a:pt x="8477250" y="0"/>
                    </a:cubicBezTo>
                    <a:lnTo>
                      <a:pt x="8477250" y="847725"/>
                    </a:lnTo>
                    <a:cubicBezTo>
                      <a:pt x="8477250" y="847725"/>
                      <a:pt x="8434605" y="847725"/>
                      <a:pt x="8382000" y="847725"/>
                    </a:cubicBezTo>
                    <a:lnTo>
                      <a:pt x="95250" y="847725"/>
                    </a:lnTo>
                    <a:cubicBezTo>
                      <a:pt x="42645" y="847725"/>
                      <a:pt x="0" y="847725"/>
                      <a:pt x="0" y="847725"/>
                    </a:cubicBezTo>
                    <a:lnTo>
                      <a:pt x="0" y="0"/>
                    </a:lnTo>
                    <a:cubicBezTo>
                      <a:pt x="0" y="0"/>
                      <a:pt x="42645" y="0"/>
                      <a:pt x="95250" y="0"/>
                    </a:cubicBezTo>
                    <a:close/>
                  </a:path>
                </a:pathLst>
              </a:custGeom>
              <a:solidFill>
                <a:srgbClr val="6AB8FF"/>
              </a:solidFill>
              <a:ln w="9525" cap="flat">
                <a:noFill/>
                <a:prstDash val="solid"/>
                <a:miter/>
              </a:ln>
            </p:spPr>
            <p:txBody>
              <a:bodyPr rtlCol="0" anchor="ctr"/>
              <a:lstStyle/>
              <a:p>
                <a:endParaRPr lang="en-US"/>
              </a:p>
            </p:txBody>
          </p:sp>
          <p:sp>
            <p:nvSpPr>
              <p:cNvPr id="22" name="Freeform 66">
                <a:extLst>
                  <a:ext uri="{FF2B5EF4-FFF2-40B4-BE49-F238E27FC236}">
                    <a16:creationId xmlns:a16="http://schemas.microsoft.com/office/drawing/2014/main" id="{077133F0-2C94-8974-3409-6BD4B740D455}"/>
                  </a:ext>
                </a:extLst>
              </p:cNvPr>
              <p:cNvSpPr/>
              <p:nvPr/>
            </p:nvSpPr>
            <p:spPr>
              <a:xfrm>
                <a:off x="12549512" y="8936355"/>
                <a:ext cx="4161776" cy="847725"/>
              </a:xfrm>
              <a:custGeom>
                <a:avLst/>
                <a:gdLst>
                  <a:gd name="connsiteX0" fmla="*/ 8382000 w 8477250"/>
                  <a:gd name="connsiteY0" fmla="*/ 0 h 847725"/>
                  <a:gd name="connsiteX1" fmla="*/ 8477250 w 8477250"/>
                  <a:gd name="connsiteY1" fmla="*/ 0 h 847725"/>
                  <a:gd name="connsiteX2" fmla="*/ 8477250 w 8477250"/>
                  <a:gd name="connsiteY2" fmla="*/ 847725 h 847725"/>
                  <a:gd name="connsiteX3" fmla="*/ 8382000 w 8477250"/>
                  <a:gd name="connsiteY3" fmla="*/ 847725 h 847725"/>
                  <a:gd name="connsiteX4" fmla="*/ 95250 w 8477250"/>
                  <a:gd name="connsiteY4" fmla="*/ 847725 h 847725"/>
                  <a:gd name="connsiteX5" fmla="*/ 0 w 8477250"/>
                  <a:gd name="connsiteY5" fmla="*/ 847725 h 847725"/>
                  <a:gd name="connsiteX6" fmla="*/ 0 w 8477250"/>
                  <a:gd name="connsiteY6" fmla="*/ 0 h 847725"/>
                  <a:gd name="connsiteX7" fmla="*/ 95250 w 8477250"/>
                  <a:gd name="connsiteY7" fmla="*/ 0 h 847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477250" h="847725">
                    <a:moveTo>
                      <a:pt x="8382000" y="0"/>
                    </a:moveTo>
                    <a:cubicBezTo>
                      <a:pt x="8434605" y="0"/>
                      <a:pt x="8477250" y="0"/>
                      <a:pt x="8477250" y="0"/>
                    </a:cubicBezTo>
                    <a:lnTo>
                      <a:pt x="8477250" y="847725"/>
                    </a:lnTo>
                    <a:cubicBezTo>
                      <a:pt x="8477250" y="847725"/>
                      <a:pt x="8434605" y="847725"/>
                      <a:pt x="8382000" y="847725"/>
                    </a:cubicBezTo>
                    <a:lnTo>
                      <a:pt x="95250" y="847725"/>
                    </a:lnTo>
                    <a:cubicBezTo>
                      <a:pt x="42645" y="847725"/>
                      <a:pt x="0" y="847725"/>
                      <a:pt x="0" y="847725"/>
                    </a:cubicBezTo>
                    <a:lnTo>
                      <a:pt x="0" y="0"/>
                    </a:lnTo>
                    <a:cubicBezTo>
                      <a:pt x="0" y="0"/>
                      <a:pt x="42645" y="0"/>
                      <a:pt x="95250" y="0"/>
                    </a:cubicBezTo>
                    <a:close/>
                  </a:path>
                </a:pathLst>
              </a:custGeom>
              <a:solidFill>
                <a:srgbClr val="FFDB94"/>
              </a:solidFill>
              <a:ln w="9525" cap="flat">
                <a:noFill/>
                <a:prstDash val="solid"/>
                <a:miter/>
              </a:ln>
            </p:spPr>
            <p:txBody>
              <a:bodyPr rtlCol="0" anchor="ctr"/>
              <a:lstStyle/>
              <a:p>
                <a:endParaRPr lang="en-US"/>
              </a:p>
            </p:txBody>
          </p:sp>
          <p:sp>
            <p:nvSpPr>
              <p:cNvPr id="23" name="Freeform 67">
                <a:extLst>
                  <a:ext uri="{FF2B5EF4-FFF2-40B4-BE49-F238E27FC236}">
                    <a16:creationId xmlns:a16="http://schemas.microsoft.com/office/drawing/2014/main" id="{0FBB95ED-3A41-1F50-66C6-D01AFB0071E8}"/>
                  </a:ext>
                </a:extLst>
              </p:cNvPr>
              <p:cNvSpPr/>
              <p:nvPr/>
            </p:nvSpPr>
            <p:spPr>
              <a:xfrm>
                <a:off x="16901788" y="5818345"/>
                <a:ext cx="4161776" cy="847725"/>
              </a:xfrm>
              <a:custGeom>
                <a:avLst/>
                <a:gdLst>
                  <a:gd name="connsiteX0" fmla="*/ 8382000 w 8477250"/>
                  <a:gd name="connsiteY0" fmla="*/ 0 h 847725"/>
                  <a:gd name="connsiteX1" fmla="*/ 8477250 w 8477250"/>
                  <a:gd name="connsiteY1" fmla="*/ 0 h 847725"/>
                  <a:gd name="connsiteX2" fmla="*/ 8477250 w 8477250"/>
                  <a:gd name="connsiteY2" fmla="*/ 847725 h 847725"/>
                  <a:gd name="connsiteX3" fmla="*/ 8382000 w 8477250"/>
                  <a:gd name="connsiteY3" fmla="*/ 847725 h 847725"/>
                  <a:gd name="connsiteX4" fmla="*/ 95250 w 8477250"/>
                  <a:gd name="connsiteY4" fmla="*/ 847725 h 847725"/>
                  <a:gd name="connsiteX5" fmla="*/ 0 w 8477250"/>
                  <a:gd name="connsiteY5" fmla="*/ 847725 h 847725"/>
                  <a:gd name="connsiteX6" fmla="*/ 0 w 8477250"/>
                  <a:gd name="connsiteY6" fmla="*/ 0 h 847725"/>
                  <a:gd name="connsiteX7" fmla="*/ 95250 w 8477250"/>
                  <a:gd name="connsiteY7" fmla="*/ 0 h 847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477250" h="847725">
                    <a:moveTo>
                      <a:pt x="8382000" y="0"/>
                    </a:moveTo>
                    <a:cubicBezTo>
                      <a:pt x="8434605" y="0"/>
                      <a:pt x="8477250" y="0"/>
                      <a:pt x="8477250" y="0"/>
                    </a:cubicBezTo>
                    <a:lnTo>
                      <a:pt x="8477250" y="847725"/>
                    </a:lnTo>
                    <a:cubicBezTo>
                      <a:pt x="8477250" y="847725"/>
                      <a:pt x="8434605" y="847725"/>
                      <a:pt x="8382000" y="847725"/>
                    </a:cubicBezTo>
                    <a:lnTo>
                      <a:pt x="95250" y="847725"/>
                    </a:lnTo>
                    <a:cubicBezTo>
                      <a:pt x="42645" y="847725"/>
                      <a:pt x="0" y="847725"/>
                      <a:pt x="0" y="847725"/>
                    </a:cubicBezTo>
                    <a:lnTo>
                      <a:pt x="0" y="0"/>
                    </a:lnTo>
                    <a:cubicBezTo>
                      <a:pt x="0" y="0"/>
                      <a:pt x="42645" y="0"/>
                      <a:pt x="95250" y="0"/>
                    </a:cubicBezTo>
                    <a:close/>
                  </a:path>
                </a:pathLst>
              </a:custGeom>
              <a:solidFill>
                <a:srgbClr val="FAA976"/>
              </a:solidFill>
              <a:ln w="9525" cap="flat">
                <a:noFill/>
                <a:prstDash val="solid"/>
                <a:miter/>
              </a:ln>
            </p:spPr>
            <p:txBody>
              <a:bodyPr rtlCol="0" anchor="ctr"/>
              <a:lstStyle/>
              <a:p>
                <a:endParaRPr lang="en-US"/>
              </a:p>
            </p:txBody>
          </p:sp>
          <p:sp>
            <p:nvSpPr>
              <p:cNvPr id="24" name="Freeform 68">
                <a:extLst>
                  <a:ext uri="{FF2B5EF4-FFF2-40B4-BE49-F238E27FC236}">
                    <a16:creationId xmlns:a16="http://schemas.microsoft.com/office/drawing/2014/main" id="{22F74FD2-18AF-FD5F-9498-6DB3DF039074}"/>
                  </a:ext>
                </a:extLst>
              </p:cNvPr>
              <p:cNvSpPr/>
              <p:nvPr/>
            </p:nvSpPr>
            <p:spPr>
              <a:xfrm>
                <a:off x="16901788" y="6856570"/>
                <a:ext cx="4161776" cy="847725"/>
              </a:xfrm>
              <a:custGeom>
                <a:avLst/>
                <a:gdLst>
                  <a:gd name="connsiteX0" fmla="*/ 8382000 w 8477250"/>
                  <a:gd name="connsiteY0" fmla="*/ 0 h 847725"/>
                  <a:gd name="connsiteX1" fmla="*/ 8477250 w 8477250"/>
                  <a:gd name="connsiteY1" fmla="*/ 0 h 847725"/>
                  <a:gd name="connsiteX2" fmla="*/ 8477250 w 8477250"/>
                  <a:gd name="connsiteY2" fmla="*/ 847725 h 847725"/>
                  <a:gd name="connsiteX3" fmla="*/ 8382000 w 8477250"/>
                  <a:gd name="connsiteY3" fmla="*/ 847725 h 847725"/>
                  <a:gd name="connsiteX4" fmla="*/ 95250 w 8477250"/>
                  <a:gd name="connsiteY4" fmla="*/ 847725 h 847725"/>
                  <a:gd name="connsiteX5" fmla="*/ 0 w 8477250"/>
                  <a:gd name="connsiteY5" fmla="*/ 847725 h 847725"/>
                  <a:gd name="connsiteX6" fmla="*/ 0 w 8477250"/>
                  <a:gd name="connsiteY6" fmla="*/ 0 h 847725"/>
                  <a:gd name="connsiteX7" fmla="*/ 95250 w 8477250"/>
                  <a:gd name="connsiteY7" fmla="*/ 0 h 847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477250" h="847725">
                    <a:moveTo>
                      <a:pt x="8382000" y="0"/>
                    </a:moveTo>
                    <a:cubicBezTo>
                      <a:pt x="8434605" y="0"/>
                      <a:pt x="8477250" y="0"/>
                      <a:pt x="8477250" y="0"/>
                    </a:cubicBezTo>
                    <a:lnTo>
                      <a:pt x="8477250" y="847725"/>
                    </a:lnTo>
                    <a:cubicBezTo>
                      <a:pt x="8477250" y="847725"/>
                      <a:pt x="8434605" y="847725"/>
                      <a:pt x="8382000" y="847725"/>
                    </a:cubicBezTo>
                    <a:lnTo>
                      <a:pt x="95250" y="847725"/>
                    </a:lnTo>
                    <a:cubicBezTo>
                      <a:pt x="42645" y="847725"/>
                      <a:pt x="0" y="847725"/>
                      <a:pt x="0" y="847725"/>
                    </a:cubicBezTo>
                    <a:lnTo>
                      <a:pt x="0" y="0"/>
                    </a:lnTo>
                    <a:cubicBezTo>
                      <a:pt x="0" y="0"/>
                      <a:pt x="42645" y="0"/>
                      <a:pt x="95250" y="0"/>
                    </a:cubicBezTo>
                    <a:close/>
                  </a:path>
                </a:pathLst>
              </a:custGeom>
              <a:solidFill>
                <a:srgbClr val="FFA9B2"/>
              </a:solidFill>
              <a:ln w="9525" cap="flat">
                <a:noFill/>
                <a:prstDash val="solid"/>
                <a:miter/>
              </a:ln>
            </p:spPr>
            <p:txBody>
              <a:bodyPr rtlCol="0" anchor="ctr"/>
              <a:lstStyle/>
              <a:p>
                <a:endParaRPr lang="en-US"/>
              </a:p>
            </p:txBody>
          </p:sp>
          <p:sp>
            <p:nvSpPr>
              <p:cNvPr id="25" name="Freeform 69">
                <a:extLst>
                  <a:ext uri="{FF2B5EF4-FFF2-40B4-BE49-F238E27FC236}">
                    <a16:creationId xmlns:a16="http://schemas.microsoft.com/office/drawing/2014/main" id="{6ABB0868-7F8E-A1F2-23C7-49EED7AE932D}"/>
                  </a:ext>
                </a:extLst>
              </p:cNvPr>
              <p:cNvSpPr/>
              <p:nvPr/>
            </p:nvSpPr>
            <p:spPr>
              <a:xfrm>
                <a:off x="16901788" y="7894795"/>
                <a:ext cx="4161776" cy="847725"/>
              </a:xfrm>
              <a:custGeom>
                <a:avLst/>
                <a:gdLst>
                  <a:gd name="connsiteX0" fmla="*/ 8382000 w 8477250"/>
                  <a:gd name="connsiteY0" fmla="*/ 0 h 847725"/>
                  <a:gd name="connsiteX1" fmla="*/ 8477250 w 8477250"/>
                  <a:gd name="connsiteY1" fmla="*/ 0 h 847725"/>
                  <a:gd name="connsiteX2" fmla="*/ 8477250 w 8477250"/>
                  <a:gd name="connsiteY2" fmla="*/ 847725 h 847725"/>
                  <a:gd name="connsiteX3" fmla="*/ 8382000 w 8477250"/>
                  <a:gd name="connsiteY3" fmla="*/ 847725 h 847725"/>
                  <a:gd name="connsiteX4" fmla="*/ 95250 w 8477250"/>
                  <a:gd name="connsiteY4" fmla="*/ 847725 h 847725"/>
                  <a:gd name="connsiteX5" fmla="*/ 0 w 8477250"/>
                  <a:gd name="connsiteY5" fmla="*/ 847725 h 847725"/>
                  <a:gd name="connsiteX6" fmla="*/ 0 w 8477250"/>
                  <a:gd name="connsiteY6" fmla="*/ 0 h 847725"/>
                  <a:gd name="connsiteX7" fmla="*/ 95250 w 8477250"/>
                  <a:gd name="connsiteY7" fmla="*/ 0 h 847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477250" h="847725">
                    <a:moveTo>
                      <a:pt x="8382000" y="0"/>
                    </a:moveTo>
                    <a:cubicBezTo>
                      <a:pt x="8434605" y="0"/>
                      <a:pt x="8477250" y="0"/>
                      <a:pt x="8477250" y="0"/>
                    </a:cubicBezTo>
                    <a:lnTo>
                      <a:pt x="8477250" y="847725"/>
                    </a:lnTo>
                    <a:cubicBezTo>
                      <a:pt x="8477250" y="847725"/>
                      <a:pt x="8434605" y="847725"/>
                      <a:pt x="8382000" y="847725"/>
                    </a:cubicBezTo>
                    <a:lnTo>
                      <a:pt x="95250" y="847725"/>
                    </a:lnTo>
                    <a:cubicBezTo>
                      <a:pt x="42645" y="847725"/>
                      <a:pt x="0" y="847725"/>
                      <a:pt x="0" y="847725"/>
                    </a:cubicBezTo>
                    <a:lnTo>
                      <a:pt x="0" y="0"/>
                    </a:lnTo>
                    <a:cubicBezTo>
                      <a:pt x="0" y="0"/>
                      <a:pt x="42645" y="0"/>
                      <a:pt x="95250" y="0"/>
                    </a:cubicBezTo>
                    <a:close/>
                  </a:path>
                </a:pathLst>
              </a:custGeom>
              <a:solidFill>
                <a:srgbClr val="FF7774"/>
              </a:solidFill>
              <a:ln w="9525" cap="flat">
                <a:noFill/>
                <a:prstDash val="solid"/>
                <a:miter/>
              </a:ln>
            </p:spPr>
            <p:txBody>
              <a:bodyPr rtlCol="0" anchor="ctr"/>
              <a:lstStyle/>
              <a:p>
                <a:endParaRPr lang="en-US"/>
              </a:p>
            </p:txBody>
          </p:sp>
        </p:grpSp>
        <p:sp>
          <p:nvSpPr>
            <p:cNvPr id="17" name="文本框 16">
              <a:extLst>
                <a:ext uri="{FF2B5EF4-FFF2-40B4-BE49-F238E27FC236}">
                  <a16:creationId xmlns:a16="http://schemas.microsoft.com/office/drawing/2014/main" id="{E659E7DC-0B87-703C-CFBA-01D6690798AE}"/>
                </a:ext>
              </a:extLst>
            </p:cNvPr>
            <p:cNvSpPr txBox="1"/>
            <p:nvPr userDrawn="1"/>
          </p:nvSpPr>
          <p:spPr>
            <a:xfrm>
              <a:off x="18266938" y="2947108"/>
              <a:ext cx="1817977" cy="283387"/>
            </a:xfrm>
            <a:prstGeom prst="rect">
              <a:avLst/>
            </a:prstGeom>
            <a:noFill/>
          </p:spPr>
          <p:txBody>
            <a:bodyPr wrap="none" rtlCol="0">
              <a:spAutoFit/>
            </a:bodyPr>
            <a:lstStyle/>
            <a:p>
              <a:pPr algn="l"/>
              <a:r>
                <a:rPr kumimoji="1" lang="en-US" altLang="zh-CN" sz="800">
                  <a:solidFill>
                    <a:schemeClr val="bg1">
                      <a:lumMod val="50000"/>
                    </a:schemeClr>
                  </a:solidFill>
                  <a:latin typeface="Arial" panose="020B0604020202020204" pitchFamily="34" charset="0"/>
                  <a:cs typeface="Arial" panose="020B0604020202020204" pitchFamily="34" charset="0"/>
                </a:rPr>
                <a:t>Secondary Highlight Color</a:t>
              </a:r>
              <a:endParaRPr kumimoji="1" lang="zh-CN" altLang="en-US" sz="800">
                <a:solidFill>
                  <a:schemeClr val="bg1">
                    <a:lumMod val="50000"/>
                  </a:schemeClr>
                </a:solidFill>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2423638753"/>
      </p:ext>
    </p:extLst>
  </p:cSld>
  <p:clrMap bg1="lt1" tx1="dk1" bg2="lt2" tx2="dk2" accent1="accent1" accent2="accent2" accent3="accent3" accent4="accent4" accent5="accent5" accent6="accent6" hlink="hlink" folHlink="folHlink"/>
  <p:sldLayoutIdLst>
    <p:sldLayoutId id="2147483690" r:id="rId1"/>
    <p:sldLayoutId id="2147483675" r:id="rId2"/>
    <p:sldLayoutId id="2147483676" r:id="rId3"/>
    <p:sldLayoutId id="2147483677" r:id="rId4"/>
    <p:sldLayoutId id="2147483678" r:id="rId5"/>
    <p:sldLayoutId id="2147483681" r:id="rId6"/>
    <p:sldLayoutId id="2147483682" r:id="rId7"/>
    <p:sldLayoutId id="2147483686" r:id="rId8"/>
    <p:sldLayoutId id="2147483687" r:id="rId9"/>
    <p:sldLayoutId id="2147483679" r:id="rId10"/>
  </p:sldLayoutIdLst>
  <p:hf hdr="0" ftr="0" dt="0"/>
  <p:txStyles>
    <p:titleStyle>
      <a:lvl1pPr algn="l" defTabSz="914400" rtl="0" eaLnBrk="1" latinLnBrk="0" hangingPunct="1">
        <a:lnSpc>
          <a:spcPct val="90000"/>
        </a:lnSpc>
        <a:spcBef>
          <a:spcPct val="0"/>
        </a:spcBef>
        <a:buNone/>
        <a:defRPr sz="1800" b="0" i="0" kern="1200" baseline="0">
          <a:solidFill>
            <a:schemeClr val="bg1"/>
          </a:solidFill>
          <a:latin typeface="Arial" panose="020B0604020202020204" pitchFamily="34" charset="0"/>
          <a:ea typeface="微软雅黑" panose="020B0503020204020204" pitchFamily="34" charset="-122"/>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400" b="0" i="0" kern="1200" baseline="0">
          <a:solidFill>
            <a:schemeClr val="bg1"/>
          </a:solidFill>
          <a:latin typeface="Arial" panose="020B0604020202020204" pitchFamily="34" charset="0"/>
          <a:ea typeface="微软雅黑 Light" panose="020B0502040204020203"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baseline="0">
          <a:solidFill>
            <a:schemeClr val="bg1"/>
          </a:solidFill>
          <a:latin typeface="Arial" panose="020B0604020202020204" pitchFamily="34" charset="0"/>
          <a:ea typeface="微软雅黑 Light" panose="020B0502040204020203"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baseline="0">
          <a:solidFill>
            <a:schemeClr val="bg1"/>
          </a:solidFill>
          <a:latin typeface="Arial" panose="020B0604020202020204" pitchFamily="34" charset="0"/>
          <a:ea typeface="微软雅黑 Light" panose="020B0502040204020203"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baseline="0">
          <a:solidFill>
            <a:schemeClr val="bg1"/>
          </a:solidFill>
          <a:latin typeface="Arial" panose="020B0604020202020204" pitchFamily="34" charset="0"/>
          <a:ea typeface="微软雅黑 Light" panose="020B0502040204020203"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baseline="0">
          <a:solidFill>
            <a:schemeClr val="bg1"/>
          </a:solidFill>
          <a:latin typeface="Arial" panose="020B0604020202020204" pitchFamily="34" charset="0"/>
          <a:ea typeface="微软雅黑 Light" panose="020B0502040204020203"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文本占位符 2">
            <a:extLst>
              <a:ext uri="{FF2B5EF4-FFF2-40B4-BE49-F238E27FC236}">
                <a16:creationId xmlns:a16="http://schemas.microsoft.com/office/drawing/2014/main" id="{8FAB780A-113F-F546-A10A-6BB93D1B7324}"/>
              </a:ext>
            </a:extLst>
          </p:cNvPr>
          <p:cNvSpPr>
            <a:spLocks noGrp="1"/>
          </p:cNvSpPr>
          <p:nvPr>
            <p:ph type="body" idx="1"/>
          </p:nvPr>
        </p:nvSpPr>
        <p:spPr>
          <a:xfrm>
            <a:off x="318374" y="1460500"/>
            <a:ext cx="11454525" cy="4725988"/>
          </a:xfrm>
          <a:prstGeom prst="rect">
            <a:avLst/>
          </a:prstGeom>
        </p:spPr>
        <p:txBody>
          <a:bodyPr vert="horz" lIns="91440" tIns="45720" rIns="91440" bIns="45720" rtlCol="0">
            <a:normAutofit/>
          </a:bodyPr>
          <a:lstStyle/>
          <a:p>
            <a:pPr lvl="0"/>
            <a:r>
              <a:rPr kumimoji="1" lang="en-US" altLang="zh-CN"/>
              <a:t>Content</a:t>
            </a:r>
            <a:endParaRPr kumimoji="1" lang="zh-CN" altLang="en-US"/>
          </a:p>
        </p:txBody>
      </p:sp>
      <p:sp>
        <p:nvSpPr>
          <p:cNvPr id="8" name="标题占位符 1">
            <a:extLst>
              <a:ext uri="{FF2B5EF4-FFF2-40B4-BE49-F238E27FC236}">
                <a16:creationId xmlns:a16="http://schemas.microsoft.com/office/drawing/2014/main" id="{41B78CD4-1092-BA42-AEE5-776F73D5EF97}"/>
              </a:ext>
            </a:extLst>
          </p:cNvPr>
          <p:cNvSpPr>
            <a:spLocks noGrp="1"/>
          </p:cNvSpPr>
          <p:nvPr>
            <p:ph type="title"/>
          </p:nvPr>
        </p:nvSpPr>
        <p:spPr>
          <a:xfrm>
            <a:off x="318374" y="215901"/>
            <a:ext cx="11454525" cy="1016000"/>
          </a:xfrm>
          <a:prstGeom prst="rect">
            <a:avLst/>
          </a:prstGeom>
        </p:spPr>
        <p:txBody>
          <a:bodyPr vert="horz" lIns="91440" tIns="45720" rIns="91440" bIns="45720" rtlCol="0" anchor="ctr">
            <a:normAutofit/>
          </a:bodyPr>
          <a:lstStyle/>
          <a:p>
            <a:r>
              <a:rPr kumimoji="1" lang="en-US" altLang="zh-CN"/>
              <a:t>Page Title</a:t>
            </a:r>
            <a:endParaRPr kumimoji="1" lang="zh-CN" altLang="en-US"/>
          </a:p>
        </p:txBody>
      </p:sp>
      <p:sp>
        <p:nvSpPr>
          <p:cNvPr id="22" name="矩形 21">
            <a:extLst>
              <a:ext uri="{FF2B5EF4-FFF2-40B4-BE49-F238E27FC236}">
                <a16:creationId xmlns:a16="http://schemas.microsoft.com/office/drawing/2014/main" id="{07321D36-1859-4E31-8BE1-733A5B9FA12D}"/>
              </a:ext>
            </a:extLst>
          </p:cNvPr>
          <p:cNvSpPr/>
          <p:nvPr userDrawn="1"/>
        </p:nvSpPr>
        <p:spPr>
          <a:xfrm>
            <a:off x="-4463" y="6414196"/>
            <a:ext cx="1804688" cy="443804"/>
          </a:xfrm>
          <a:prstGeom prst="rect">
            <a:avLst/>
          </a:prstGeom>
          <a:solidFill>
            <a:srgbClr val="FD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37" name="图形 36">
            <a:extLst>
              <a:ext uri="{FF2B5EF4-FFF2-40B4-BE49-F238E27FC236}">
                <a16:creationId xmlns:a16="http://schemas.microsoft.com/office/drawing/2014/main" id="{1D9F87AF-9C8A-470F-A3CB-680C34953443}"/>
              </a:ext>
            </a:extLst>
          </p:cNvPr>
          <p:cNvPicPr>
            <a:picLocks noChangeAspect="1"/>
          </p:cNvPicPr>
          <p:nvPr userDrawn="1"/>
        </p:nvPicPr>
        <p:blipFill>
          <a:blip r:embed="rId15" cstate="screen">
            <a:extLst>
              <a:ext uri="{28A0092B-C50C-407E-A947-70E740481C1C}">
                <a14:useLocalDpi xmlns:a14="http://schemas.microsoft.com/office/drawing/2010/main"/>
              </a:ext>
              <a:ext uri="{96DAC541-7B7A-43D3-8B79-37D633B846F1}">
                <asvg:svgBlip xmlns:asvg="http://schemas.microsoft.com/office/drawing/2016/SVG/main" r:embed="rId16"/>
              </a:ext>
            </a:extLst>
          </a:blip>
          <a:stretch>
            <a:fillRect/>
          </a:stretch>
        </p:blipFill>
        <p:spPr>
          <a:xfrm>
            <a:off x="402512" y="6478985"/>
            <a:ext cx="990739" cy="314227"/>
          </a:xfrm>
          <a:prstGeom prst="rect">
            <a:avLst/>
          </a:prstGeom>
        </p:spPr>
      </p:pic>
      <p:sp>
        <p:nvSpPr>
          <p:cNvPr id="38" name="矩形 37">
            <a:extLst>
              <a:ext uri="{FF2B5EF4-FFF2-40B4-BE49-F238E27FC236}">
                <a16:creationId xmlns:a16="http://schemas.microsoft.com/office/drawing/2014/main" id="{3915CE3B-4032-47F1-8A94-C7E4C67ED844}"/>
              </a:ext>
            </a:extLst>
          </p:cNvPr>
          <p:cNvSpPr/>
          <p:nvPr userDrawn="1"/>
        </p:nvSpPr>
        <p:spPr>
          <a:xfrm>
            <a:off x="1800224" y="6414196"/>
            <a:ext cx="10391776" cy="443804"/>
          </a:xfrm>
          <a:prstGeom prst="rect">
            <a:avLst/>
          </a:prstGeom>
          <a:solidFill>
            <a:srgbClr val="3C3D43"/>
          </a:solidFill>
          <a:ln>
            <a:noFill/>
          </a:ln>
        </p:spPr>
        <p:style>
          <a:lnRef idx="2">
            <a:schemeClr val="accent1">
              <a:shade val="50000"/>
            </a:schemeClr>
          </a:lnRef>
          <a:fillRef idx="1">
            <a:schemeClr val="accent1"/>
          </a:fillRef>
          <a:effectRef idx="0">
            <a:schemeClr val="accent1"/>
          </a:effectRef>
          <a:fontRef idx="minor">
            <a:schemeClr val="lt1"/>
          </a:fontRef>
        </p:style>
        <p:txBody>
          <a:bodyPr lIns="288000" rIns="288000" rtlCol="0" anchor="ctr"/>
          <a:lstStyle/>
          <a:p>
            <a:pPr algn="r"/>
            <a:endParaRPr kumimoji="1" lang="zh-CN" altLang="en-US" sz="1000"/>
          </a:p>
        </p:txBody>
      </p:sp>
      <p:sp>
        <p:nvSpPr>
          <p:cNvPr id="39" name="灯片编号占位符 6">
            <a:extLst>
              <a:ext uri="{FF2B5EF4-FFF2-40B4-BE49-F238E27FC236}">
                <a16:creationId xmlns:a16="http://schemas.microsoft.com/office/drawing/2014/main" id="{8079E90A-EC03-4283-9C31-32A7BF1C4119}"/>
              </a:ext>
            </a:extLst>
          </p:cNvPr>
          <p:cNvSpPr txBox="1">
            <a:spLocks/>
          </p:cNvSpPr>
          <p:nvPr userDrawn="1"/>
        </p:nvSpPr>
        <p:spPr>
          <a:xfrm>
            <a:off x="6954715" y="6465713"/>
            <a:ext cx="5155659" cy="340769"/>
          </a:xfrm>
          <a:prstGeom prst="rect">
            <a:avLst/>
          </a:prstGeom>
        </p:spPr>
        <p:txBody>
          <a:bodyPr vert="horz" lIns="91440" tIns="45720" rIns="91440" bIns="45720" rtlCol="0" anchor="ctr"/>
          <a:lstStyle>
            <a:defPPr>
              <a:defRPr lang="zh-CN"/>
            </a:defPPr>
            <a:lvl1pPr marL="0" algn="r" defTabSz="914400" rtl="0" eaLnBrk="1" latinLnBrk="0" hangingPunct="1">
              <a:defRPr sz="10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 altLang="zh-CN">
                <a:latin typeface="Calibri" panose="020F0502020204030204" pitchFamily="34" charset="0"/>
                <a:cs typeface="Calibri" panose="020F0502020204030204" pitchFamily="34" charset="0"/>
              </a:rPr>
              <a:t>© 2022 Envision Digital. All Rights Reserved</a:t>
            </a:r>
            <a:r>
              <a:rPr lang="zh-CN" altLang="en-US">
                <a:latin typeface="Calibri" panose="020F0502020204030204" pitchFamily="34" charset="0"/>
                <a:cs typeface="Calibri" panose="020F0502020204030204" pitchFamily="34" charset="0"/>
              </a:rPr>
              <a:t> </a:t>
            </a:r>
            <a:r>
              <a:rPr lang="en-US" altLang="zh-CN">
                <a:latin typeface="Calibri" panose="020F0502020204030204" pitchFamily="34" charset="0"/>
                <a:cs typeface="Calibri" panose="020F0502020204030204" pitchFamily="34" charset="0"/>
              </a:rPr>
              <a:t>|</a:t>
            </a:r>
            <a:r>
              <a:rPr kumimoji="1" lang="zh-CN" altLang="en-US">
                <a:solidFill>
                  <a:schemeClr val="bg2"/>
                </a:solidFill>
                <a:latin typeface="Calibri" panose="020F0502020204030204" pitchFamily="34" charset="0"/>
                <a:cs typeface="Calibri" panose="020F0502020204030204" pitchFamily="34" charset="0"/>
              </a:rPr>
              <a:t> </a:t>
            </a:r>
            <a:r>
              <a:rPr lang="en-US" altLang="zh-CN">
                <a:latin typeface="Calibri" panose="020F0502020204030204" pitchFamily="34" charset="0"/>
                <a:cs typeface="Calibri" panose="020F0502020204030204" pitchFamily="34" charset="0"/>
              </a:rPr>
              <a:t>Page</a:t>
            </a:r>
            <a:r>
              <a:rPr lang="zh-CN" altLang="en-US">
                <a:latin typeface="Calibri" panose="020F0502020204030204" pitchFamily="34" charset="0"/>
                <a:cs typeface="Calibri" panose="020F0502020204030204" pitchFamily="34" charset="0"/>
              </a:rPr>
              <a:t> </a:t>
            </a:r>
            <a:fld id="{CCD584DD-5604-4DED-B8D6-A28E3F71D8B2}" type="slidenum">
              <a:rPr lang="zh-CN" altLang="en-US" smtClean="0">
                <a:latin typeface="Calibri" panose="020F0502020204030204" pitchFamily="34" charset="0"/>
                <a:cs typeface="Calibri" panose="020F0502020204030204" pitchFamily="34" charset="0"/>
              </a:rPr>
              <a:pPr/>
              <a:t>‹#›</a:t>
            </a:fld>
            <a:endParaRPr lang="zh-CN" altLang="en-US">
              <a:latin typeface="Calibri" panose="020F0502020204030204" pitchFamily="34" charset="0"/>
              <a:cs typeface="Calibri" panose="020F0502020204030204" pitchFamily="34" charset="0"/>
            </a:endParaRPr>
          </a:p>
        </p:txBody>
      </p:sp>
      <p:sp>
        <p:nvSpPr>
          <p:cNvPr id="25" name="矩形 24">
            <a:extLst>
              <a:ext uri="{FF2B5EF4-FFF2-40B4-BE49-F238E27FC236}">
                <a16:creationId xmlns:a16="http://schemas.microsoft.com/office/drawing/2014/main" id="{09DA75A3-DA4D-B546-A520-D4F08199CCDA}"/>
              </a:ext>
            </a:extLst>
          </p:cNvPr>
          <p:cNvSpPr/>
          <p:nvPr userDrawn="1"/>
        </p:nvSpPr>
        <p:spPr>
          <a:xfrm>
            <a:off x="12283768" y="0"/>
            <a:ext cx="2057874" cy="338554"/>
          </a:xfrm>
          <a:prstGeom prst="rect">
            <a:avLst/>
          </a:prstGeom>
        </p:spPr>
        <p:txBody>
          <a:bodyPr wrap="square">
            <a:spAutoFit/>
          </a:bodyPr>
          <a:lstStyle/>
          <a:p>
            <a:pPr algn="l"/>
            <a:r>
              <a:rPr lang="en-US" altLang="zh-CN" sz="1600" b="1">
                <a:solidFill>
                  <a:srgbClr val="A3A5B3"/>
                </a:solidFill>
                <a:latin typeface="+mj-lt"/>
              </a:rPr>
              <a:t>Palette for White</a:t>
            </a:r>
            <a:endParaRPr lang="zh-CN" altLang="en-US" sz="1600" b="1">
              <a:solidFill>
                <a:srgbClr val="A3A5B3"/>
              </a:solidFill>
              <a:latin typeface="+mj-lt"/>
            </a:endParaRPr>
          </a:p>
        </p:txBody>
      </p:sp>
      <p:sp>
        <p:nvSpPr>
          <p:cNvPr id="26" name="矩形 25">
            <a:extLst>
              <a:ext uri="{FF2B5EF4-FFF2-40B4-BE49-F238E27FC236}">
                <a16:creationId xmlns:a16="http://schemas.microsoft.com/office/drawing/2014/main" id="{C7A5B6CC-BA34-354A-A51A-F450C395D971}"/>
              </a:ext>
            </a:extLst>
          </p:cNvPr>
          <p:cNvSpPr/>
          <p:nvPr userDrawn="1"/>
        </p:nvSpPr>
        <p:spPr>
          <a:xfrm>
            <a:off x="12368385" y="366642"/>
            <a:ext cx="432000" cy="432000"/>
          </a:xfrm>
          <a:prstGeom prst="rect">
            <a:avLst/>
          </a:prstGeom>
          <a:solidFill>
            <a:srgbClr val="0785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7" name="矩形 26">
            <a:extLst>
              <a:ext uri="{FF2B5EF4-FFF2-40B4-BE49-F238E27FC236}">
                <a16:creationId xmlns:a16="http://schemas.microsoft.com/office/drawing/2014/main" id="{8664B86E-364D-304B-9395-166BDA5FCAE4}"/>
              </a:ext>
            </a:extLst>
          </p:cNvPr>
          <p:cNvSpPr/>
          <p:nvPr userDrawn="1"/>
        </p:nvSpPr>
        <p:spPr>
          <a:xfrm>
            <a:off x="12368385" y="871062"/>
            <a:ext cx="432000" cy="432000"/>
          </a:xfrm>
          <a:prstGeom prst="rect">
            <a:avLst/>
          </a:prstGeom>
          <a:solidFill>
            <a:srgbClr val="685A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kumimoji="1" lang="zh-CN" altLang="en-US"/>
          </a:p>
        </p:txBody>
      </p:sp>
      <p:sp>
        <p:nvSpPr>
          <p:cNvPr id="28" name="矩形 27">
            <a:extLst>
              <a:ext uri="{FF2B5EF4-FFF2-40B4-BE49-F238E27FC236}">
                <a16:creationId xmlns:a16="http://schemas.microsoft.com/office/drawing/2014/main" id="{E90BE2B8-188C-8249-A01A-F8CB7ED0DEE3}"/>
              </a:ext>
            </a:extLst>
          </p:cNvPr>
          <p:cNvSpPr/>
          <p:nvPr userDrawn="1"/>
        </p:nvSpPr>
        <p:spPr>
          <a:xfrm>
            <a:off x="12368385" y="1375482"/>
            <a:ext cx="432000" cy="432000"/>
          </a:xfrm>
          <a:prstGeom prst="rect">
            <a:avLst/>
          </a:prstGeom>
          <a:solidFill>
            <a:srgbClr val="04D1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kumimoji="1" lang="zh-CN" altLang="en-US"/>
          </a:p>
        </p:txBody>
      </p:sp>
      <p:sp>
        <p:nvSpPr>
          <p:cNvPr id="29" name="矩形 28">
            <a:extLst>
              <a:ext uri="{FF2B5EF4-FFF2-40B4-BE49-F238E27FC236}">
                <a16:creationId xmlns:a16="http://schemas.microsoft.com/office/drawing/2014/main" id="{29C6C545-B343-C349-9305-BB9169415415}"/>
              </a:ext>
            </a:extLst>
          </p:cNvPr>
          <p:cNvSpPr/>
          <p:nvPr userDrawn="1"/>
        </p:nvSpPr>
        <p:spPr>
          <a:xfrm>
            <a:off x="12377694" y="1879902"/>
            <a:ext cx="432000" cy="432000"/>
          </a:xfrm>
          <a:prstGeom prst="rect">
            <a:avLst/>
          </a:prstGeom>
          <a:solidFill>
            <a:srgbClr val="2BB7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0" name="矩形 29">
            <a:extLst>
              <a:ext uri="{FF2B5EF4-FFF2-40B4-BE49-F238E27FC236}">
                <a16:creationId xmlns:a16="http://schemas.microsoft.com/office/drawing/2014/main" id="{12E58583-7614-964C-82A8-BA1B2C7A4915}"/>
              </a:ext>
            </a:extLst>
          </p:cNvPr>
          <p:cNvSpPr/>
          <p:nvPr userDrawn="1"/>
        </p:nvSpPr>
        <p:spPr>
          <a:xfrm>
            <a:off x="12377694" y="2384322"/>
            <a:ext cx="432000" cy="432000"/>
          </a:xfrm>
          <a:prstGeom prst="rect">
            <a:avLst/>
          </a:prstGeom>
          <a:solidFill>
            <a:srgbClr val="E9C1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1" name="矩形 30">
            <a:extLst>
              <a:ext uri="{FF2B5EF4-FFF2-40B4-BE49-F238E27FC236}">
                <a16:creationId xmlns:a16="http://schemas.microsoft.com/office/drawing/2014/main" id="{6DEA0300-54D3-AA44-B6A3-9871CDCC52B8}"/>
              </a:ext>
            </a:extLst>
          </p:cNvPr>
          <p:cNvSpPr/>
          <p:nvPr userDrawn="1"/>
        </p:nvSpPr>
        <p:spPr>
          <a:xfrm>
            <a:off x="12377694" y="2888742"/>
            <a:ext cx="432000" cy="432000"/>
          </a:xfrm>
          <a:prstGeom prst="rect">
            <a:avLst/>
          </a:prstGeom>
          <a:solidFill>
            <a:srgbClr val="A954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2" name="矩形 31">
            <a:extLst>
              <a:ext uri="{FF2B5EF4-FFF2-40B4-BE49-F238E27FC236}">
                <a16:creationId xmlns:a16="http://schemas.microsoft.com/office/drawing/2014/main" id="{37BA120D-5FF6-4346-8D3D-DA9E8BDA635A}"/>
              </a:ext>
            </a:extLst>
          </p:cNvPr>
          <p:cNvSpPr/>
          <p:nvPr userDrawn="1"/>
        </p:nvSpPr>
        <p:spPr>
          <a:xfrm>
            <a:off x="12368385" y="3393162"/>
            <a:ext cx="432000" cy="432000"/>
          </a:xfrm>
          <a:prstGeom prst="rect">
            <a:avLst/>
          </a:prstGeom>
          <a:solidFill>
            <a:srgbClr val="96CC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3" name="矩形 32">
            <a:extLst>
              <a:ext uri="{FF2B5EF4-FFF2-40B4-BE49-F238E27FC236}">
                <a16:creationId xmlns:a16="http://schemas.microsoft.com/office/drawing/2014/main" id="{F576C43A-CB04-F447-9139-5ADA9886C9FD}"/>
              </a:ext>
            </a:extLst>
          </p:cNvPr>
          <p:cNvSpPr/>
          <p:nvPr userDrawn="1"/>
        </p:nvSpPr>
        <p:spPr>
          <a:xfrm>
            <a:off x="12368385" y="3897582"/>
            <a:ext cx="432000" cy="432000"/>
          </a:xfrm>
          <a:prstGeom prst="rect">
            <a:avLst/>
          </a:prstGeom>
          <a:solidFill>
            <a:srgbClr val="ED9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4" name="矩形 33">
            <a:extLst>
              <a:ext uri="{FF2B5EF4-FFF2-40B4-BE49-F238E27FC236}">
                <a16:creationId xmlns:a16="http://schemas.microsoft.com/office/drawing/2014/main" id="{F3005DE0-0F15-8542-9796-FECF62D10674}"/>
              </a:ext>
            </a:extLst>
          </p:cNvPr>
          <p:cNvSpPr/>
          <p:nvPr userDrawn="1"/>
        </p:nvSpPr>
        <p:spPr>
          <a:xfrm>
            <a:off x="12368385" y="4402002"/>
            <a:ext cx="432000" cy="432000"/>
          </a:xfrm>
          <a:prstGeom prst="rect">
            <a:avLst/>
          </a:prstGeom>
          <a:solidFill>
            <a:srgbClr val="E941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5" name="矩形 34">
            <a:extLst>
              <a:ext uri="{FF2B5EF4-FFF2-40B4-BE49-F238E27FC236}">
                <a16:creationId xmlns:a16="http://schemas.microsoft.com/office/drawing/2014/main" id="{15B1C85B-BF8E-1D4D-B64B-3BE2F4691644}"/>
              </a:ext>
            </a:extLst>
          </p:cNvPr>
          <p:cNvSpPr/>
          <p:nvPr userDrawn="1"/>
        </p:nvSpPr>
        <p:spPr>
          <a:xfrm>
            <a:off x="12368385" y="4906420"/>
            <a:ext cx="432000" cy="432000"/>
          </a:xfrm>
          <a:prstGeom prst="rect">
            <a:avLst/>
          </a:prstGeom>
          <a:solidFill>
            <a:srgbClr val="E960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6" name="矩形 35">
            <a:extLst>
              <a:ext uri="{FF2B5EF4-FFF2-40B4-BE49-F238E27FC236}">
                <a16:creationId xmlns:a16="http://schemas.microsoft.com/office/drawing/2014/main" id="{98CA4EA0-D48A-9E4D-BBF0-75CFA070CA9E}"/>
              </a:ext>
            </a:extLst>
          </p:cNvPr>
          <p:cNvSpPr/>
          <p:nvPr userDrawn="1"/>
        </p:nvSpPr>
        <p:spPr>
          <a:xfrm>
            <a:off x="12925695" y="366642"/>
            <a:ext cx="432000" cy="432000"/>
          </a:xfrm>
          <a:prstGeom prst="rect">
            <a:avLst/>
          </a:prstGeom>
          <a:solidFill>
            <a:srgbClr val="211F28"/>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zh-CN" altLang="en-US"/>
          </a:p>
        </p:txBody>
      </p:sp>
      <p:sp>
        <p:nvSpPr>
          <p:cNvPr id="57" name="矩形 56">
            <a:extLst>
              <a:ext uri="{FF2B5EF4-FFF2-40B4-BE49-F238E27FC236}">
                <a16:creationId xmlns:a16="http://schemas.microsoft.com/office/drawing/2014/main" id="{24427DCD-778A-5C44-ACA6-0DCF338BB499}"/>
              </a:ext>
            </a:extLst>
          </p:cNvPr>
          <p:cNvSpPr/>
          <p:nvPr userDrawn="1"/>
        </p:nvSpPr>
        <p:spPr>
          <a:xfrm>
            <a:off x="12925695" y="871062"/>
            <a:ext cx="432000" cy="432000"/>
          </a:xfrm>
          <a:prstGeom prst="rect">
            <a:avLst/>
          </a:prstGeom>
          <a:solidFill>
            <a:srgbClr val="3E3E47"/>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zh-CN" altLang="en-US"/>
          </a:p>
        </p:txBody>
      </p:sp>
      <p:sp>
        <p:nvSpPr>
          <p:cNvPr id="58" name="矩形 57">
            <a:extLst>
              <a:ext uri="{FF2B5EF4-FFF2-40B4-BE49-F238E27FC236}">
                <a16:creationId xmlns:a16="http://schemas.microsoft.com/office/drawing/2014/main" id="{68E3EE96-37FE-F84E-957E-9F5F28B26106}"/>
              </a:ext>
            </a:extLst>
          </p:cNvPr>
          <p:cNvSpPr/>
          <p:nvPr userDrawn="1"/>
        </p:nvSpPr>
        <p:spPr>
          <a:xfrm>
            <a:off x="12925695" y="1375482"/>
            <a:ext cx="432000" cy="432000"/>
          </a:xfrm>
          <a:prstGeom prst="rect">
            <a:avLst/>
          </a:prstGeom>
          <a:solidFill>
            <a:srgbClr val="76768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zh-CN" altLang="en-US"/>
          </a:p>
        </p:txBody>
      </p:sp>
      <p:sp>
        <p:nvSpPr>
          <p:cNvPr id="59" name="矩形 58">
            <a:extLst>
              <a:ext uri="{FF2B5EF4-FFF2-40B4-BE49-F238E27FC236}">
                <a16:creationId xmlns:a16="http://schemas.microsoft.com/office/drawing/2014/main" id="{C6D8578B-8AE1-2545-8D0E-C4B7541962DC}"/>
              </a:ext>
            </a:extLst>
          </p:cNvPr>
          <p:cNvSpPr/>
          <p:nvPr userDrawn="1"/>
        </p:nvSpPr>
        <p:spPr>
          <a:xfrm>
            <a:off x="12925695" y="1886890"/>
            <a:ext cx="432000" cy="432000"/>
          </a:xfrm>
          <a:prstGeom prst="rect">
            <a:avLst/>
          </a:prstGeom>
          <a:solidFill>
            <a:srgbClr val="A3A5B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zh-CN" altLang="en-US"/>
          </a:p>
        </p:txBody>
      </p:sp>
      <p:sp>
        <p:nvSpPr>
          <p:cNvPr id="60" name="矩形 59">
            <a:extLst>
              <a:ext uri="{FF2B5EF4-FFF2-40B4-BE49-F238E27FC236}">
                <a16:creationId xmlns:a16="http://schemas.microsoft.com/office/drawing/2014/main" id="{B383EE8E-7EB8-9E46-B813-C6356A98CD91}"/>
              </a:ext>
            </a:extLst>
          </p:cNvPr>
          <p:cNvSpPr/>
          <p:nvPr userDrawn="1"/>
        </p:nvSpPr>
        <p:spPr>
          <a:xfrm>
            <a:off x="12925695" y="2384322"/>
            <a:ext cx="432000" cy="432000"/>
          </a:xfrm>
          <a:prstGeom prst="rect">
            <a:avLst/>
          </a:prstGeom>
          <a:solidFill>
            <a:srgbClr val="D6D9D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zh-CN" altLang="en-US"/>
          </a:p>
        </p:txBody>
      </p:sp>
      <p:sp>
        <p:nvSpPr>
          <p:cNvPr id="61" name="矩形 60">
            <a:extLst>
              <a:ext uri="{FF2B5EF4-FFF2-40B4-BE49-F238E27FC236}">
                <a16:creationId xmlns:a16="http://schemas.microsoft.com/office/drawing/2014/main" id="{366D70E1-9176-0E43-B364-B19F8DE14E34}"/>
              </a:ext>
            </a:extLst>
          </p:cNvPr>
          <p:cNvSpPr/>
          <p:nvPr userDrawn="1"/>
        </p:nvSpPr>
        <p:spPr>
          <a:xfrm>
            <a:off x="12925695" y="2895730"/>
            <a:ext cx="432000" cy="432000"/>
          </a:xfrm>
          <a:prstGeom prst="rect">
            <a:avLst/>
          </a:prstGeom>
          <a:solidFill>
            <a:srgbClr val="F7F5FA"/>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zh-CN" altLang="en-US"/>
          </a:p>
        </p:txBody>
      </p:sp>
    </p:spTree>
    <p:extLst>
      <p:ext uri="{BB962C8B-B14F-4D97-AF65-F5344CB8AC3E}">
        <p14:creationId xmlns:p14="http://schemas.microsoft.com/office/powerpoint/2010/main" val="447794880"/>
      </p:ext>
    </p:extLst>
  </p:cSld>
  <p:clrMap bg1="lt1" tx1="dk1" bg2="lt2" tx2="dk2" accent1="accent1" accent2="accent2" accent3="accent3" accent4="accent4" accent5="accent5" accent6="accent6" hlink="hlink" folHlink="folHlink"/>
  <p:sldLayoutIdLst>
    <p:sldLayoutId id="2147483692" r:id="rId1"/>
    <p:sldLayoutId id="2147483693" r:id="rId2"/>
    <p:sldLayoutId id="2147483694" r:id="rId3"/>
    <p:sldLayoutId id="2147483695" r:id="rId4"/>
    <p:sldLayoutId id="2147483696" r:id="rId5"/>
    <p:sldLayoutId id="2147483697" r:id="rId6"/>
    <p:sldLayoutId id="2147483698" r:id="rId7"/>
    <p:sldLayoutId id="2147483699" r:id="rId8"/>
    <p:sldLayoutId id="2147483700" r:id="rId9"/>
    <p:sldLayoutId id="2147483701" r:id="rId10"/>
    <p:sldLayoutId id="2147483702" r:id="rId11"/>
    <p:sldLayoutId id="2147483703" r:id="rId12"/>
    <p:sldLayoutId id="2147483704" r:id="rId13"/>
  </p:sldLayoutIdLst>
  <p:hf hdr="0" ftr="0" dt="0"/>
  <p:txStyles>
    <p:titleStyle>
      <a:lvl1pPr algn="l" defTabSz="914400" rtl="0" eaLnBrk="1" latinLnBrk="0" hangingPunct="1">
        <a:lnSpc>
          <a:spcPct val="90000"/>
        </a:lnSpc>
        <a:spcBef>
          <a:spcPct val="0"/>
        </a:spcBef>
        <a:buNone/>
        <a:defRPr kumimoji="1" lang="zh-CN" altLang="en-US" sz="3000" b="1" kern="1200" baseline="0" dirty="0" smtClean="0">
          <a:solidFill>
            <a:srgbClr val="3E3E47"/>
          </a:solidFill>
          <a:latin typeface="Arial" panose="020B0604020202020204" pitchFamily="34" charset="0"/>
          <a:ea typeface="Microsoft YaHei" panose="020B0503020204020204" pitchFamily="34" charset="-122"/>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baseline="0">
          <a:solidFill>
            <a:srgbClr val="3C3D43"/>
          </a:solidFill>
          <a:latin typeface="Calibri" panose="020F0502020204030204" pitchFamily="34" charset="0"/>
          <a:ea typeface="微软雅黑" panose="020B0503020204020204" pitchFamily="34" charset="-122"/>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rgbClr val="D2D2D2"/>
        </a:solidFill>
        <a:effectLst/>
      </p:bgPr>
    </p:bg>
    <p:spTree>
      <p:nvGrpSpPr>
        <p:cNvPr id="1" name=""/>
        <p:cNvGrpSpPr/>
        <p:nvPr/>
      </p:nvGrpSpPr>
      <p:grpSpPr>
        <a:xfrm>
          <a:off x="0" y="0"/>
          <a:ext cx="0" cy="0"/>
          <a:chOff x="0" y="0"/>
          <a:chExt cx="0" cy="0"/>
        </a:xfrm>
      </p:grpSpPr>
      <p:pic>
        <p:nvPicPr>
          <p:cNvPr id="7" name="Image 0" descr="preencoded.png">
            <a:extLst>
              <a:ext uri="{FF2B5EF4-FFF2-40B4-BE49-F238E27FC236}">
                <a16:creationId xmlns:a16="http://schemas.microsoft.com/office/drawing/2014/main" id="{BC5F8143-95FD-2B64-5282-E254EB981119}"/>
              </a:ext>
            </a:extLst>
          </p:cNvPr>
          <p:cNvPicPr>
            <a:picLocks noChangeAspect="1"/>
          </p:cNvPicPr>
          <p:nvPr userDrawn="1"/>
        </p:nvPicPr>
        <p:blipFill>
          <a:blip r:embed="rId12">
            <a:extLst>
              <a:ext uri="{96DAC541-7B7A-43D3-8B79-37D633B846F1}">
                <asvg:svgBlip xmlns:asvg="http://schemas.microsoft.com/office/drawing/2016/SVG/main" r:embed="rId13"/>
              </a:ext>
            </a:extLst>
          </a:blip>
          <a:srcRect/>
          <a:stretch/>
        </p:blipFill>
        <p:spPr>
          <a:xfrm>
            <a:off x="177600" y="154992"/>
            <a:ext cx="11836800" cy="6548017"/>
          </a:xfrm>
          <a:prstGeom prst="rect">
            <a:avLst/>
          </a:prstGeom>
        </p:spPr>
      </p:pic>
      <p:sp>
        <p:nvSpPr>
          <p:cNvPr id="14" name="标题占位符 1">
            <a:extLst>
              <a:ext uri="{FF2B5EF4-FFF2-40B4-BE49-F238E27FC236}">
                <a16:creationId xmlns:a16="http://schemas.microsoft.com/office/drawing/2014/main" id="{93A902C6-54C6-DAA6-24B2-079CEC6268B7}"/>
              </a:ext>
            </a:extLst>
          </p:cNvPr>
          <p:cNvSpPr>
            <a:spLocks noGrp="1"/>
          </p:cNvSpPr>
          <p:nvPr>
            <p:ph type="title"/>
          </p:nvPr>
        </p:nvSpPr>
        <p:spPr>
          <a:xfrm>
            <a:off x="413323" y="1144800"/>
            <a:ext cx="11365354" cy="546431"/>
          </a:xfrm>
          <a:prstGeom prst="rect">
            <a:avLst/>
          </a:prstGeom>
        </p:spPr>
        <p:txBody>
          <a:bodyPr vert="horz" lIns="91440" tIns="45720" rIns="91440" bIns="45720" rtlCol="0" anchor="t">
            <a:normAutofit/>
          </a:bodyPr>
          <a:lstStyle/>
          <a:p>
            <a:r>
              <a:rPr kumimoji="1" lang="en-US" altLang="zh-CN"/>
              <a:t>Main Title</a:t>
            </a:r>
            <a:endParaRPr kumimoji="1" lang="zh-CN" altLang="en-US"/>
          </a:p>
        </p:txBody>
      </p:sp>
      <p:sp>
        <p:nvSpPr>
          <p:cNvPr id="15" name="文本占位符 2">
            <a:extLst>
              <a:ext uri="{FF2B5EF4-FFF2-40B4-BE49-F238E27FC236}">
                <a16:creationId xmlns:a16="http://schemas.microsoft.com/office/drawing/2014/main" id="{76B06D0F-5406-DF78-5AAB-7E386D46FF18}"/>
              </a:ext>
            </a:extLst>
          </p:cNvPr>
          <p:cNvSpPr>
            <a:spLocks noGrp="1"/>
          </p:cNvSpPr>
          <p:nvPr>
            <p:ph type="body" idx="1"/>
          </p:nvPr>
        </p:nvSpPr>
        <p:spPr>
          <a:xfrm>
            <a:off x="413323" y="1825200"/>
            <a:ext cx="11365353" cy="4702622"/>
          </a:xfrm>
          <a:prstGeom prst="rect">
            <a:avLst/>
          </a:prstGeom>
        </p:spPr>
        <p:txBody>
          <a:bodyPr vert="horz" lIns="91440" tIns="45720" rIns="91440" bIns="45720" rtlCol="0">
            <a:normAutofit/>
          </a:bodyPr>
          <a:lstStyle/>
          <a:p>
            <a:pPr lvl="0"/>
            <a:r>
              <a:rPr kumimoji="1" lang="en-US" altLang="zh-CN"/>
              <a:t>Insert Content</a:t>
            </a:r>
            <a:endParaRPr kumimoji="1" lang="zh-CN" altLang="en-US"/>
          </a:p>
        </p:txBody>
      </p:sp>
      <p:sp>
        <p:nvSpPr>
          <p:cNvPr id="16" name="灯片编号占位符 5">
            <a:extLst>
              <a:ext uri="{FF2B5EF4-FFF2-40B4-BE49-F238E27FC236}">
                <a16:creationId xmlns:a16="http://schemas.microsoft.com/office/drawing/2014/main" id="{69137E30-7F94-6ACA-218D-CA518FF60B43}"/>
              </a:ext>
            </a:extLst>
          </p:cNvPr>
          <p:cNvSpPr>
            <a:spLocks noGrp="1"/>
          </p:cNvSpPr>
          <p:nvPr>
            <p:ph type="sldNum" sz="quarter" idx="4"/>
          </p:nvPr>
        </p:nvSpPr>
        <p:spPr>
          <a:xfrm>
            <a:off x="10892080" y="276711"/>
            <a:ext cx="886598" cy="360000"/>
          </a:xfrm>
          <a:prstGeom prst="rect">
            <a:avLst/>
          </a:prstGeom>
        </p:spPr>
        <p:txBody>
          <a:bodyPr vert="horz" lIns="91440" tIns="45720" rIns="91440" bIns="45720" rtlCol="0" anchor="ctr"/>
          <a:lstStyle>
            <a:lvl1pPr algn="r">
              <a:defRPr lang="zh-CN" altLang="en-US" sz="1000" b="0" i="0" kern="0" spc="-75" smtClean="0">
                <a:solidFill>
                  <a:srgbClr val="646464"/>
                </a:solidFill>
                <a:latin typeface="Arial" panose="020B0604020202020204" pitchFamily="34" charset="0"/>
                <a:ea typeface="Arial" panose="020B0604020202020204" pitchFamily="34" charset="0"/>
                <a:cs typeface="Arial" panose="020B0604020202020204" pitchFamily="34" charset="0"/>
              </a:defRPr>
            </a:lvl1pPr>
          </a:lstStyle>
          <a:p>
            <a:fld id="{12CD2F67-C3EF-C447-835C-4EE74D5FD49D}" type="slidenum">
              <a:rPr lang="en-US" altLang="zh-CN" smtClean="0"/>
              <a:pPr/>
              <a:t>‹#›</a:t>
            </a:fld>
            <a:endParaRPr lang="en-US"/>
          </a:p>
        </p:txBody>
      </p:sp>
      <p:sp>
        <p:nvSpPr>
          <p:cNvPr id="18" name="文本框 17">
            <a:extLst>
              <a:ext uri="{FF2B5EF4-FFF2-40B4-BE49-F238E27FC236}">
                <a16:creationId xmlns:a16="http://schemas.microsoft.com/office/drawing/2014/main" id="{4B0FEA6E-0AE4-8607-F150-64E74C4F1BDF}"/>
              </a:ext>
            </a:extLst>
          </p:cNvPr>
          <p:cNvSpPr txBox="1"/>
          <p:nvPr userDrawn="1"/>
        </p:nvSpPr>
        <p:spPr>
          <a:xfrm>
            <a:off x="1329800" y="329753"/>
            <a:ext cx="1207382" cy="21544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800" b="0" i="0" kern="0" spc="-75">
                <a:solidFill>
                  <a:srgbClr val="646464"/>
                </a:solidFill>
                <a:latin typeface="Arial" panose="020B0604020202020204" pitchFamily="34" charset="0"/>
                <a:ea typeface="Scto Grotesk A Regular" pitchFamily="34" charset="-122"/>
                <a:cs typeface="Arial" panose="020B0604020202020204" pitchFamily="34" charset="0"/>
              </a:rPr>
              <a:t>Proprietary and Confidential</a:t>
            </a:r>
            <a:endParaRPr lang="en-US" altLang="zh-CN" sz="800" b="0" i="0">
              <a:solidFill>
                <a:srgbClr val="646464"/>
              </a:solidFill>
              <a:latin typeface="Arial" panose="020B0604020202020204" pitchFamily="34" charset="0"/>
              <a:ea typeface="Microsoft YaHei" panose="020B0503020204020204" pitchFamily="34" charset="-122"/>
              <a:cs typeface="Arial" panose="020B0604020202020204" pitchFamily="34" charset="0"/>
            </a:endParaRPr>
          </a:p>
        </p:txBody>
      </p:sp>
      <p:pic>
        <p:nvPicPr>
          <p:cNvPr id="20" name="图片 19">
            <a:extLst>
              <a:ext uri="{FF2B5EF4-FFF2-40B4-BE49-F238E27FC236}">
                <a16:creationId xmlns:a16="http://schemas.microsoft.com/office/drawing/2014/main" id="{3CBE1614-2EC4-0E16-4493-3EDE6FE23FB6}"/>
              </a:ext>
            </a:extLst>
          </p:cNvPr>
          <p:cNvPicPr>
            <a:picLocks noChangeAspect="1"/>
          </p:cNvPicPr>
          <p:nvPr userDrawn="1"/>
        </p:nvPicPr>
        <p:blipFill>
          <a:blip r:embed="rId14"/>
          <a:srcRect/>
          <a:stretch/>
        </p:blipFill>
        <p:spPr>
          <a:xfrm>
            <a:off x="412607" y="365924"/>
            <a:ext cx="682186" cy="143102"/>
          </a:xfrm>
          <a:prstGeom prst="rect">
            <a:avLst/>
          </a:prstGeom>
        </p:spPr>
      </p:pic>
      <p:grpSp>
        <p:nvGrpSpPr>
          <p:cNvPr id="102" name="组合 101">
            <a:extLst>
              <a:ext uri="{FF2B5EF4-FFF2-40B4-BE49-F238E27FC236}">
                <a16:creationId xmlns:a16="http://schemas.microsoft.com/office/drawing/2014/main" id="{1C18BCA9-F2F2-CDBA-B367-8895D91037FF}"/>
              </a:ext>
            </a:extLst>
          </p:cNvPr>
          <p:cNvGrpSpPr/>
          <p:nvPr userDrawn="1"/>
        </p:nvGrpSpPr>
        <p:grpSpPr>
          <a:xfrm>
            <a:off x="12286782" y="154992"/>
            <a:ext cx="1288187" cy="6441977"/>
            <a:chOff x="18266931" y="223063"/>
            <a:chExt cx="1817984" cy="9091395"/>
          </a:xfrm>
        </p:grpSpPr>
        <p:sp>
          <p:nvSpPr>
            <p:cNvPr id="57" name="文本框 56">
              <a:extLst>
                <a:ext uri="{FF2B5EF4-FFF2-40B4-BE49-F238E27FC236}">
                  <a16:creationId xmlns:a16="http://schemas.microsoft.com/office/drawing/2014/main" id="{9E67CC1F-34D9-EA1B-BB68-FB931BCCAA29}"/>
                </a:ext>
              </a:extLst>
            </p:cNvPr>
            <p:cNvSpPr txBox="1"/>
            <p:nvPr userDrawn="1"/>
          </p:nvSpPr>
          <p:spPr>
            <a:xfrm>
              <a:off x="18266938" y="223063"/>
              <a:ext cx="1016735" cy="283387"/>
            </a:xfrm>
            <a:prstGeom prst="rect">
              <a:avLst/>
            </a:prstGeom>
            <a:noFill/>
          </p:spPr>
          <p:txBody>
            <a:bodyPr wrap="none" rtlCol="0">
              <a:spAutoFit/>
            </a:bodyPr>
            <a:lstStyle/>
            <a:p>
              <a:pPr algn="l"/>
              <a:r>
                <a:rPr kumimoji="1" lang="en-US" altLang="zh-CN" sz="800">
                  <a:solidFill>
                    <a:schemeClr val="bg1">
                      <a:lumMod val="50000"/>
                    </a:schemeClr>
                  </a:solidFill>
                  <a:latin typeface="Arial" panose="020B0604020202020204" pitchFamily="34" charset="0"/>
                  <a:cs typeface="Arial" panose="020B0604020202020204" pitchFamily="34" charset="0"/>
                </a:rPr>
                <a:t>Master Color</a:t>
              </a:r>
              <a:endParaRPr kumimoji="1" lang="zh-CN" altLang="en-US" sz="800">
                <a:solidFill>
                  <a:schemeClr val="bg1">
                    <a:lumMod val="50000"/>
                  </a:schemeClr>
                </a:solidFill>
                <a:latin typeface="Arial" panose="020B0604020202020204" pitchFamily="34" charset="0"/>
                <a:cs typeface="Arial" panose="020B0604020202020204" pitchFamily="34" charset="0"/>
              </a:endParaRPr>
            </a:p>
          </p:txBody>
        </p:sp>
        <p:grpSp>
          <p:nvGrpSpPr>
            <p:cNvPr id="58" name="组合 57">
              <a:extLst>
                <a:ext uri="{FF2B5EF4-FFF2-40B4-BE49-F238E27FC236}">
                  <a16:creationId xmlns:a16="http://schemas.microsoft.com/office/drawing/2014/main" id="{343219FB-0875-C137-C124-1334C6A418FC}"/>
                </a:ext>
              </a:extLst>
            </p:cNvPr>
            <p:cNvGrpSpPr/>
            <p:nvPr userDrawn="1"/>
          </p:nvGrpSpPr>
          <p:grpSpPr>
            <a:xfrm>
              <a:off x="18478500" y="581025"/>
              <a:ext cx="1157430" cy="297524"/>
              <a:chOff x="18478500" y="581025"/>
              <a:chExt cx="1157430" cy="297524"/>
            </a:xfrm>
          </p:grpSpPr>
          <p:sp>
            <p:nvSpPr>
              <p:cNvPr id="59" name="矩形 58">
                <a:extLst>
                  <a:ext uri="{FF2B5EF4-FFF2-40B4-BE49-F238E27FC236}">
                    <a16:creationId xmlns:a16="http://schemas.microsoft.com/office/drawing/2014/main" id="{4E15A711-25C5-EAB3-0274-4821541E6093}"/>
                  </a:ext>
                </a:extLst>
              </p:cNvPr>
              <p:cNvSpPr/>
              <p:nvPr/>
            </p:nvSpPr>
            <p:spPr>
              <a:xfrm>
                <a:off x="18478500" y="590549"/>
                <a:ext cx="288000" cy="288000"/>
              </a:xfrm>
              <a:prstGeom prst="rect">
                <a:avLst/>
              </a:prstGeom>
              <a:solidFill>
                <a:srgbClr val="7941E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0" name="矩形 59">
                <a:extLst>
                  <a:ext uri="{FF2B5EF4-FFF2-40B4-BE49-F238E27FC236}">
                    <a16:creationId xmlns:a16="http://schemas.microsoft.com/office/drawing/2014/main" id="{C7013146-BBED-92F4-E342-14DC497CE714}"/>
                  </a:ext>
                </a:extLst>
              </p:cNvPr>
              <p:cNvSpPr/>
              <p:nvPr/>
            </p:nvSpPr>
            <p:spPr>
              <a:xfrm>
                <a:off x="18913215" y="590549"/>
                <a:ext cx="288000" cy="288000"/>
              </a:xfrm>
              <a:prstGeom prst="rect">
                <a:avLst/>
              </a:prstGeom>
              <a:solidFill>
                <a:srgbClr val="97C7E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1" name="矩形 60">
                <a:extLst>
                  <a:ext uri="{FF2B5EF4-FFF2-40B4-BE49-F238E27FC236}">
                    <a16:creationId xmlns:a16="http://schemas.microsoft.com/office/drawing/2014/main" id="{63B2F93D-C831-BCE4-B9EB-EDC2C4A108A0}"/>
                  </a:ext>
                </a:extLst>
              </p:cNvPr>
              <p:cNvSpPr/>
              <p:nvPr/>
            </p:nvSpPr>
            <p:spPr>
              <a:xfrm>
                <a:off x="19347930" y="581025"/>
                <a:ext cx="288000" cy="288000"/>
              </a:xfrm>
              <a:prstGeom prst="rect">
                <a:avLst/>
              </a:prstGeom>
              <a:solidFill>
                <a:srgbClr val="EC9E4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sp>
          <p:nvSpPr>
            <p:cNvPr id="62" name="文本框 61">
              <a:extLst>
                <a:ext uri="{FF2B5EF4-FFF2-40B4-BE49-F238E27FC236}">
                  <a16:creationId xmlns:a16="http://schemas.microsoft.com/office/drawing/2014/main" id="{8897A79A-512F-9124-9646-4429E987BAF7}"/>
                </a:ext>
              </a:extLst>
            </p:cNvPr>
            <p:cNvSpPr txBox="1"/>
            <p:nvPr userDrawn="1"/>
          </p:nvSpPr>
          <p:spPr>
            <a:xfrm>
              <a:off x="18266931" y="4799703"/>
              <a:ext cx="1244455" cy="283387"/>
            </a:xfrm>
            <a:prstGeom prst="rect">
              <a:avLst/>
            </a:prstGeom>
            <a:noFill/>
          </p:spPr>
          <p:txBody>
            <a:bodyPr wrap="none" rtlCol="0">
              <a:spAutoFit/>
            </a:bodyPr>
            <a:lstStyle/>
            <a:p>
              <a:pPr algn="l"/>
              <a:r>
                <a:rPr kumimoji="1" lang="en-US" altLang="zh-CN" sz="800">
                  <a:solidFill>
                    <a:schemeClr val="bg1">
                      <a:lumMod val="50000"/>
                    </a:schemeClr>
                  </a:solidFill>
                  <a:latin typeface="Arial" panose="020B0604020202020204" pitchFamily="34" charset="0"/>
                  <a:cs typeface="Arial" panose="020B0604020202020204" pitchFamily="34" charset="0"/>
                </a:rPr>
                <a:t>Main Body Color</a:t>
              </a:r>
              <a:endParaRPr kumimoji="1" lang="zh-CN" altLang="en-US" sz="800">
                <a:solidFill>
                  <a:schemeClr val="bg1">
                    <a:lumMod val="50000"/>
                  </a:schemeClr>
                </a:solidFill>
                <a:latin typeface="Arial" panose="020B0604020202020204" pitchFamily="34" charset="0"/>
                <a:cs typeface="Arial" panose="020B0604020202020204" pitchFamily="34" charset="0"/>
              </a:endParaRPr>
            </a:p>
          </p:txBody>
        </p:sp>
        <p:grpSp>
          <p:nvGrpSpPr>
            <p:cNvPr id="63" name="组合 62">
              <a:extLst>
                <a:ext uri="{FF2B5EF4-FFF2-40B4-BE49-F238E27FC236}">
                  <a16:creationId xmlns:a16="http://schemas.microsoft.com/office/drawing/2014/main" id="{E7740226-E049-83EC-575D-F6DF34589235}"/>
                </a:ext>
              </a:extLst>
            </p:cNvPr>
            <p:cNvGrpSpPr/>
            <p:nvPr userDrawn="1"/>
          </p:nvGrpSpPr>
          <p:grpSpPr>
            <a:xfrm>
              <a:off x="18472717" y="5143119"/>
              <a:ext cx="1163214" cy="2317470"/>
              <a:chOff x="13568362" y="2638425"/>
              <a:chExt cx="8477250" cy="7077075"/>
            </a:xfrm>
          </p:grpSpPr>
          <p:sp>
            <p:nvSpPr>
              <p:cNvPr id="64" name="Freeform 97">
                <a:extLst>
                  <a:ext uri="{FF2B5EF4-FFF2-40B4-BE49-F238E27FC236}">
                    <a16:creationId xmlns:a16="http://schemas.microsoft.com/office/drawing/2014/main" id="{6182632F-2BA3-9819-1BF9-2A0943FB7304}"/>
                  </a:ext>
                </a:extLst>
              </p:cNvPr>
              <p:cNvSpPr/>
              <p:nvPr/>
            </p:nvSpPr>
            <p:spPr>
              <a:xfrm>
                <a:off x="13568362" y="2638425"/>
                <a:ext cx="4143375" cy="847725"/>
              </a:xfrm>
              <a:custGeom>
                <a:avLst/>
                <a:gdLst>
                  <a:gd name="connsiteX0" fmla="*/ 4048125 w 4143375"/>
                  <a:gd name="connsiteY0" fmla="*/ 0 h 847725"/>
                  <a:gd name="connsiteX1" fmla="*/ 4143375 w 4143375"/>
                  <a:gd name="connsiteY1" fmla="*/ 0 h 847725"/>
                  <a:gd name="connsiteX2" fmla="*/ 4143375 w 4143375"/>
                  <a:gd name="connsiteY2" fmla="*/ 847725 h 847725"/>
                  <a:gd name="connsiteX3" fmla="*/ 4048125 w 4143375"/>
                  <a:gd name="connsiteY3" fmla="*/ 847725 h 847725"/>
                  <a:gd name="connsiteX4" fmla="*/ 95250 w 4143375"/>
                  <a:gd name="connsiteY4" fmla="*/ 847725 h 847725"/>
                  <a:gd name="connsiteX5" fmla="*/ 0 w 4143375"/>
                  <a:gd name="connsiteY5" fmla="*/ 847725 h 847725"/>
                  <a:gd name="connsiteX6" fmla="*/ 0 w 4143375"/>
                  <a:gd name="connsiteY6" fmla="*/ 0 h 847725"/>
                  <a:gd name="connsiteX7" fmla="*/ 95250 w 4143375"/>
                  <a:gd name="connsiteY7" fmla="*/ 0 h 847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43375" h="847725">
                    <a:moveTo>
                      <a:pt x="4048125" y="0"/>
                    </a:moveTo>
                    <a:cubicBezTo>
                      <a:pt x="4100730" y="0"/>
                      <a:pt x="4143375" y="0"/>
                      <a:pt x="4143375" y="0"/>
                    </a:cubicBezTo>
                    <a:lnTo>
                      <a:pt x="4143375" y="847725"/>
                    </a:lnTo>
                    <a:cubicBezTo>
                      <a:pt x="4143375" y="847725"/>
                      <a:pt x="4100730" y="847725"/>
                      <a:pt x="4048125" y="847725"/>
                    </a:cubicBezTo>
                    <a:lnTo>
                      <a:pt x="95250" y="847725"/>
                    </a:lnTo>
                    <a:cubicBezTo>
                      <a:pt x="42645" y="847725"/>
                      <a:pt x="0" y="847725"/>
                      <a:pt x="0" y="847725"/>
                    </a:cubicBezTo>
                    <a:lnTo>
                      <a:pt x="0" y="0"/>
                    </a:lnTo>
                    <a:cubicBezTo>
                      <a:pt x="0" y="0"/>
                      <a:pt x="42645" y="0"/>
                      <a:pt x="95250" y="0"/>
                    </a:cubicBezTo>
                    <a:close/>
                  </a:path>
                </a:pathLst>
              </a:custGeom>
              <a:solidFill>
                <a:srgbClr val="48426A"/>
              </a:solidFill>
              <a:ln w="9525" cap="flat">
                <a:noFill/>
                <a:prstDash val="solid"/>
                <a:miter/>
              </a:ln>
            </p:spPr>
            <p:txBody>
              <a:bodyPr rtlCol="0" anchor="ctr"/>
              <a:lstStyle/>
              <a:p>
                <a:endParaRPr lang="en-US"/>
              </a:p>
            </p:txBody>
          </p:sp>
          <p:sp>
            <p:nvSpPr>
              <p:cNvPr id="65" name="Freeform 98">
                <a:extLst>
                  <a:ext uri="{FF2B5EF4-FFF2-40B4-BE49-F238E27FC236}">
                    <a16:creationId xmlns:a16="http://schemas.microsoft.com/office/drawing/2014/main" id="{61C0D0E3-5C47-34E6-E569-33252D1B6980}"/>
                  </a:ext>
                </a:extLst>
              </p:cNvPr>
              <p:cNvSpPr/>
              <p:nvPr/>
            </p:nvSpPr>
            <p:spPr>
              <a:xfrm>
                <a:off x="13568362" y="3676650"/>
                <a:ext cx="4143375" cy="847725"/>
              </a:xfrm>
              <a:custGeom>
                <a:avLst/>
                <a:gdLst>
                  <a:gd name="connsiteX0" fmla="*/ 4048125 w 4143375"/>
                  <a:gd name="connsiteY0" fmla="*/ 0 h 847725"/>
                  <a:gd name="connsiteX1" fmla="*/ 4143375 w 4143375"/>
                  <a:gd name="connsiteY1" fmla="*/ 0 h 847725"/>
                  <a:gd name="connsiteX2" fmla="*/ 4143375 w 4143375"/>
                  <a:gd name="connsiteY2" fmla="*/ 847725 h 847725"/>
                  <a:gd name="connsiteX3" fmla="*/ 4048125 w 4143375"/>
                  <a:gd name="connsiteY3" fmla="*/ 847725 h 847725"/>
                  <a:gd name="connsiteX4" fmla="*/ 95250 w 4143375"/>
                  <a:gd name="connsiteY4" fmla="*/ 847725 h 847725"/>
                  <a:gd name="connsiteX5" fmla="*/ 0 w 4143375"/>
                  <a:gd name="connsiteY5" fmla="*/ 847725 h 847725"/>
                  <a:gd name="connsiteX6" fmla="*/ 0 w 4143375"/>
                  <a:gd name="connsiteY6" fmla="*/ 0 h 847725"/>
                  <a:gd name="connsiteX7" fmla="*/ 95250 w 4143375"/>
                  <a:gd name="connsiteY7" fmla="*/ 0 h 847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43375" h="847725">
                    <a:moveTo>
                      <a:pt x="4048125" y="0"/>
                    </a:moveTo>
                    <a:cubicBezTo>
                      <a:pt x="4100730" y="0"/>
                      <a:pt x="4143375" y="0"/>
                      <a:pt x="4143375" y="0"/>
                    </a:cubicBezTo>
                    <a:lnTo>
                      <a:pt x="4143375" y="847725"/>
                    </a:lnTo>
                    <a:cubicBezTo>
                      <a:pt x="4143375" y="847725"/>
                      <a:pt x="4100730" y="847725"/>
                      <a:pt x="4048125" y="847725"/>
                    </a:cubicBezTo>
                    <a:lnTo>
                      <a:pt x="95250" y="847725"/>
                    </a:lnTo>
                    <a:cubicBezTo>
                      <a:pt x="42645" y="847725"/>
                      <a:pt x="0" y="847725"/>
                      <a:pt x="0" y="847725"/>
                    </a:cubicBezTo>
                    <a:lnTo>
                      <a:pt x="0" y="0"/>
                    </a:lnTo>
                    <a:cubicBezTo>
                      <a:pt x="0" y="0"/>
                      <a:pt x="42645" y="0"/>
                      <a:pt x="95250" y="0"/>
                    </a:cubicBezTo>
                    <a:close/>
                  </a:path>
                </a:pathLst>
              </a:custGeom>
              <a:solidFill>
                <a:srgbClr val="6D83D1"/>
              </a:solidFill>
              <a:ln w="9525" cap="flat">
                <a:noFill/>
                <a:prstDash val="solid"/>
                <a:miter/>
              </a:ln>
            </p:spPr>
            <p:txBody>
              <a:bodyPr rtlCol="0" anchor="ctr"/>
              <a:lstStyle/>
              <a:p>
                <a:endParaRPr lang="en-US"/>
              </a:p>
            </p:txBody>
          </p:sp>
          <p:sp>
            <p:nvSpPr>
              <p:cNvPr id="66" name="Freeform 99">
                <a:extLst>
                  <a:ext uri="{FF2B5EF4-FFF2-40B4-BE49-F238E27FC236}">
                    <a16:creationId xmlns:a16="http://schemas.microsoft.com/office/drawing/2014/main" id="{872811B8-17B5-55A8-2D48-01F133F4BAAB}"/>
                  </a:ext>
                </a:extLst>
              </p:cNvPr>
              <p:cNvSpPr/>
              <p:nvPr/>
            </p:nvSpPr>
            <p:spPr>
              <a:xfrm>
                <a:off x="13568362" y="4714875"/>
                <a:ext cx="4143375" cy="847725"/>
              </a:xfrm>
              <a:custGeom>
                <a:avLst/>
                <a:gdLst>
                  <a:gd name="connsiteX0" fmla="*/ 4048125 w 4143375"/>
                  <a:gd name="connsiteY0" fmla="*/ 0 h 847725"/>
                  <a:gd name="connsiteX1" fmla="*/ 4143375 w 4143375"/>
                  <a:gd name="connsiteY1" fmla="*/ 0 h 847725"/>
                  <a:gd name="connsiteX2" fmla="*/ 4143375 w 4143375"/>
                  <a:gd name="connsiteY2" fmla="*/ 847725 h 847725"/>
                  <a:gd name="connsiteX3" fmla="*/ 4048125 w 4143375"/>
                  <a:gd name="connsiteY3" fmla="*/ 847725 h 847725"/>
                  <a:gd name="connsiteX4" fmla="*/ 95250 w 4143375"/>
                  <a:gd name="connsiteY4" fmla="*/ 847725 h 847725"/>
                  <a:gd name="connsiteX5" fmla="*/ 0 w 4143375"/>
                  <a:gd name="connsiteY5" fmla="*/ 847725 h 847725"/>
                  <a:gd name="connsiteX6" fmla="*/ 0 w 4143375"/>
                  <a:gd name="connsiteY6" fmla="*/ 0 h 847725"/>
                  <a:gd name="connsiteX7" fmla="*/ 95250 w 4143375"/>
                  <a:gd name="connsiteY7" fmla="*/ 0 h 847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43375" h="847725">
                    <a:moveTo>
                      <a:pt x="4048125" y="0"/>
                    </a:moveTo>
                    <a:cubicBezTo>
                      <a:pt x="4100730" y="0"/>
                      <a:pt x="4143375" y="0"/>
                      <a:pt x="4143375" y="0"/>
                    </a:cubicBezTo>
                    <a:lnTo>
                      <a:pt x="4143375" y="847725"/>
                    </a:lnTo>
                    <a:cubicBezTo>
                      <a:pt x="4143375" y="847725"/>
                      <a:pt x="4100730" y="847725"/>
                      <a:pt x="4048125" y="847725"/>
                    </a:cubicBezTo>
                    <a:lnTo>
                      <a:pt x="95250" y="847725"/>
                    </a:lnTo>
                    <a:cubicBezTo>
                      <a:pt x="42645" y="847725"/>
                      <a:pt x="0" y="847725"/>
                      <a:pt x="0" y="847725"/>
                    </a:cubicBezTo>
                    <a:lnTo>
                      <a:pt x="0" y="0"/>
                    </a:lnTo>
                    <a:cubicBezTo>
                      <a:pt x="0" y="0"/>
                      <a:pt x="42645" y="0"/>
                      <a:pt x="95250" y="0"/>
                    </a:cubicBezTo>
                    <a:close/>
                  </a:path>
                </a:pathLst>
              </a:custGeom>
              <a:solidFill>
                <a:srgbClr val="55647D"/>
              </a:solidFill>
              <a:ln w="9525" cap="flat">
                <a:noFill/>
                <a:prstDash val="solid"/>
                <a:miter/>
              </a:ln>
            </p:spPr>
            <p:txBody>
              <a:bodyPr rtlCol="0" anchor="ctr"/>
              <a:lstStyle/>
              <a:p>
                <a:endParaRPr lang="en-US"/>
              </a:p>
            </p:txBody>
          </p:sp>
          <p:sp>
            <p:nvSpPr>
              <p:cNvPr id="67" name="Freeform 100">
                <a:extLst>
                  <a:ext uri="{FF2B5EF4-FFF2-40B4-BE49-F238E27FC236}">
                    <a16:creationId xmlns:a16="http://schemas.microsoft.com/office/drawing/2014/main" id="{D83C5D8B-ED3D-A892-94C3-3C8D55E6B52F}"/>
                  </a:ext>
                </a:extLst>
              </p:cNvPr>
              <p:cNvSpPr/>
              <p:nvPr/>
            </p:nvSpPr>
            <p:spPr>
              <a:xfrm>
                <a:off x="13568362" y="5753100"/>
                <a:ext cx="4143375" cy="847725"/>
              </a:xfrm>
              <a:custGeom>
                <a:avLst/>
                <a:gdLst>
                  <a:gd name="connsiteX0" fmla="*/ 4048125 w 4143375"/>
                  <a:gd name="connsiteY0" fmla="*/ 0 h 847725"/>
                  <a:gd name="connsiteX1" fmla="*/ 4143375 w 4143375"/>
                  <a:gd name="connsiteY1" fmla="*/ 0 h 847725"/>
                  <a:gd name="connsiteX2" fmla="*/ 4143375 w 4143375"/>
                  <a:gd name="connsiteY2" fmla="*/ 847725 h 847725"/>
                  <a:gd name="connsiteX3" fmla="*/ 4048125 w 4143375"/>
                  <a:gd name="connsiteY3" fmla="*/ 847725 h 847725"/>
                  <a:gd name="connsiteX4" fmla="*/ 95250 w 4143375"/>
                  <a:gd name="connsiteY4" fmla="*/ 847725 h 847725"/>
                  <a:gd name="connsiteX5" fmla="*/ 0 w 4143375"/>
                  <a:gd name="connsiteY5" fmla="*/ 847725 h 847725"/>
                  <a:gd name="connsiteX6" fmla="*/ 0 w 4143375"/>
                  <a:gd name="connsiteY6" fmla="*/ 0 h 847725"/>
                  <a:gd name="connsiteX7" fmla="*/ 95250 w 4143375"/>
                  <a:gd name="connsiteY7" fmla="*/ 0 h 847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43375" h="847725">
                    <a:moveTo>
                      <a:pt x="4048125" y="0"/>
                    </a:moveTo>
                    <a:cubicBezTo>
                      <a:pt x="4100730" y="0"/>
                      <a:pt x="4143375" y="0"/>
                      <a:pt x="4143375" y="0"/>
                    </a:cubicBezTo>
                    <a:lnTo>
                      <a:pt x="4143375" y="847725"/>
                    </a:lnTo>
                    <a:cubicBezTo>
                      <a:pt x="4143375" y="847725"/>
                      <a:pt x="4100730" y="847725"/>
                      <a:pt x="4048125" y="847725"/>
                    </a:cubicBezTo>
                    <a:lnTo>
                      <a:pt x="95250" y="847725"/>
                    </a:lnTo>
                    <a:cubicBezTo>
                      <a:pt x="42645" y="847725"/>
                      <a:pt x="0" y="847725"/>
                      <a:pt x="0" y="847725"/>
                    </a:cubicBezTo>
                    <a:lnTo>
                      <a:pt x="0" y="0"/>
                    </a:lnTo>
                    <a:cubicBezTo>
                      <a:pt x="0" y="0"/>
                      <a:pt x="42645" y="0"/>
                      <a:pt x="95250" y="0"/>
                    </a:cubicBezTo>
                    <a:close/>
                  </a:path>
                </a:pathLst>
              </a:custGeom>
              <a:solidFill>
                <a:srgbClr val="9196DF"/>
              </a:solidFill>
              <a:ln w="9525" cap="flat">
                <a:noFill/>
                <a:prstDash val="solid"/>
                <a:miter/>
              </a:ln>
            </p:spPr>
            <p:txBody>
              <a:bodyPr rtlCol="0" anchor="ctr"/>
              <a:lstStyle/>
              <a:p>
                <a:endParaRPr lang="en-US"/>
              </a:p>
            </p:txBody>
          </p:sp>
          <p:sp>
            <p:nvSpPr>
              <p:cNvPr id="68" name="Freeform 101">
                <a:extLst>
                  <a:ext uri="{FF2B5EF4-FFF2-40B4-BE49-F238E27FC236}">
                    <a16:creationId xmlns:a16="http://schemas.microsoft.com/office/drawing/2014/main" id="{8FA6E10B-4904-216A-BAC7-F89E67FBA664}"/>
                  </a:ext>
                </a:extLst>
              </p:cNvPr>
              <p:cNvSpPr/>
              <p:nvPr/>
            </p:nvSpPr>
            <p:spPr>
              <a:xfrm>
                <a:off x="13568362" y="6791325"/>
                <a:ext cx="4143375" cy="847725"/>
              </a:xfrm>
              <a:custGeom>
                <a:avLst/>
                <a:gdLst>
                  <a:gd name="connsiteX0" fmla="*/ 4048125 w 4143375"/>
                  <a:gd name="connsiteY0" fmla="*/ 0 h 847725"/>
                  <a:gd name="connsiteX1" fmla="*/ 4143375 w 4143375"/>
                  <a:gd name="connsiteY1" fmla="*/ 0 h 847725"/>
                  <a:gd name="connsiteX2" fmla="*/ 4143375 w 4143375"/>
                  <a:gd name="connsiteY2" fmla="*/ 847725 h 847725"/>
                  <a:gd name="connsiteX3" fmla="*/ 4048125 w 4143375"/>
                  <a:gd name="connsiteY3" fmla="*/ 847725 h 847725"/>
                  <a:gd name="connsiteX4" fmla="*/ 95250 w 4143375"/>
                  <a:gd name="connsiteY4" fmla="*/ 847725 h 847725"/>
                  <a:gd name="connsiteX5" fmla="*/ 0 w 4143375"/>
                  <a:gd name="connsiteY5" fmla="*/ 847725 h 847725"/>
                  <a:gd name="connsiteX6" fmla="*/ 0 w 4143375"/>
                  <a:gd name="connsiteY6" fmla="*/ 0 h 847725"/>
                  <a:gd name="connsiteX7" fmla="*/ 95250 w 4143375"/>
                  <a:gd name="connsiteY7" fmla="*/ 0 h 847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43375" h="847725">
                    <a:moveTo>
                      <a:pt x="4048125" y="0"/>
                    </a:moveTo>
                    <a:cubicBezTo>
                      <a:pt x="4100730" y="0"/>
                      <a:pt x="4143375" y="0"/>
                      <a:pt x="4143375" y="0"/>
                    </a:cubicBezTo>
                    <a:lnTo>
                      <a:pt x="4143375" y="847725"/>
                    </a:lnTo>
                    <a:cubicBezTo>
                      <a:pt x="4143375" y="847725"/>
                      <a:pt x="4100730" y="847725"/>
                      <a:pt x="4048125" y="847725"/>
                    </a:cubicBezTo>
                    <a:lnTo>
                      <a:pt x="95250" y="847725"/>
                    </a:lnTo>
                    <a:cubicBezTo>
                      <a:pt x="42645" y="847725"/>
                      <a:pt x="0" y="847725"/>
                      <a:pt x="0" y="847725"/>
                    </a:cubicBezTo>
                    <a:lnTo>
                      <a:pt x="0" y="0"/>
                    </a:lnTo>
                    <a:cubicBezTo>
                      <a:pt x="0" y="0"/>
                      <a:pt x="42645" y="0"/>
                      <a:pt x="95250" y="0"/>
                    </a:cubicBezTo>
                    <a:close/>
                  </a:path>
                </a:pathLst>
              </a:custGeom>
              <a:solidFill>
                <a:srgbClr val="629AD1"/>
              </a:solidFill>
              <a:ln w="9525" cap="flat">
                <a:noFill/>
                <a:prstDash val="solid"/>
                <a:miter/>
              </a:ln>
            </p:spPr>
            <p:txBody>
              <a:bodyPr rtlCol="0" anchor="ctr"/>
              <a:lstStyle/>
              <a:p>
                <a:endParaRPr lang="en-US"/>
              </a:p>
            </p:txBody>
          </p:sp>
          <p:sp>
            <p:nvSpPr>
              <p:cNvPr id="69" name="Freeform 102">
                <a:extLst>
                  <a:ext uri="{FF2B5EF4-FFF2-40B4-BE49-F238E27FC236}">
                    <a16:creationId xmlns:a16="http://schemas.microsoft.com/office/drawing/2014/main" id="{04A713CD-BCFE-53F2-A744-EFCA1C0A2F3D}"/>
                  </a:ext>
                </a:extLst>
              </p:cNvPr>
              <p:cNvSpPr/>
              <p:nvPr/>
            </p:nvSpPr>
            <p:spPr>
              <a:xfrm>
                <a:off x="13568362" y="7829550"/>
                <a:ext cx="4143375" cy="847725"/>
              </a:xfrm>
              <a:custGeom>
                <a:avLst/>
                <a:gdLst>
                  <a:gd name="connsiteX0" fmla="*/ 4048125 w 4143375"/>
                  <a:gd name="connsiteY0" fmla="*/ 0 h 847725"/>
                  <a:gd name="connsiteX1" fmla="*/ 4143375 w 4143375"/>
                  <a:gd name="connsiteY1" fmla="*/ 0 h 847725"/>
                  <a:gd name="connsiteX2" fmla="*/ 4143375 w 4143375"/>
                  <a:gd name="connsiteY2" fmla="*/ 847725 h 847725"/>
                  <a:gd name="connsiteX3" fmla="*/ 4048125 w 4143375"/>
                  <a:gd name="connsiteY3" fmla="*/ 847725 h 847725"/>
                  <a:gd name="connsiteX4" fmla="*/ 95250 w 4143375"/>
                  <a:gd name="connsiteY4" fmla="*/ 847725 h 847725"/>
                  <a:gd name="connsiteX5" fmla="*/ 0 w 4143375"/>
                  <a:gd name="connsiteY5" fmla="*/ 847725 h 847725"/>
                  <a:gd name="connsiteX6" fmla="*/ 0 w 4143375"/>
                  <a:gd name="connsiteY6" fmla="*/ 0 h 847725"/>
                  <a:gd name="connsiteX7" fmla="*/ 95250 w 4143375"/>
                  <a:gd name="connsiteY7" fmla="*/ 0 h 847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43375" h="847725">
                    <a:moveTo>
                      <a:pt x="4048125" y="0"/>
                    </a:moveTo>
                    <a:cubicBezTo>
                      <a:pt x="4100730" y="0"/>
                      <a:pt x="4143375" y="0"/>
                      <a:pt x="4143375" y="0"/>
                    </a:cubicBezTo>
                    <a:lnTo>
                      <a:pt x="4143375" y="847725"/>
                    </a:lnTo>
                    <a:cubicBezTo>
                      <a:pt x="4143375" y="847725"/>
                      <a:pt x="4100730" y="847725"/>
                      <a:pt x="4048125" y="847725"/>
                    </a:cubicBezTo>
                    <a:lnTo>
                      <a:pt x="95250" y="847725"/>
                    </a:lnTo>
                    <a:cubicBezTo>
                      <a:pt x="42645" y="847725"/>
                      <a:pt x="0" y="847725"/>
                      <a:pt x="0" y="847725"/>
                    </a:cubicBezTo>
                    <a:lnTo>
                      <a:pt x="0" y="0"/>
                    </a:lnTo>
                    <a:cubicBezTo>
                      <a:pt x="0" y="0"/>
                      <a:pt x="42645" y="0"/>
                      <a:pt x="95250" y="0"/>
                    </a:cubicBezTo>
                    <a:close/>
                  </a:path>
                </a:pathLst>
              </a:custGeom>
              <a:solidFill>
                <a:srgbClr val="6E90C2"/>
              </a:solidFill>
              <a:ln w="9525" cap="flat">
                <a:noFill/>
                <a:prstDash val="solid"/>
                <a:miter/>
              </a:ln>
            </p:spPr>
            <p:txBody>
              <a:bodyPr rtlCol="0" anchor="ctr"/>
              <a:lstStyle/>
              <a:p>
                <a:endParaRPr lang="en-US"/>
              </a:p>
            </p:txBody>
          </p:sp>
          <p:sp>
            <p:nvSpPr>
              <p:cNvPr id="70" name="Freeform 103">
                <a:extLst>
                  <a:ext uri="{FF2B5EF4-FFF2-40B4-BE49-F238E27FC236}">
                    <a16:creationId xmlns:a16="http://schemas.microsoft.com/office/drawing/2014/main" id="{94F1DD06-8445-D383-F52D-9303E5983AC8}"/>
                  </a:ext>
                </a:extLst>
              </p:cNvPr>
              <p:cNvSpPr/>
              <p:nvPr/>
            </p:nvSpPr>
            <p:spPr>
              <a:xfrm>
                <a:off x="13568362" y="8867775"/>
                <a:ext cx="4143375" cy="847725"/>
              </a:xfrm>
              <a:custGeom>
                <a:avLst/>
                <a:gdLst>
                  <a:gd name="connsiteX0" fmla="*/ 4048125 w 4143375"/>
                  <a:gd name="connsiteY0" fmla="*/ 0 h 847725"/>
                  <a:gd name="connsiteX1" fmla="*/ 4143375 w 4143375"/>
                  <a:gd name="connsiteY1" fmla="*/ 0 h 847725"/>
                  <a:gd name="connsiteX2" fmla="*/ 4143375 w 4143375"/>
                  <a:gd name="connsiteY2" fmla="*/ 847725 h 847725"/>
                  <a:gd name="connsiteX3" fmla="*/ 4048125 w 4143375"/>
                  <a:gd name="connsiteY3" fmla="*/ 847725 h 847725"/>
                  <a:gd name="connsiteX4" fmla="*/ 95250 w 4143375"/>
                  <a:gd name="connsiteY4" fmla="*/ 847725 h 847725"/>
                  <a:gd name="connsiteX5" fmla="*/ 0 w 4143375"/>
                  <a:gd name="connsiteY5" fmla="*/ 847725 h 847725"/>
                  <a:gd name="connsiteX6" fmla="*/ 0 w 4143375"/>
                  <a:gd name="connsiteY6" fmla="*/ 0 h 847725"/>
                  <a:gd name="connsiteX7" fmla="*/ 95250 w 4143375"/>
                  <a:gd name="connsiteY7" fmla="*/ 0 h 847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43375" h="847725">
                    <a:moveTo>
                      <a:pt x="4048125" y="0"/>
                    </a:moveTo>
                    <a:cubicBezTo>
                      <a:pt x="4100730" y="0"/>
                      <a:pt x="4143375" y="0"/>
                      <a:pt x="4143375" y="0"/>
                    </a:cubicBezTo>
                    <a:lnTo>
                      <a:pt x="4143375" y="847725"/>
                    </a:lnTo>
                    <a:cubicBezTo>
                      <a:pt x="4143375" y="847725"/>
                      <a:pt x="4100730" y="847725"/>
                      <a:pt x="4048125" y="847725"/>
                    </a:cubicBezTo>
                    <a:lnTo>
                      <a:pt x="95250" y="847725"/>
                    </a:lnTo>
                    <a:cubicBezTo>
                      <a:pt x="42645" y="847725"/>
                      <a:pt x="0" y="847725"/>
                      <a:pt x="0" y="847725"/>
                    </a:cubicBezTo>
                    <a:lnTo>
                      <a:pt x="0" y="0"/>
                    </a:lnTo>
                    <a:cubicBezTo>
                      <a:pt x="0" y="0"/>
                      <a:pt x="42645" y="0"/>
                      <a:pt x="95250" y="0"/>
                    </a:cubicBezTo>
                    <a:close/>
                  </a:path>
                </a:pathLst>
              </a:custGeom>
              <a:solidFill>
                <a:srgbClr val="94A8CE"/>
              </a:solidFill>
              <a:ln w="9525" cap="flat">
                <a:noFill/>
                <a:prstDash val="solid"/>
                <a:miter/>
              </a:ln>
            </p:spPr>
            <p:txBody>
              <a:bodyPr rtlCol="0" anchor="ctr"/>
              <a:lstStyle/>
              <a:p>
                <a:endParaRPr lang="en-US"/>
              </a:p>
            </p:txBody>
          </p:sp>
          <p:sp>
            <p:nvSpPr>
              <p:cNvPr id="71" name="Freeform 104">
                <a:extLst>
                  <a:ext uri="{FF2B5EF4-FFF2-40B4-BE49-F238E27FC236}">
                    <a16:creationId xmlns:a16="http://schemas.microsoft.com/office/drawing/2014/main" id="{85FEA18E-D10E-FE90-7408-06D73E4D8CCF}"/>
                  </a:ext>
                </a:extLst>
              </p:cNvPr>
              <p:cNvSpPr/>
              <p:nvPr/>
            </p:nvSpPr>
            <p:spPr>
              <a:xfrm>
                <a:off x="17902237" y="2638425"/>
                <a:ext cx="4143375" cy="847725"/>
              </a:xfrm>
              <a:custGeom>
                <a:avLst/>
                <a:gdLst>
                  <a:gd name="connsiteX0" fmla="*/ 4048125 w 4143375"/>
                  <a:gd name="connsiteY0" fmla="*/ 0 h 847725"/>
                  <a:gd name="connsiteX1" fmla="*/ 4143375 w 4143375"/>
                  <a:gd name="connsiteY1" fmla="*/ 0 h 847725"/>
                  <a:gd name="connsiteX2" fmla="*/ 4143375 w 4143375"/>
                  <a:gd name="connsiteY2" fmla="*/ 847725 h 847725"/>
                  <a:gd name="connsiteX3" fmla="*/ 4048125 w 4143375"/>
                  <a:gd name="connsiteY3" fmla="*/ 847725 h 847725"/>
                  <a:gd name="connsiteX4" fmla="*/ 95250 w 4143375"/>
                  <a:gd name="connsiteY4" fmla="*/ 847725 h 847725"/>
                  <a:gd name="connsiteX5" fmla="*/ 0 w 4143375"/>
                  <a:gd name="connsiteY5" fmla="*/ 847725 h 847725"/>
                  <a:gd name="connsiteX6" fmla="*/ 0 w 4143375"/>
                  <a:gd name="connsiteY6" fmla="*/ 0 h 847725"/>
                  <a:gd name="connsiteX7" fmla="*/ 95250 w 4143375"/>
                  <a:gd name="connsiteY7" fmla="*/ 0 h 847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43375" h="847725">
                    <a:moveTo>
                      <a:pt x="4048125" y="0"/>
                    </a:moveTo>
                    <a:cubicBezTo>
                      <a:pt x="4100730" y="0"/>
                      <a:pt x="4143375" y="0"/>
                      <a:pt x="4143375" y="0"/>
                    </a:cubicBezTo>
                    <a:lnTo>
                      <a:pt x="4143375" y="847725"/>
                    </a:lnTo>
                    <a:cubicBezTo>
                      <a:pt x="4143375" y="847725"/>
                      <a:pt x="4100730" y="847725"/>
                      <a:pt x="4048125" y="847725"/>
                    </a:cubicBezTo>
                    <a:lnTo>
                      <a:pt x="95250" y="847725"/>
                    </a:lnTo>
                    <a:cubicBezTo>
                      <a:pt x="42645" y="847725"/>
                      <a:pt x="0" y="847725"/>
                      <a:pt x="0" y="847725"/>
                    </a:cubicBezTo>
                    <a:lnTo>
                      <a:pt x="0" y="0"/>
                    </a:lnTo>
                    <a:cubicBezTo>
                      <a:pt x="0" y="0"/>
                      <a:pt x="42645" y="0"/>
                      <a:pt x="95250" y="0"/>
                    </a:cubicBezTo>
                    <a:close/>
                  </a:path>
                </a:pathLst>
              </a:custGeom>
              <a:solidFill>
                <a:srgbClr val="84C6DE"/>
              </a:solidFill>
              <a:ln w="9525" cap="flat">
                <a:noFill/>
                <a:prstDash val="solid"/>
                <a:miter/>
              </a:ln>
            </p:spPr>
            <p:txBody>
              <a:bodyPr rtlCol="0" anchor="ctr"/>
              <a:lstStyle/>
              <a:p>
                <a:endParaRPr lang="en-US"/>
              </a:p>
            </p:txBody>
          </p:sp>
          <p:sp>
            <p:nvSpPr>
              <p:cNvPr id="72" name="Freeform 105">
                <a:extLst>
                  <a:ext uri="{FF2B5EF4-FFF2-40B4-BE49-F238E27FC236}">
                    <a16:creationId xmlns:a16="http://schemas.microsoft.com/office/drawing/2014/main" id="{4FE719BC-C1C2-EE2D-AC22-4ECA470C3591}"/>
                  </a:ext>
                </a:extLst>
              </p:cNvPr>
              <p:cNvSpPr/>
              <p:nvPr/>
            </p:nvSpPr>
            <p:spPr>
              <a:xfrm>
                <a:off x="17902237" y="3676650"/>
                <a:ext cx="4143375" cy="847725"/>
              </a:xfrm>
              <a:custGeom>
                <a:avLst/>
                <a:gdLst>
                  <a:gd name="connsiteX0" fmla="*/ 4048125 w 4143375"/>
                  <a:gd name="connsiteY0" fmla="*/ 0 h 847725"/>
                  <a:gd name="connsiteX1" fmla="*/ 4143375 w 4143375"/>
                  <a:gd name="connsiteY1" fmla="*/ 0 h 847725"/>
                  <a:gd name="connsiteX2" fmla="*/ 4143375 w 4143375"/>
                  <a:gd name="connsiteY2" fmla="*/ 847725 h 847725"/>
                  <a:gd name="connsiteX3" fmla="*/ 4048125 w 4143375"/>
                  <a:gd name="connsiteY3" fmla="*/ 847725 h 847725"/>
                  <a:gd name="connsiteX4" fmla="*/ 95250 w 4143375"/>
                  <a:gd name="connsiteY4" fmla="*/ 847725 h 847725"/>
                  <a:gd name="connsiteX5" fmla="*/ 0 w 4143375"/>
                  <a:gd name="connsiteY5" fmla="*/ 847725 h 847725"/>
                  <a:gd name="connsiteX6" fmla="*/ 0 w 4143375"/>
                  <a:gd name="connsiteY6" fmla="*/ 0 h 847725"/>
                  <a:gd name="connsiteX7" fmla="*/ 95250 w 4143375"/>
                  <a:gd name="connsiteY7" fmla="*/ 0 h 847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43375" h="847725">
                    <a:moveTo>
                      <a:pt x="4048125" y="0"/>
                    </a:moveTo>
                    <a:cubicBezTo>
                      <a:pt x="4100730" y="0"/>
                      <a:pt x="4143375" y="0"/>
                      <a:pt x="4143375" y="0"/>
                    </a:cubicBezTo>
                    <a:lnTo>
                      <a:pt x="4143375" y="847725"/>
                    </a:lnTo>
                    <a:cubicBezTo>
                      <a:pt x="4143375" y="847725"/>
                      <a:pt x="4100730" y="847725"/>
                      <a:pt x="4048125" y="847725"/>
                    </a:cubicBezTo>
                    <a:lnTo>
                      <a:pt x="95250" y="847725"/>
                    </a:lnTo>
                    <a:cubicBezTo>
                      <a:pt x="42645" y="847725"/>
                      <a:pt x="0" y="847725"/>
                      <a:pt x="0" y="847725"/>
                    </a:cubicBezTo>
                    <a:lnTo>
                      <a:pt x="0" y="0"/>
                    </a:lnTo>
                    <a:cubicBezTo>
                      <a:pt x="0" y="0"/>
                      <a:pt x="42645" y="0"/>
                      <a:pt x="95250" y="0"/>
                    </a:cubicBezTo>
                    <a:close/>
                  </a:path>
                </a:pathLst>
              </a:custGeom>
              <a:solidFill>
                <a:srgbClr val="97C7E7"/>
              </a:solidFill>
              <a:ln w="9525" cap="flat">
                <a:noFill/>
                <a:prstDash val="solid"/>
                <a:miter/>
              </a:ln>
            </p:spPr>
            <p:txBody>
              <a:bodyPr rtlCol="0" anchor="ctr"/>
              <a:lstStyle/>
              <a:p>
                <a:endParaRPr lang="en-US"/>
              </a:p>
            </p:txBody>
          </p:sp>
          <p:sp>
            <p:nvSpPr>
              <p:cNvPr id="73" name="Freeform 106">
                <a:extLst>
                  <a:ext uri="{FF2B5EF4-FFF2-40B4-BE49-F238E27FC236}">
                    <a16:creationId xmlns:a16="http://schemas.microsoft.com/office/drawing/2014/main" id="{847F5CB8-C7FE-25D2-0743-9868B3FED845}"/>
                  </a:ext>
                </a:extLst>
              </p:cNvPr>
              <p:cNvSpPr/>
              <p:nvPr/>
            </p:nvSpPr>
            <p:spPr>
              <a:xfrm>
                <a:off x="17902237" y="4714875"/>
                <a:ext cx="4143375" cy="847725"/>
              </a:xfrm>
              <a:custGeom>
                <a:avLst/>
                <a:gdLst>
                  <a:gd name="connsiteX0" fmla="*/ 4048125 w 4143375"/>
                  <a:gd name="connsiteY0" fmla="*/ 0 h 847725"/>
                  <a:gd name="connsiteX1" fmla="*/ 4143375 w 4143375"/>
                  <a:gd name="connsiteY1" fmla="*/ 0 h 847725"/>
                  <a:gd name="connsiteX2" fmla="*/ 4143375 w 4143375"/>
                  <a:gd name="connsiteY2" fmla="*/ 847725 h 847725"/>
                  <a:gd name="connsiteX3" fmla="*/ 4048125 w 4143375"/>
                  <a:gd name="connsiteY3" fmla="*/ 847725 h 847725"/>
                  <a:gd name="connsiteX4" fmla="*/ 95250 w 4143375"/>
                  <a:gd name="connsiteY4" fmla="*/ 847725 h 847725"/>
                  <a:gd name="connsiteX5" fmla="*/ 0 w 4143375"/>
                  <a:gd name="connsiteY5" fmla="*/ 847725 h 847725"/>
                  <a:gd name="connsiteX6" fmla="*/ 0 w 4143375"/>
                  <a:gd name="connsiteY6" fmla="*/ 0 h 847725"/>
                  <a:gd name="connsiteX7" fmla="*/ 95250 w 4143375"/>
                  <a:gd name="connsiteY7" fmla="*/ 0 h 847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43375" h="847725">
                    <a:moveTo>
                      <a:pt x="4048125" y="0"/>
                    </a:moveTo>
                    <a:cubicBezTo>
                      <a:pt x="4100730" y="0"/>
                      <a:pt x="4143375" y="0"/>
                      <a:pt x="4143375" y="0"/>
                    </a:cubicBezTo>
                    <a:lnTo>
                      <a:pt x="4143375" y="847725"/>
                    </a:lnTo>
                    <a:cubicBezTo>
                      <a:pt x="4143375" y="847725"/>
                      <a:pt x="4100730" y="847725"/>
                      <a:pt x="4048125" y="847725"/>
                    </a:cubicBezTo>
                    <a:lnTo>
                      <a:pt x="95250" y="847725"/>
                    </a:lnTo>
                    <a:cubicBezTo>
                      <a:pt x="42645" y="847725"/>
                      <a:pt x="0" y="847725"/>
                      <a:pt x="0" y="847725"/>
                    </a:cubicBezTo>
                    <a:lnTo>
                      <a:pt x="0" y="0"/>
                    </a:lnTo>
                    <a:cubicBezTo>
                      <a:pt x="0" y="0"/>
                      <a:pt x="42645" y="0"/>
                      <a:pt x="95250" y="0"/>
                    </a:cubicBezTo>
                    <a:close/>
                  </a:path>
                </a:pathLst>
              </a:custGeom>
              <a:solidFill>
                <a:srgbClr val="AFCCE0"/>
              </a:solidFill>
              <a:ln w="9525" cap="flat">
                <a:noFill/>
                <a:prstDash val="solid"/>
                <a:miter/>
              </a:ln>
            </p:spPr>
            <p:txBody>
              <a:bodyPr rtlCol="0" anchor="ctr"/>
              <a:lstStyle/>
              <a:p>
                <a:endParaRPr lang="en-US"/>
              </a:p>
            </p:txBody>
          </p:sp>
          <p:sp>
            <p:nvSpPr>
              <p:cNvPr id="74" name="Freeform 107">
                <a:extLst>
                  <a:ext uri="{FF2B5EF4-FFF2-40B4-BE49-F238E27FC236}">
                    <a16:creationId xmlns:a16="http://schemas.microsoft.com/office/drawing/2014/main" id="{D0B7114B-2D2E-94CE-57D4-B3D8E7DB109F}"/>
                  </a:ext>
                </a:extLst>
              </p:cNvPr>
              <p:cNvSpPr/>
              <p:nvPr/>
            </p:nvSpPr>
            <p:spPr>
              <a:xfrm>
                <a:off x="17902237" y="5753100"/>
                <a:ext cx="4143375" cy="847725"/>
              </a:xfrm>
              <a:custGeom>
                <a:avLst/>
                <a:gdLst>
                  <a:gd name="connsiteX0" fmla="*/ 4048125 w 4143375"/>
                  <a:gd name="connsiteY0" fmla="*/ 0 h 847725"/>
                  <a:gd name="connsiteX1" fmla="*/ 4143375 w 4143375"/>
                  <a:gd name="connsiteY1" fmla="*/ 0 h 847725"/>
                  <a:gd name="connsiteX2" fmla="*/ 4143375 w 4143375"/>
                  <a:gd name="connsiteY2" fmla="*/ 847725 h 847725"/>
                  <a:gd name="connsiteX3" fmla="*/ 4048125 w 4143375"/>
                  <a:gd name="connsiteY3" fmla="*/ 847725 h 847725"/>
                  <a:gd name="connsiteX4" fmla="*/ 95250 w 4143375"/>
                  <a:gd name="connsiteY4" fmla="*/ 847725 h 847725"/>
                  <a:gd name="connsiteX5" fmla="*/ 0 w 4143375"/>
                  <a:gd name="connsiteY5" fmla="*/ 847725 h 847725"/>
                  <a:gd name="connsiteX6" fmla="*/ 0 w 4143375"/>
                  <a:gd name="connsiteY6" fmla="*/ 0 h 847725"/>
                  <a:gd name="connsiteX7" fmla="*/ 95250 w 4143375"/>
                  <a:gd name="connsiteY7" fmla="*/ 0 h 847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43375" h="847725">
                    <a:moveTo>
                      <a:pt x="4048125" y="0"/>
                    </a:moveTo>
                    <a:cubicBezTo>
                      <a:pt x="4100730" y="0"/>
                      <a:pt x="4143375" y="0"/>
                      <a:pt x="4143375" y="0"/>
                    </a:cubicBezTo>
                    <a:lnTo>
                      <a:pt x="4143375" y="847725"/>
                    </a:lnTo>
                    <a:cubicBezTo>
                      <a:pt x="4143375" y="847725"/>
                      <a:pt x="4100730" y="847725"/>
                      <a:pt x="4048125" y="847725"/>
                    </a:cubicBezTo>
                    <a:lnTo>
                      <a:pt x="95250" y="847725"/>
                    </a:lnTo>
                    <a:cubicBezTo>
                      <a:pt x="42645" y="847725"/>
                      <a:pt x="0" y="847725"/>
                      <a:pt x="0" y="847725"/>
                    </a:cubicBezTo>
                    <a:lnTo>
                      <a:pt x="0" y="0"/>
                    </a:lnTo>
                    <a:cubicBezTo>
                      <a:pt x="0" y="0"/>
                      <a:pt x="42645" y="0"/>
                      <a:pt x="95250" y="0"/>
                    </a:cubicBezTo>
                    <a:close/>
                  </a:path>
                </a:pathLst>
              </a:custGeom>
              <a:solidFill>
                <a:srgbClr val="D8EBF1"/>
              </a:solidFill>
              <a:ln w="9525" cap="flat">
                <a:noFill/>
                <a:prstDash val="solid"/>
                <a:miter/>
              </a:ln>
            </p:spPr>
            <p:txBody>
              <a:bodyPr rtlCol="0" anchor="ctr"/>
              <a:lstStyle/>
              <a:p>
                <a:endParaRPr lang="en-US"/>
              </a:p>
            </p:txBody>
          </p:sp>
          <p:sp>
            <p:nvSpPr>
              <p:cNvPr id="75" name="Freeform 108">
                <a:extLst>
                  <a:ext uri="{FF2B5EF4-FFF2-40B4-BE49-F238E27FC236}">
                    <a16:creationId xmlns:a16="http://schemas.microsoft.com/office/drawing/2014/main" id="{76B3404A-0BFF-AB4F-0679-1505026D6FC1}"/>
                  </a:ext>
                </a:extLst>
              </p:cNvPr>
              <p:cNvSpPr/>
              <p:nvPr/>
            </p:nvSpPr>
            <p:spPr>
              <a:xfrm>
                <a:off x="17902237" y="6791325"/>
                <a:ext cx="4143375" cy="847725"/>
              </a:xfrm>
              <a:custGeom>
                <a:avLst/>
                <a:gdLst>
                  <a:gd name="connsiteX0" fmla="*/ 4048125 w 4143375"/>
                  <a:gd name="connsiteY0" fmla="*/ 0 h 847725"/>
                  <a:gd name="connsiteX1" fmla="*/ 4143375 w 4143375"/>
                  <a:gd name="connsiteY1" fmla="*/ 0 h 847725"/>
                  <a:gd name="connsiteX2" fmla="*/ 4143375 w 4143375"/>
                  <a:gd name="connsiteY2" fmla="*/ 847725 h 847725"/>
                  <a:gd name="connsiteX3" fmla="*/ 4048125 w 4143375"/>
                  <a:gd name="connsiteY3" fmla="*/ 847725 h 847725"/>
                  <a:gd name="connsiteX4" fmla="*/ 95250 w 4143375"/>
                  <a:gd name="connsiteY4" fmla="*/ 847725 h 847725"/>
                  <a:gd name="connsiteX5" fmla="*/ 0 w 4143375"/>
                  <a:gd name="connsiteY5" fmla="*/ 847725 h 847725"/>
                  <a:gd name="connsiteX6" fmla="*/ 0 w 4143375"/>
                  <a:gd name="connsiteY6" fmla="*/ 0 h 847725"/>
                  <a:gd name="connsiteX7" fmla="*/ 95250 w 4143375"/>
                  <a:gd name="connsiteY7" fmla="*/ 0 h 847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43375" h="847725">
                    <a:moveTo>
                      <a:pt x="4048125" y="0"/>
                    </a:moveTo>
                    <a:cubicBezTo>
                      <a:pt x="4100730" y="0"/>
                      <a:pt x="4143375" y="0"/>
                      <a:pt x="4143375" y="0"/>
                    </a:cubicBezTo>
                    <a:lnTo>
                      <a:pt x="4143375" y="847725"/>
                    </a:lnTo>
                    <a:cubicBezTo>
                      <a:pt x="4143375" y="847725"/>
                      <a:pt x="4100730" y="847725"/>
                      <a:pt x="4048125" y="847725"/>
                    </a:cubicBezTo>
                    <a:lnTo>
                      <a:pt x="95250" y="847725"/>
                    </a:lnTo>
                    <a:cubicBezTo>
                      <a:pt x="42645" y="847725"/>
                      <a:pt x="0" y="847725"/>
                      <a:pt x="0" y="847725"/>
                    </a:cubicBezTo>
                    <a:lnTo>
                      <a:pt x="0" y="0"/>
                    </a:lnTo>
                    <a:cubicBezTo>
                      <a:pt x="0" y="0"/>
                      <a:pt x="42645" y="0"/>
                      <a:pt x="95250" y="0"/>
                    </a:cubicBezTo>
                    <a:close/>
                  </a:path>
                </a:pathLst>
              </a:custGeom>
              <a:solidFill>
                <a:srgbClr val="E4E2D6"/>
              </a:solidFill>
              <a:ln w="9525" cap="flat">
                <a:noFill/>
                <a:prstDash val="solid"/>
                <a:miter/>
              </a:ln>
            </p:spPr>
            <p:txBody>
              <a:bodyPr rtlCol="0" anchor="ctr"/>
              <a:lstStyle/>
              <a:p>
                <a:endParaRPr lang="en-US"/>
              </a:p>
            </p:txBody>
          </p:sp>
          <p:sp>
            <p:nvSpPr>
              <p:cNvPr id="76" name="Freeform 109">
                <a:extLst>
                  <a:ext uri="{FF2B5EF4-FFF2-40B4-BE49-F238E27FC236}">
                    <a16:creationId xmlns:a16="http://schemas.microsoft.com/office/drawing/2014/main" id="{A1FF4C6B-4888-542E-E58A-9F0012699CA8}"/>
                  </a:ext>
                </a:extLst>
              </p:cNvPr>
              <p:cNvSpPr/>
              <p:nvPr/>
            </p:nvSpPr>
            <p:spPr>
              <a:xfrm>
                <a:off x="17902237" y="7829550"/>
                <a:ext cx="4143375" cy="847725"/>
              </a:xfrm>
              <a:custGeom>
                <a:avLst/>
                <a:gdLst>
                  <a:gd name="connsiteX0" fmla="*/ 4048125 w 4143375"/>
                  <a:gd name="connsiteY0" fmla="*/ 0 h 847725"/>
                  <a:gd name="connsiteX1" fmla="*/ 4143375 w 4143375"/>
                  <a:gd name="connsiteY1" fmla="*/ 0 h 847725"/>
                  <a:gd name="connsiteX2" fmla="*/ 4143375 w 4143375"/>
                  <a:gd name="connsiteY2" fmla="*/ 847725 h 847725"/>
                  <a:gd name="connsiteX3" fmla="*/ 4048125 w 4143375"/>
                  <a:gd name="connsiteY3" fmla="*/ 847725 h 847725"/>
                  <a:gd name="connsiteX4" fmla="*/ 95250 w 4143375"/>
                  <a:gd name="connsiteY4" fmla="*/ 847725 h 847725"/>
                  <a:gd name="connsiteX5" fmla="*/ 0 w 4143375"/>
                  <a:gd name="connsiteY5" fmla="*/ 847725 h 847725"/>
                  <a:gd name="connsiteX6" fmla="*/ 0 w 4143375"/>
                  <a:gd name="connsiteY6" fmla="*/ 0 h 847725"/>
                  <a:gd name="connsiteX7" fmla="*/ 95250 w 4143375"/>
                  <a:gd name="connsiteY7" fmla="*/ 0 h 847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43375" h="847725">
                    <a:moveTo>
                      <a:pt x="4048125" y="0"/>
                    </a:moveTo>
                    <a:cubicBezTo>
                      <a:pt x="4100730" y="0"/>
                      <a:pt x="4143375" y="0"/>
                      <a:pt x="4143375" y="0"/>
                    </a:cubicBezTo>
                    <a:lnTo>
                      <a:pt x="4143375" y="847725"/>
                    </a:lnTo>
                    <a:cubicBezTo>
                      <a:pt x="4143375" y="847725"/>
                      <a:pt x="4100730" y="847725"/>
                      <a:pt x="4048125" y="847725"/>
                    </a:cubicBezTo>
                    <a:lnTo>
                      <a:pt x="95250" y="847725"/>
                    </a:lnTo>
                    <a:cubicBezTo>
                      <a:pt x="42645" y="847725"/>
                      <a:pt x="0" y="847725"/>
                      <a:pt x="0" y="847725"/>
                    </a:cubicBezTo>
                    <a:lnTo>
                      <a:pt x="0" y="0"/>
                    </a:lnTo>
                    <a:cubicBezTo>
                      <a:pt x="0" y="0"/>
                      <a:pt x="42645" y="0"/>
                      <a:pt x="95250" y="0"/>
                    </a:cubicBezTo>
                    <a:close/>
                  </a:path>
                </a:pathLst>
              </a:custGeom>
              <a:solidFill>
                <a:srgbClr val="E9E7E6"/>
              </a:solidFill>
              <a:ln w="9525" cap="flat">
                <a:noFill/>
                <a:prstDash val="solid"/>
                <a:miter/>
              </a:ln>
            </p:spPr>
            <p:txBody>
              <a:bodyPr rtlCol="0" anchor="ctr"/>
              <a:lstStyle/>
              <a:p>
                <a:endParaRPr lang="en-US"/>
              </a:p>
            </p:txBody>
          </p:sp>
        </p:grpSp>
        <p:sp>
          <p:nvSpPr>
            <p:cNvPr id="77" name="文本框 76">
              <a:extLst>
                <a:ext uri="{FF2B5EF4-FFF2-40B4-BE49-F238E27FC236}">
                  <a16:creationId xmlns:a16="http://schemas.microsoft.com/office/drawing/2014/main" id="{ECA26791-FE63-0338-15E6-74E7CBCA61C5}"/>
                </a:ext>
              </a:extLst>
            </p:cNvPr>
            <p:cNvSpPr txBox="1"/>
            <p:nvPr userDrawn="1"/>
          </p:nvSpPr>
          <p:spPr>
            <a:xfrm>
              <a:off x="18266938" y="7672923"/>
              <a:ext cx="1600796" cy="283387"/>
            </a:xfrm>
            <a:prstGeom prst="rect">
              <a:avLst/>
            </a:prstGeom>
            <a:noFill/>
          </p:spPr>
          <p:txBody>
            <a:bodyPr wrap="none" rtlCol="0">
              <a:spAutoFit/>
            </a:bodyPr>
            <a:lstStyle/>
            <a:p>
              <a:pPr algn="l"/>
              <a:r>
                <a:rPr kumimoji="1" lang="en-US" altLang="zh-CN" sz="800">
                  <a:solidFill>
                    <a:schemeClr val="bg1">
                      <a:lumMod val="50000"/>
                    </a:schemeClr>
                  </a:solidFill>
                  <a:latin typeface="Arial" panose="020B0604020202020204" pitchFamily="34" charset="0"/>
                  <a:cs typeface="Arial" panose="020B0604020202020204" pitchFamily="34" charset="0"/>
                </a:rPr>
                <a:t>Secondary Body Color</a:t>
              </a:r>
              <a:endParaRPr kumimoji="1" lang="zh-CN" altLang="en-US" sz="800">
                <a:solidFill>
                  <a:schemeClr val="bg1">
                    <a:lumMod val="50000"/>
                  </a:schemeClr>
                </a:solidFill>
                <a:latin typeface="Arial" panose="020B0604020202020204" pitchFamily="34" charset="0"/>
                <a:cs typeface="Arial" panose="020B0604020202020204" pitchFamily="34" charset="0"/>
              </a:endParaRPr>
            </a:p>
          </p:txBody>
        </p:sp>
        <p:grpSp>
          <p:nvGrpSpPr>
            <p:cNvPr id="78" name="组合 77">
              <a:extLst>
                <a:ext uri="{FF2B5EF4-FFF2-40B4-BE49-F238E27FC236}">
                  <a16:creationId xmlns:a16="http://schemas.microsoft.com/office/drawing/2014/main" id="{323EFAD1-08B0-4597-F358-F69141ED61E0}"/>
                </a:ext>
              </a:extLst>
            </p:cNvPr>
            <p:cNvGrpSpPr/>
            <p:nvPr userDrawn="1"/>
          </p:nvGrpSpPr>
          <p:grpSpPr>
            <a:xfrm>
              <a:off x="18472717" y="8012900"/>
              <a:ext cx="1180243" cy="1301558"/>
              <a:chOff x="9391650" y="2790825"/>
              <a:chExt cx="8477250" cy="3962400"/>
            </a:xfrm>
          </p:grpSpPr>
          <p:sp>
            <p:nvSpPr>
              <p:cNvPr id="79" name="Freeform 112">
                <a:extLst>
                  <a:ext uri="{FF2B5EF4-FFF2-40B4-BE49-F238E27FC236}">
                    <a16:creationId xmlns:a16="http://schemas.microsoft.com/office/drawing/2014/main" id="{57123120-F568-D123-9339-BE5F4B0700EB}"/>
                  </a:ext>
                </a:extLst>
              </p:cNvPr>
              <p:cNvSpPr/>
              <p:nvPr/>
            </p:nvSpPr>
            <p:spPr>
              <a:xfrm>
                <a:off x="9391650" y="2790825"/>
                <a:ext cx="4143375" cy="847725"/>
              </a:xfrm>
              <a:custGeom>
                <a:avLst/>
                <a:gdLst>
                  <a:gd name="connsiteX0" fmla="*/ 4048125 w 4143375"/>
                  <a:gd name="connsiteY0" fmla="*/ 0 h 847725"/>
                  <a:gd name="connsiteX1" fmla="*/ 4143375 w 4143375"/>
                  <a:gd name="connsiteY1" fmla="*/ 0 h 847725"/>
                  <a:gd name="connsiteX2" fmla="*/ 4143375 w 4143375"/>
                  <a:gd name="connsiteY2" fmla="*/ 847725 h 847725"/>
                  <a:gd name="connsiteX3" fmla="*/ 4048125 w 4143375"/>
                  <a:gd name="connsiteY3" fmla="*/ 847725 h 847725"/>
                  <a:gd name="connsiteX4" fmla="*/ 95250 w 4143375"/>
                  <a:gd name="connsiteY4" fmla="*/ 847725 h 847725"/>
                  <a:gd name="connsiteX5" fmla="*/ 0 w 4143375"/>
                  <a:gd name="connsiteY5" fmla="*/ 847725 h 847725"/>
                  <a:gd name="connsiteX6" fmla="*/ 0 w 4143375"/>
                  <a:gd name="connsiteY6" fmla="*/ 0 h 847725"/>
                  <a:gd name="connsiteX7" fmla="*/ 95250 w 4143375"/>
                  <a:gd name="connsiteY7" fmla="*/ 0 h 847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43375" h="847725">
                    <a:moveTo>
                      <a:pt x="4048125" y="0"/>
                    </a:moveTo>
                    <a:cubicBezTo>
                      <a:pt x="4100730" y="0"/>
                      <a:pt x="4143375" y="0"/>
                      <a:pt x="4143375" y="0"/>
                    </a:cubicBezTo>
                    <a:lnTo>
                      <a:pt x="4143375" y="847725"/>
                    </a:lnTo>
                    <a:cubicBezTo>
                      <a:pt x="4143375" y="847725"/>
                      <a:pt x="4100730" y="847725"/>
                      <a:pt x="4048125" y="847725"/>
                    </a:cubicBezTo>
                    <a:lnTo>
                      <a:pt x="95250" y="847725"/>
                    </a:lnTo>
                    <a:cubicBezTo>
                      <a:pt x="42645" y="847725"/>
                      <a:pt x="0" y="847725"/>
                      <a:pt x="0" y="847725"/>
                    </a:cubicBezTo>
                    <a:lnTo>
                      <a:pt x="0" y="0"/>
                    </a:lnTo>
                    <a:cubicBezTo>
                      <a:pt x="0" y="0"/>
                      <a:pt x="42645" y="0"/>
                      <a:pt x="95250" y="0"/>
                    </a:cubicBezTo>
                    <a:close/>
                  </a:path>
                </a:pathLst>
              </a:custGeom>
              <a:solidFill>
                <a:srgbClr val="4A5F8E"/>
              </a:solidFill>
              <a:ln w="9525" cap="flat">
                <a:noFill/>
                <a:prstDash val="solid"/>
                <a:miter/>
              </a:ln>
            </p:spPr>
            <p:txBody>
              <a:bodyPr rtlCol="0" anchor="ctr"/>
              <a:lstStyle/>
              <a:p>
                <a:endParaRPr lang="en-US"/>
              </a:p>
            </p:txBody>
          </p:sp>
          <p:sp>
            <p:nvSpPr>
              <p:cNvPr id="80" name="Freeform 113">
                <a:extLst>
                  <a:ext uri="{FF2B5EF4-FFF2-40B4-BE49-F238E27FC236}">
                    <a16:creationId xmlns:a16="http://schemas.microsoft.com/office/drawing/2014/main" id="{7AFDB387-083C-BDCA-CF1C-858DED7F8557}"/>
                  </a:ext>
                </a:extLst>
              </p:cNvPr>
              <p:cNvSpPr/>
              <p:nvPr/>
            </p:nvSpPr>
            <p:spPr>
              <a:xfrm>
                <a:off x="9391650" y="3829050"/>
                <a:ext cx="4143375" cy="847725"/>
              </a:xfrm>
              <a:custGeom>
                <a:avLst/>
                <a:gdLst>
                  <a:gd name="connsiteX0" fmla="*/ 4048125 w 4143375"/>
                  <a:gd name="connsiteY0" fmla="*/ 0 h 847725"/>
                  <a:gd name="connsiteX1" fmla="*/ 4143375 w 4143375"/>
                  <a:gd name="connsiteY1" fmla="*/ 0 h 847725"/>
                  <a:gd name="connsiteX2" fmla="*/ 4143375 w 4143375"/>
                  <a:gd name="connsiteY2" fmla="*/ 847725 h 847725"/>
                  <a:gd name="connsiteX3" fmla="*/ 4048125 w 4143375"/>
                  <a:gd name="connsiteY3" fmla="*/ 847725 h 847725"/>
                  <a:gd name="connsiteX4" fmla="*/ 95250 w 4143375"/>
                  <a:gd name="connsiteY4" fmla="*/ 847725 h 847725"/>
                  <a:gd name="connsiteX5" fmla="*/ 0 w 4143375"/>
                  <a:gd name="connsiteY5" fmla="*/ 847725 h 847725"/>
                  <a:gd name="connsiteX6" fmla="*/ 0 w 4143375"/>
                  <a:gd name="connsiteY6" fmla="*/ 0 h 847725"/>
                  <a:gd name="connsiteX7" fmla="*/ 95250 w 4143375"/>
                  <a:gd name="connsiteY7" fmla="*/ 0 h 847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43375" h="847725">
                    <a:moveTo>
                      <a:pt x="4048125" y="0"/>
                    </a:moveTo>
                    <a:cubicBezTo>
                      <a:pt x="4100730" y="0"/>
                      <a:pt x="4143375" y="0"/>
                      <a:pt x="4143375" y="0"/>
                    </a:cubicBezTo>
                    <a:lnTo>
                      <a:pt x="4143375" y="847725"/>
                    </a:lnTo>
                    <a:cubicBezTo>
                      <a:pt x="4143375" y="847725"/>
                      <a:pt x="4100730" y="847725"/>
                      <a:pt x="4048125" y="847725"/>
                    </a:cubicBezTo>
                    <a:lnTo>
                      <a:pt x="95250" y="847725"/>
                    </a:lnTo>
                    <a:cubicBezTo>
                      <a:pt x="42645" y="847725"/>
                      <a:pt x="0" y="847725"/>
                      <a:pt x="0" y="847725"/>
                    </a:cubicBezTo>
                    <a:lnTo>
                      <a:pt x="0" y="0"/>
                    </a:lnTo>
                    <a:cubicBezTo>
                      <a:pt x="0" y="0"/>
                      <a:pt x="42645" y="0"/>
                      <a:pt x="95250" y="0"/>
                    </a:cubicBezTo>
                    <a:close/>
                  </a:path>
                </a:pathLst>
              </a:custGeom>
              <a:solidFill>
                <a:srgbClr val="7393CE"/>
              </a:solidFill>
              <a:ln w="9525" cap="flat">
                <a:noFill/>
                <a:prstDash val="solid"/>
                <a:miter/>
              </a:ln>
            </p:spPr>
            <p:txBody>
              <a:bodyPr rtlCol="0" anchor="ctr"/>
              <a:lstStyle/>
              <a:p>
                <a:endParaRPr lang="en-US"/>
              </a:p>
            </p:txBody>
          </p:sp>
          <p:sp>
            <p:nvSpPr>
              <p:cNvPr id="81" name="Freeform 114">
                <a:extLst>
                  <a:ext uri="{FF2B5EF4-FFF2-40B4-BE49-F238E27FC236}">
                    <a16:creationId xmlns:a16="http://schemas.microsoft.com/office/drawing/2014/main" id="{B8791C5F-8528-CC65-7032-144B53A951E6}"/>
                  </a:ext>
                </a:extLst>
              </p:cNvPr>
              <p:cNvSpPr/>
              <p:nvPr/>
            </p:nvSpPr>
            <p:spPr>
              <a:xfrm>
                <a:off x="9391650" y="4867275"/>
                <a:ext cx="4143375" cy="847725"/>
              </a:xfrm>
              <a:custGeom>
                <a:avLst/>
                <a:gdLst>
                  <a:gd name="connsiteX0" fmla="*/ 4048125 w 4143375"/>
                  <a:gd name="connsiteY0" fmla="*/ 0 h 847725"/>
                  <a:gd name="connsiteX1" fmla="*/ 4143375 w 4143375"/>
                  <a:gd name="connsiteY1" fmla="*/ 0 h 847725"/>
                  <a:gd name="connsiteX2" fmla="*/ 4143375 w 4143375"/>
                  <a:gd name="connsiteY2" fmla="*/ 847725 h 847725"/>
                  <a:gd name="connsiteX3" fmla="*/ 4048125 w 4143375"/>
                  <a:gd name="connsiteY3" fmla="*/ 847725 h 847725"/>
                  <a:gd name="connsiteX4" fmla="*/ 95250 w 4143375"/>
                  <a:gd name="connsiteY4" fmla="*/ 847725 h 847725"/>
                  <a:gd name="connsiteX5" fmla="*/ 0 w 4143375"/>
                  <a:gd name="connsiteY5" fmla="*/ 847725 h 847725"/>
                  <a:gd name="connsiteX6" fmla="*/ 0 w 4143375"/>
                  <a:gd name="connsiteY6" fmla="*/ 0 h 847725"/>
                  <a:gd name="connsiteX7" fmla="*/ 95250 w 4143375"/>
                  <a:gd name="connsiteY7" fmla="*/ 0 h 847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43375" h="847725">
                    <a:moveTo>
                      <a:pt x="4048125" y="0"/>
                    </a:moveTo>
                    <a:cubicBezTo>
                      <a:pt x="4100730" y="0"/>
                      <a:pt x="4143375" y="0"/>
                      <a:pt x="4143375" y="0"/>
                    </a:cubicBezTo>
                    <a:lnTo>
                      <a:pt x="4143375" y="847725"/>
                    </a:lnTo>
                    <a:cubicBezTo>
                      <a:pt x="4143375" y="847725"/>
                      <a:pt x="4100730" y="847725"/>
                      <a:pt x="4048125" y="847725"/>
                    </a:cubicBezTo>
                    <a:lnTo>
                      <a:pt x="95250" y="847725"/>
                    </a:lnTo>
                    <a:cubicBezTo>
                      <a:pt x="42645" y="847725"/>
                      <a:pt x="0" y="847725"/>
                      <a:pt x="0" y="847725"/>
                    </a:cubicBezTo>
                    <a:lnTo>
                      <a:pt x="0" y="0"/>
                    </a:lnTo>
                    <a:cubicBezTo>
                      <a:pt x="0" y="0"/>
                      <a:pt x="42645" y="0"/>
                      <a:pt x="95250" y="0"/>
                    </a:cubicBezTo>
                    <a:close/>
                  </a:path>
                </a:pathLst>
              </a:custGeom>
              <a:solidFill>
                <a:srgbClr val="C3CEC8"/>
              </a:solidFill>
              <a:ln w="9525" cap="flat">
                <a:noFill/>
                <a:prstDash val="solid"/>
                <a:miter/>
              </a:ln>
            </p:spPr>
            <p:txBody>
              <a:bodyPr rtlCol="0" anchor="ctr"/>
              <a:lstStyle/>
              <a:p>
                <a:endParaRPr lang="en-US"/>
              </a:p>
            </p:txBody>
          </p:sp>
          <p:sp>
            <p:nvSpPr>
              <p:cNvPr id="82" name="Freeform 115">
                <a:extLst>
                  <a:ext uri="{FF2B5EF4-FFF2-40B4-BE49-F238E27FC236}">
                    <a16:creationId xmlns:a16="http://schemas.microsoft.com/office/drawing/2014/main" id="{5CD94A97-3D09-2B91-51FC-5035B5F00404}"/>
                  </a:ext>
                </a:extLst>
              </p:cNvPr>
              <p:cNvSpPr/>
              <p:nvPr/>
            </p:nvSpPr>
            <p:spPr>
              <a:xfrm>
                <a:off x="9391650" y="5905500"/>
                <a:ext cx="4143375" cy="847725"/>
              </a:xfrm>
              <a:custGeom>
                <a:avLst/>
                <a:gdLst>
                  <a:gd name="connsiteX0" fmla="*/ 4048125 w 4143375"/>
                  <a:gd name="connsiteY0" fmla="*/ 0 h 847725"/>
                  <a:gd name="connsiteX1" fmla="*/ 4143375 w 4143375"/>
                  <a:gd name="connsiteY1" fmla="*/ 0 h 847725"/>
                  <a:gd name="connsiteX2" fmla="*/ 4143375 w 4143375"/>
                  <a:gd name="connsiteY2" fmla="*/ 847725 h 847725"/>
                  <a:gd name="connsiteX3" fmla="*/ 4048125 w 4143375"/>
                  <a:gd name="connsiteY3" fmla="*/ 847725 h 847725"/>
                  <a:gd name="connsiteX4" fmla="*/ 95250 w 4143375"/>
                  <a:gd name="connsiteY4" fmla="*/ 847725 h 847725"/>
                  <a:gd name="connsiteX5" fmla="*/ 0 w 4143375"/>
                  <a:gd name="connsiteY5" fmla="*/ 847725 h 847725"/>
                  <a:gd name="connsiteX6" fmla="*/ 0 w 4143375"/>
                  <a:gd name="connsiteY6" fmla="*/ 0 h 847725"/>
                  <a:gd name="connsiteX7" fmla="*/ 95250 w 4143375"/>
                  <a:gd name="connsiteY7" fmla="*/ 0 h 847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43375" h="847725">
                    <a:moveTo>
                      <a:pt x="4048125" y="0"/>
                    </a:moveTo>
                    <a:cubicBezTo>
                      <a:pt x="4100730" y="0"/>
                      <a:pt x="4143375" y="0"/>
                      <a:pt x="4143375" y="0"/>
                    </a:cubicBezTo>
                    <a:lnTo>
                      <a:pt x="4143375" y="847725"/>
                    </a:lnTo>
                    <a:cubicBezTo>
                      <a:pt x="4143375" y="847725"/>
                      <a:pt x="4100730" y="847725"/>
                      <a:pt x="4048125" y="847725"/>
                    </a:cubicBezTo>
                    <a:lnTo>
                      <a:pt x="95250" y="847725"/>
                    </a:lnTo>
                    <a:cubicBezTo>
                      <a:pt x="42645" y="847725"/>
                      <a:pt x="0" y="847725"/>
                      <a:pt x="0" y="847725"/>
                    </a:cubicBezTo>
                    <a:lnTo>
                      <a:pt x="0" y="0"/>
                    </a:lnTo>
                    <a:cubicBezTo>
                      <a:pt x="0" y="0"/>
                      <a:pt x="42645" y="0"/>
                      <a:pt x="95250" y="0"/>
                    </a:cubicBezTo>
                    <a:close/>
                  </a:path>
                </a:pathLst>
              </a:custGeom>
              <a:solidFill>
                <a:srgbClr val="D7CEC4"/>
              </a:solidFill>
              <a:ln w="9525" cap="flat">
                <a:noFill/>
                <a:prstDash val="solid"/>
                <a:miter/>
              </a:ln>
            </p:spPr>
            <p:txBody>
              <a:bodyPr rtlCol="0" anchor="ctr"/>
              <a:lstStyle/>
              <a:p>
                <a:endParaRPr lang="en-US"/>
              </a:p>
            </p:txBody>
          </p:sp>
          <p:sp>
            <p:nvSpPr>
              <p:cNvPr id="83" name="Freeform 116">
                <a:extLst>
                  <a:ext uri="{FF2B5EF4-FFF2-40B4-BE49-F238E27FC236}">
                    <a16:creationId xmlns:a16="http://schemas.microsoft.com/office/drawing/2014/main" id="{2CD8697E-1B10-5830-4BCE-F78C29C3FA1E}"/>
                  </a:ext>
                </a:extLst>
              </p:cNvPr>
              <p:cNvSpPr/>
              <p:nvPr/>
            </p:nvSpPr>
            <p:spPr>
              <a:xfrm>
                <a:off x="13725525" y="4865094"/>
                <a:ext cx="4143375" cy="847725"/>
              </a:xfrm>
              <a:custGeom>
                <a:avLst/>
                <a:gdLst>
                  <a:gd name="connsiteX0" fmla="*/ 4048125 w 4143375"/>
                  <a:gd name="connsiteY0" fmla="*/ 0 h 847725"/>
                  <a:gd name="connsiteX1" fmla="*/ 4143375 w 4143375"/>
                  <a:gd name="connsiteY1" fmla="*/ 0 h 847725"/>
                  <a:gd name="connsiteX2" fmla="*/ 4143375 w 4143375"/>
                  <a:gd name="connsiteY2" fmla="*/ 847725 h 847725"/>
                  <a:gd name="connsiteX3" fmla="*/ 4048125 w 4143375"/>
                  <a:gd name="connsiteY3" fmla="*/ 847725 h 847725"/>
                  <a:gd name="connsiteX4" fmla="*/ 95250 w 4143375"/>
                  <a:gd name="connsiteY4" fmla="*/ 847725 h 847725"/>
                  <a:gd name="connsiteX5" fmla="*/ 0 w 4143375"/>
                  <a:gd name="connsiteY5" fmla="*/ 847725 h 847725"/>
                  <a:gd name="connsiteX6" fmla="*/ 0 w 4143375"/>
                  <a:gd name="connsiteY6" fmla="*/ 0 h 847725"/>
                  <a:gd name="connsiteX7" fmla="*/ 95250 w 4143375"/>
                  <a:gd name="connsiteY7" fmla="*/ 0 h 847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43375" h="847725">
                    <a:moveTo>
                      <a:pt x="4048125" y="0"/>
                    </a:moveTo>
                    <a:cubicBezTo>
                      <a:pt x="4100730" y="0"/>
                      <a:pt x="4143375" y="0"/>
                      <a:pt x="4143375" y="0"/>
                    </a:cubicBezTo>
                    <a:lnTo>
                      <a:pt x="4143375" y="847725"/>
                    </a:lnTo>
                    <a:cubicBezTo>
                      <a:pt x="4143375" y="847725"/>
                      <a:pt x="4100730" y="847725"/>
                      <a:pt x="4048125" y="847725"/>
                    </a:cubicBezTo>
                    <a:lnTo>
                      <a:pt x="95250" y="847725"/>
                    </a:lnTo>
                    <a:cubicBezTo>
                      <a:pt x="42645" y="847725"/>
                      <a:pt x="0" y="847725"/>
                      <a:pt x="0" y="847725"/>
                    </a:cubicBezTo>
                    <a:lnTo>
                      <a:pt x="0" y="0"/>
                    </a:lnTo>
                    <a:cubicBezTo>
                      <a:pt x="0" y="0"/>
                      <a:pt x="42645" y="0"/>
                      <a:pt x="95250" y="0"/>
                    </a:cubicBezTo>
                    <a:close/>
                  </a:path>
                </a:pathLst>
              </a:custGeom>
              <a:solidFill>
                <a:srgbClr val="E8E4D7"/>
              </a:solidFill>
              <a:ln w="9525" cap="flat">
                <a:noFill/>
                <a:prstDash val="solid"/>
                <a:miter/>
              </a:ln>
            </p:spPr>
            <p:txBody>
              <a:bodyPr rtlCol="0" anchor="ctr"/>
              <a:lstStyle/>
              <a:p>
                <a:endParaRPr lang="en-US"/>
              </a:p>
            </p:txBody>
          </p:sp>
          <p:sp>
            <p:nvSpPr>
              <p:cNvPr id="84" name="Freeform 117">
                <a:extLst>
                  <a:ext uri="{FF2B5EF4-FFF2-40B4-BE49-F238E27FC236}">
                    <a16:creationId xmlns:a16="http://schemas.microsoft.com/office/drawing/2014/main" id="{0778C7D9-3BD4-7826-92D3-7EE3193D4001}"/>
                  </a:ext>
                </a:extLst>
              </p:cNvPr>
              <p:cNvSpPr/>
              <p:nvPr/>
            </p:nvSpPr>
            <p:spPr>
              <a:xfrm>
                <a:off x="13725525" y="5903319"/>
                <a:ext cx="4143375" cy="847725"/>
              </a:xfrm>
              <a:custGeom>
                <a:avLst/>
                <a:gdLst>
                  <a:gd name="connsiteX0" fmla="*/ 4048125 w 4143375"/>
                  <a:gd name="connsiteY0" fmla="*/ 0 h 847725"/>
                  <a:gd name="connsiteX1" fmla="*/ 4143375 w 4143375"/>
                  <a:gd name="connsiteY1" fmla="*/ 0 h 847725"/>
                  <a:gd name="connsiteX2" fmla="*/ 4143375 w 4143375"/>
                  <a:gd name="connsiteY2" fmla="*/ 847725 h 847725"/>
                  <a:gd name="connsiteX3" fmla="*/ 4048125 w 4143375"/>
                  <a:gd name="connsiteY3" fmla="*/ 847725 h 847725"/>
                  <a:gd name="connsiteX4" fmla="*/ 95250 w 4143375"/>
                  <a:gd name="connsiteY4" fmla="*/ 847725 h 847725"/>
                  <a:gd name="connsiteX5" fmla="*/ 0 w 4143375"/>
                  <a:gd name="connsiteY5" fmla="*/ 847725 h 847725"/>
                  <a:gd name="connsiteX6" fmla="*/ 0 w 4143375"/>
                  <a:gd name="connsiteY6" fmla="*/ 0 h 847725"/>
                  <a:gd name="connsiteX7" fmla="*/ 95250 w 4143375"/>
                  <a:gd name="connsiteY7" fmla="*/ 0 h 847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43375" h="847725">
                    <a:moveTo>
                      <a:pt x="4048125" y="0"/>
                    </a:moveTo>
                    <a:cubicBezTo>
                      <a:pt x="4100730" y="0"/>
                      <a:pt x="4143375" y="0"/>
                      <a:pt x="4143375" y="0"/>
                    </a:cubicBezTo>
                    <a:lnTo>
                      <a:pt x="4143375" y="847725"/>
                    </a:lnTo>
                    <a:cubicBezTo>
                      <a:pt x="4143375" y="847725"/>
                      <a:pt x="4100730" y="847725"/>
                      <a:pt x="4048125" y="847725"/>
                    </a:cubicBezTo>
                    <a:lnTo>
                      <a:pt x="95250" y="847725"/>
                    </a:lnTo>
                    <a:cubicBezTo>
                      <a:pt x="42645" y="847725"/>
                      <a:pt x="0" y="847725"/>
                      <a:pt x="0" y="847725"/>
                    </a:cubicBezTo>
                    <a:lnTo>
                      <a:pt x="0" y="0"/>
                    </a:lnTo>
                    <a:cubicBezTo>
                      <a:pt x="0" y="0"/>
                      <a:pt x="42645" y="0"/>
                      <a:pt x="95250" y="0"/>
                    </a:cubicBezTo>
                    <a:close/>
                  </a:path>
                </a:pathLst>
              </a:custGeom>
              <a:solidFill>
                <a:srgbClr val="C6C4E0"/>
              </a:solidFill>
              <a:ln w="9525" cap="flat">
                <a:noFill/>
                <a:prstDash val="solid"/>
                <a:miter/>
              </a:ln>
            </p:spPr>
            <p:txBody>
              <a:bodyPr rtlCol="0" anchor="ctr"/>
              <a:lstStyle/>
              <a:p>
                <a:endParaRPr lang="en-US"/>
              </a:p>
            </p:txBody>
          </p:sp>
          <p:sp>
            <p:nvSpPr>
              <p:cNvPr id="85" name="Freeform 119">
                <a:extLst>
                  <a:ext uri="{FF2B5EF4-FFF2-40B4-BE49-F238E27FC236}">
                    <a16:creationId xmlns:a16="http://schemas.microsoft.com/office/drawing/2014/main" id="{990E7B16-5101-1250-DD2A-B743C8D67CBA}"/>
                  </a:ext>
                </a:extLst>
              </p:cNvPr>
              <p:cNvSpPr/>
              <p:nvPr/>
            </p:nvSpPr>
            <p:spPr>
              <a:xfrm>
                <a:off x="13725525" y="2790825"/>
                <a:ext cx="4143375" cy="847725"/>
              </a:xfrm>
              <a:custGeom>
                <a:avLst/>
                <a:gdLst>
                  <a:gd name="connsiteX0" fmla="*/ 4048125 w 4143375"/>
                  <a:gd name="connsiteY0" fmla="*/ 0 h 847725"/>
                  <a:gd name="connsiteX1" fmla="*/ 4143375 w 4143375"/>
                  <a:gd name="connsiteY1" fmla="*/ 0 h 847725"/>
                  <a:gd name="connsiteX2" fmla="*/ 4143375 w 4143375"/>
                  <a:gd name="connsiteY2" fmla="*/ 847725 h 847725"/>
                  <a:gd name="connsiteX3" fmla="*/ 4048125 w 4143375"/>
                  <a:gd name="connsiteY3" fmla="*/ 847725 h 847725"/>
                  <a:gd name="connsiteX4" fmla="*/ 95250 w 4143375"/>
                  <a:gd name="connsiteY4" fmla="*/ 847725 h 847725"/>
                  <a:gd name="connsiteX5" fmla="*/ 0 w 4143375"/>
                  <a:gd name="connsiteY5" fmla="*/ 847725 h 847725"/>
                  <a:gd name="connsiteX6" fmla="*/ 0 w 4143375"/>
                  <a:gd name="connsiteY6" fmla="*/ 0 h 847725"/>
                  <a:gd name="connsiteX7" fmla="*/ 95250 w 4143375"/>
                  <a:gd name="connsiteY7" fmla="*/ 0 h 847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43375" h="847725">
                    <a:moveTo>
                      <a:pt x="4048125" y="0"/>
                    </a:moveTo>
                    <a:cubicBezTo>
                      <a:pt x="4100730" y="0"/>
                      <a:pt x="4143375" y="0"/>
                      <a:pt x="4143375" y="0"/>
                    </a:cubicBezTo>
                    <a:lnTo>
                      <a:pt x="4143375" y="847725"/>
                    </a:lnTo>
                    <a:cubicBezTo>
                      <a:pt x="4143375" y="847725"/>
                      <a:pt x="4100730" y="847725"/>
                      <a:pt x="4048125" y="847725"/>
                    </a:cubicBezTo>
                    <a:lnTo>
                      <a:pt x="95250" y="847725"/>
                    </a:lnTo>
                    <a:cubicBezTo>
                      <a:pt x="42645" y="847725"/>
                      <a:pt x="0" y="847725"/>
                      <a:pt x="0" y="847725"/>
                    </a:cubicBezTo>
                    <a:lnTo>
                      <a:pt x="0" y="0"/>
                    </a:lnTo>
                    <a:cubicBezTo>
                      <a:pt x="0" y="0"/>
                      <a:pt x="42645" y="0"/>
                      <a:pt x="95250" y="0"/>
                    </a:cubicBezTo>
                    <a:close/>
                  </a:path>
                </a:pathLst>
              </a:custGeom>
              <a:solidFill>
                <a:srgbClr val="AFCCE0"/>
              </a:solidFill>
              <a:ln w="9525" cap="flat">
                <a:noFill/>
                <a:prstDash val="solid"/>
                <a:miter/>
              </a:ln>
            </p:spPr>
            <p:txBody>
              <a:bodyPr rtlCol="0" anchor="ctr"/>
              <a:lstStyle/>
              <a:p>
                <a:endParaRPr lang="en-US"/>
              </a:p>
            </p:txBody>
          </p:sp>
          <p:sp>
            <p:nvSpPr>
              <p:cNvPr id="86" name="Freeform 120">
                <a:extLst>
                  <a:ext uri="{FF2B5EF4-FFF2-40B4-BE49-F238E27FC236}">
                    <a16:creationId xmlns:a16="http://schemas.microsoft.com/office/drawing/2014/main" id="{8F7178F0-ABC5-C4D1-DB4C-F9A48B450C2C}"/>
                  </a:ext>
                </a:extLst>
              </p:cNvPr>
              <p:cNvSpPr/>
              <p:nvPr/>
            </p:nvSpPr>
            <p:spPr>
              <a:xfrm>
                <a:off x="13725525" y="3829050"/>
                <a:ext cx="4143375" cy="847725"/>
              </a:xfrm>
              <a:custGeom>
                <a:avLst/>
                <a:gdLst>
                  <a:gd name="connsiteX0" fmla="*/ 4048125 w 4143375"/>
                  <a:gd name="connsiteY0" fmla="*/ 0 h 847725"/>
                  <a:gd name="connsiteX1" fmla="*/ 4143375 w 4143375"/>
                  <a:gd name="connsiteY1" fmla="*/ 0 h 847725"/>
                  <a:gd name="connsiteX2" fmla="*/ 4143375 w 4143375"/>
                  <a:gd name="connsiteY2" fmla="*/ 847725 h 847725"/>
                  <a:gd name="connsiteX3" fmla="*/ 4048125 w 4143375"/>
                  <a:gd name="connsiteY3" fmla="*/ 847725 h 847725"/>
                  <a:gd name="connsiteX4" fmla="*/ 95250 w 4143375"/>
                  <a:gd name="connsiteY4" fmla="*/ 847725 h 847725"/>
                  <a:gd name="connsiteX5" fmla="*/ 0 w 4143375"/>
                  <a:gd name="connsiteY5" fmla="*/ 847725 h 847725"/>
                  <a:gd name="connsiteX6" fmla="*/ 0 w 4143375"/>
                  <a:gd name="connsiteY6" fmla="*/ 0 h 847725"/>
                  <a:gd name="connsiteX7" fmla="*/ 95250 w 4143375"/>
                  <a:gd name="connsiteY7" fmla="*/ 0 h 847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43375" h="847725">
                    <a:moveTo>
                      <a:pt x="4048125" y="0"/>
                    </a:moveTo>
                    <a:cubicBezTo>
                      <a:pt x="4100730" y="0"/>
                      <a:pt x="4143375" y="0"/>
                      <a:pt x="4143375" y="0"/>
                    </a:cubicBezTo>
                    <a:lnTo>
                      <a:pt x="4143375" y="847725"/>
                    </a:lnTo>
                    <a:cubicBezTo>
                      <a:pt x="4143375" y="847725"/>
                      <a:pt x="4100730" y="847725"/>
                      <a:pt x="4048125" y="847725"/>
                    </a:cubicBezTo>
                    <a:lnTo>
                      <a:pt x="95250" y="847725"/>
                    </a:lnTo>
                    <a:cubicBezTo>
                      <a:pt x="42645" y="847725"/>
                      <a:pt x="0" y="847725"/>
                      <a:pt x="0" y="847725"/>
                    </a:cubicBezTo>
                    <a:lnTo>
                      <a:pt x="0" y="0"/>
                    </a:lnTo>
                    <a:cubicBezTo>
                      <a:pt x="0" y="0"/>
                      <a:pt x="42645" y="0"/>
                      <a:pt x="95250" y="0"/>
                    </a:cubicBezTo>
                    <a:close/>
                  </a:path>
                </a:pathLst>
              </a:custGeom>
              <a:solidFill>
                <a:srgbClr val="A7D2D9"/>
              </a:solidFill>
              <a:ln w="9525" cap="flat">
                <a:noFill/>
                <a:prstDash val="solid"/>
                <a:miter/>
              </a:ln>
            </p:spPr>
            <p:txBody>
              <a:bodyPr rtlCol="0" anchor="ctr"/>
              <a:lstStyle/>
              <a:p>
                <a:endParaRPr lang="en-US"/>
              </a:p>
            </p:txBody>
          </p:sp>
        </p:grpSp>
        <p:grpSp>
          <p:nvGrpSpPr>
            <p:cNvPr id="87" name="组合 86">
              <a:extLst>
                <a:ext uri="{FF2B5EF4-FFF2-40B4-BE49-F238E27FC236}">
                  <a16:creationId xmlns:a16="http://schemas.microsoft.com/office/drawing/2014/main" id="{F0E776CD-C3A2-B217-44BA-542149F71CBB}"/>
                </a:ext>
              </a:extLst>
            </p:cNvPr>
            <p:cNvGrpSpPr/>
            <p:nvPr userDrawn="1"/>
          </p:nvGrpSpPr>
          <p:grpSpPr>
            <a:xfrm>
              <a:off x="18472717" y="1432434"/>
              <a:ext cx="1163213" cy="1302834"/>
              <a:chOff x="571500" y="2638425"/>
              <a:chExt cx="8477250" cy="3962400"/>
            </a:xfrm>
          </p:grpSpPr>
          <p:sp>
            <p:nvSpPr>
              <p:cNvPr id="88" name="Freeform 55">
                <a:extLst>
                  <a:ext uri="{FF2B5EF4-FFF2-40B4-BE49-F238E27FC236}">
                    <a16:creationId xmlns:a16="http://schemas.microsoft.com/office/drawing/2014/main" id="{479A9C37-FD3D-3A0D-2726-08DEC1887D69}"/>
                  </a:ext>
                </a:extLst>
              </p:cNvPr>
              <p:cNvSpPr/>
              <p:nvPr/>
            </p:nvSpPr>
            <p:spPr>
              <a:xfrm>
                <a:off x="571500" y="2638425"/>
                <a:ext cx="8477250" cy="847725"/>
              </a:xfrm>
              <a:custGeom>
                <a:avLst/>
                <a:gdLst>
                  <a:gd name="connsiteX0" fmla="*/ 8382000 w 8477250"/>
                  <a:gd name="connsiteY0" fmla="*/ 0 h 847725"/>
                  <a:gd name="connsiteX1" fmla="*/ 8477250 w 8477250"/>
                  <a:gd name="connsiteY1" fmla="*/ 0 h 847725"/>
                  <a:gd name="connsiteX2" fmla="*/ 8477250 w 8477250"/>
                  <a:gd name="connsiteY2" fmla="*/ 847725 h 847725"/>
                  <a:gd name="connsiteX3" fmla="*/ 8382000 w 8477250"/>
                  <a:gd name="connsiteY3" fmla="*/ 847725 h 847725"/>
                  <a:gd name="connsiteX4" fmla="*/ 95250 w 8477250"/>
                  <a:gd name="connsiteY4" fmla="*/ 847725 h 847725"/>
                  <a:gd name="connsiteX5" fmla="*/ 0 w 8477250"/>
                  <a:gd name="connsiteY5" fmla="*/ 847725 h 847725"/>
                  <a:gd name="connsiteX6" fmla="*/ 0 w 8477250"/>
                  <a:gd name="connsiteY6" fmla="*/ 0 h 847725"/>
                  <a:gd name="connsiteX7" fmla="*/ 95250 w 8477250"/>
                  <a:gd name="connsiteY7" fmla="*/ 0 h 847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477250" h="847725">
                    <a:moveTo>
                      <a:pt x="8382000" y="0"/>
                    </a:moveTo>
                    <a:cubicBezTo>
                      <a:pt x="8434605" y="0"/>
                      <a:pt x="8477250" y="0"/>
                      <a:pt x="8477250" y="0"/>
                    </a:cubicBezTo>
                    <a:lnTo>
                      <a:pt x="8477250" y="847725"/>
                    </a:lnTo>
                    <a:cubicBezTo>
                      <a:pt x="8477250" y="847725"/>
                      <a:pt x="8434605" y="847725"/>
                      <a:pt x="8382000" y="847725"/>
                    </a:cubicBezTo>
                    <a:lnTo>
                      <a:pt x="95250" y="847725"/>
                    </a:lnTo>
                    <a:cubicBezTo>
                      <a:pt x="42645" y="847725"/>
                      <a:pt x="0" y="847725"/>
                      <a:pt x="0" y="847725"/>
                    </a:cubicBezTo>
                    <a:lnTo>
                      <a:pt x="0" y="0"/>
                    </a:lnTo>
                    <a:cubicBezTo>
                      <a:pt x="0" y="0"/>
                      <a:pt x="42645" y="0"/>
                      <a:pt x="95250" y="0"/>
                    </a:cubicBezTo>
                    <a:close/>
                  </a:path>
                </a:pathLst>
              </a:custGeom>
              <a:solidFill>
                <a:srgbClr val="66B6FF"/>
              </a:solidFill>
              <a:ln w="9525" cap="flat">
                <a:noFill/>
                <a:prstDash val="solid"/>
                <a:miter/>
              </a:ln>
            </p:spPr>
            <p:txBody>
              <a:bodyPr rtlCol="0" anchor="ctr"/>
              <a:lstStyle/>
              <a:p>
                <a:endParaRPr lang="en-US"/>
              </a:p>
            </p:txBody>
          </p:sp>
          <p:sp>
            <p:nvSpPr>
              <p:cNvPr id="89" name="Freeform 56">
                <a:extLst>
                  <a:ext uri="{FF2B5EF4-FFF2-40B4-BE49-F238E27FC236}">
                    <a16:creationId xmlns:a16="http://schemas.microsoft.com/office/drawing/2014/main" id="{DE0190EF-6FF4-AACC-01A7-268FCFD8925F}"/>
                  </a:ext>
                </a:extLst>
              </p:cNvPr>
              <p:cNvSpPr/>
              <p:nvPr/>
            </p:nvSpPr>
            <p:spPr>
              <a:xfrm>
                <a:off x="571500" y="3676650"/>
                <a:ext cx="8477250" cy="847725"/>
              </a:xfrm>
              <a:custGeom>
                <a:avLst/>
                <a:gdLst>
                  <a:gd name="connsiteX0" fmla="*/ 8382000 w 8477250"/>
                  <a:gd name="connsiteY0" fmla="*/ 0 h 847725"/>
                  <a:gd name="connsiteX1" fmla="*/ 8477250 w 8477250"/>
                  <a:gd name="connsiteY1" fmla="*/ 0 h 847725"/>
                  <a:gd name="connsiteX2" fmla="*/ 8477250 w 8477250"/>
                  <a:gd name="connsiteY2" fmla="*/ 847725 h 847725"/>
                  <a:gd name="connsiteX3" fmla="*/ 8382000 w 8477250"/>
                  <a:gd name="connsiteY3" fmla="*/ 847725 h 847725"/>
                  <a:gd name="connsiteX4" fmla="*/ 95250 w 8477250"/>
                  <a:gd name="connsiteY4" fmla="*/ 847725 h 847725"/>
                  <a:gd name="connsiteX5" fmla="*/ 0 w 8477250"/>
                  <a:gd name="connsiteY5" fmla="*/ 847725 h 847725"/>
                  <a:gd name="connsiteX6" fmla="*/ 0 w 8477250"/>
                  <a:gd name="connsiteY6" fmla="*/ 0 h 847725"/>
                  <a:gd name="connsiteX7" fmla="*/ 95250 w 8477250"/>
                  <a:gd name="connsiteY7" fmla="*/ 0 h 847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477250" h="847725">
                    <a:moveTo>
                      <a:pt x="8382000" y="0"/>
                    </a:moveTo>
                    <a:cubicBezTo>
                      <a:pt x="8434605" y="0"/>
                      <a:pt x="8477250" y="0"/>
                      <a:pt x="8477250" y="0"/>
                    </a:cubicBezTo>
                    <a:lnTo>
                      <a:pt x="8477250" y="847725"/>
                    </a:lnTo>
                    <a:cubicBezTo>
                      <a:pt x="8477250" y="847725"/>
                      <a:pt x="8434605" y="847725"/>
                      <a:pt x="8382000" y="847725"/>
                    </a:cubicBezTo>
                    <a:lnTo>
                      <a:pt x="95250" y="847725"/>
                    </a:lnTo>
                    <a:cubicBezTo>
                      <a:pt x="42645" y="847725"/>
                      <a:pt x="0" y="847725"/>
                      <a:pt x="0" y="847725"/>
                    </a:cubicBezTo>
                    <a:lnTo>
                      <a:pt x="0" y="0"/>
                    </a:lnTo>
                    <a:cubicBezTo>
                      <a:pt x="0" y="0"/>
                      <a:pt x="42645" y="0"/>
                      <a:pt x="95250" y="0"/>
                    </a:cubicBezTo>
                    <a:close/>
                  </a:path>
                </a:pathLst>
              </a:custGeom>
              <a:solidFill>
                <a:srgbClr val="A7C4FA"/>
              </a:solidFill>
              <a:ln w="9525" cap="flat">
                <a:noFill/>
                <a:prstDash val="solid"/>
                <a:miter/>
              </a:ln>
            </p:spPr>
            <p:txBody>
              <a:bodyPr rtlCol="0" anchor="ctr"/>
              <a:lstStyle/>
              <a:p>
                <a:endParaRPr lang="en-US"/>
              </a:p>
            </p:txBody>
          </p:sp>
          <p:sp>
            <p:nvSpPr>
              <p:cNvPr id="90" name="Freeform 57">
                <a:extLst>
                  <a:ext uri="{FF2B5EF4-FFF2-40B4-BE49-F238E27FC236}">
                    <a16:creationId xmlns:a16="http://schemas.microsoft.com/office/drawing/2014/main" id="{7E1C73F7-232F-0FC5-3C49-1533B402BA20}"/>
                  </a:ext>
                </a:extLst>
              </p:cNvPr>
              <p:cNvSpPr/>
              <p:nvPr/>
            </p:nvSpPr>
            <p:spPr>
              <a:xfrm>
                <a:off x="571500" y="4714875"/>
                <a:ext cx="8477250" cy="847725"/>
              </a:xfrm>
              <a:custGeom>
                <a:avLst/>
                <a:gdLst>
                  <a:gd name="connsiteX0" fmla="*/ 8382000 w 8477250"/>
                  <a:gd name="connsiteY0" fmla="*/ 0 h 847725"/>
                  <a:gd name="connsiteX1" fmla="*/ 8477250 w 8477250"/>
                  <a:gd name="connsiteY1" fmla="*/ 0 h 847725"/>
                  <a:gd name="connsiteX2" fmla="*/ 8477250 w 8477250"/>
                  <a:gd name="connsiteY2" fmla="*/ 847725 h 847725"/>
                  <a:gd name="connsiteX3" fmla="*/ 8382000 w 8477250"/>
                  <a:gd name="connsiteY3" fmla="*/ 847725 h 847725"/>
                  <a:gd name="connsiteX4" fmla="*/ 95250 w 8477250"/>
                  <a:gd name="connsiteY4" fmla="*/ 847725 h 847725"/>
                  <a:gd name="connsiteX5" fmla="*/ 0 w 8477250"/>
                  <a:gd name="connsiteY5" fmla="*/ 847725 h 847725"/>
                  <a:gd name="connsiteX6" fmla="*/ 0 w 8477250"/>
                  <a:gd name="connsiteY6" fmla="*/ 0 h 847725"/>
                  <a:gd name="connsiteX7" fmla="*/ 95250 w 8477250"/>
                  <a:gd name="connsiteY7" fmla="*/ 0 h 847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477250" h="847725">
                    <a:moveTo>
                      <a:pt x="8382000" y="0"/>
                    </a:moveTo>
                    <a:cubicBezTo>
                      <a:pt x="8434605" y="0"/>
                      <a:pt x="8477250" y="0"/>
                      <a:pt x="8477250" y="0"/>
                    </a:cubicBezTo>
                    <a:lnTo>
                      <a:pt x="8477250" y="847725"/>
                    </a:lnTo>
                    <a:cubicBezTo>
                      <a:pt x="8477250" y="847725"/>
                      <a:pt x="8434605" y="847725"/>
                      <a:pt x="8382000" y="847725"/>
                    </a:cubicBezTo>
                    <a:lnTo>
                      <a:pt x="95250" y="847725"/>
                    </a:lnTo>
                    <a:cubicBezTo>
                      <a:pt x="42645" y="847725"/>
                      <a:pt x="0" y="847725"/>
                      <a:pt x="0" y="847725"/>
                    </a:cubicBezTo>
                    <a:lnTo>
                      <a:pt x="0" y="0"/>
                    </a:lnTo>
                    <a:cubicBezTo>
                      <a:pt x="0" y="0"/>
                      <a:pt x="42645" y="0"/>
                      <a:pt x="95250" y="0"/>
                    </a:cubicBezTo>
                    <a:close/>
                  </a:path>
                </a:pathLst>
              </a:custGeom>
              <a:solidFill>
                <a:srgbClr val="8DECE6"/>
              </a:solidFill>
              <a:ln w="9525" cap="flat">
                <a:noFill/>
                <a:prstDash val="solid"/>
                <a:miter/>
              </a:ln>
            </p:spPr>
            <p:txBody>
              <a:bodyPr rtlCol="0" anchor="ctr"/>
              <a:lstStyle/>
              <a:p>
                <a:endParaRPr lang="en-US"/>
              </a:p>
            </p:txBody>
          </p:sp>
          <p:sp>
            <p:nvSpPr>
              <p:cNvPr id="91" name="Freeform 58">
                <a:extLst>
                  <a:ext uri="{FF2B5EF4-FFF2-40B4-BE49-F238E27FC236}">
                    <a16:creationId xmlns:a16="http://schemas.microsoft.com/office/drawing/2014/main" id="{272BBD80-1F90-F927-23DF-8F5C51F6A1D6}"/>
                  </a:ext>
                </a:extLst>
              </p:cNvPr>
              <p:cNvSpPr/>
              <p:nvPr/>
            </p:nvSpPr>
            <p:spPr>
              <a:xfrm>
                <a:off x="571500" y="5753100"/>
                <a:ext cx="8477250" cy="847725"/>
              </a:xfrm>
              <a:custGeom>
                <a:avLst/>
                <a:gdLst>
                  <a:gd name="connsiteX0" fmla="*/ 8382000 w 8477250"/>
                  <a:gd name="connsiteY0" fmla="*/ 0 h 847725"/>
                  <a:gd name="connsiteX1" fmla="*/ 8477250 w 8477250"/>
                  <a:gd name="connsiteY1" fmla="*/ 0 h 847725"/>
                  <a:gd name="connsiteX2" fmla="*/ 8477250 w 8477250"/>
                  <a:gd name="connsiteY2" fmla="*/ 847725 h 847725"/>
                  <a:gd name="connsiteX3" fmla="*/ 8382000 w 8477250"/>
                  <a:gd name="connsiteY3" fmla="*/ 847725 h 847725"/>
                  <a:gd name="connsiteX4" fmla="*/ 95250 w 8477250"/>
                  <a:gd name="connsiteY4" fmla="*/ 847725 h 847725"/>
                  <a:gd name="connsiteX5" fmla="*/ 0 w 8477250"/>
                  <a:gd name="connsiteY5" fmla="*/ 847725 h 847725"/>
                  <a:gd name="connsiteX6" fmla="*/ 0 w 8477250"/>
                  <a:gd name="connsiteY6" fmla="*/ 0 h 847725"/>
                  <a:gd name="connsiteX7" fmla="*/ 95250 w 8477250"/>
                  <a:gd name="connsiteY7" fmla="*/ 0 h 847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477250" h="847725">
                    <a:moveTo>
                      <a:pt x="8382000" y="0"/>
                    </a:moveTo>
                    <a:cubicBezTo>
                      <a:pt x="8434605" y="0"/>
                      <a:pt x="8477250" y="0"/>
                      <a:pt x="8477250" y="0"/>
                    </a:cubicBezTo>
                    <a:lnTo>
                      <a:pt x="8477250" y="847725"/>
                    </a:lnTo>
                    <a:cubicBezTo>
                      <a:pt x="8477250" y="847725"/>
                      <a:pt x="8434605" y="847725"/>
                      <a:pt x="8382000" y="847725"/>
                    </a:cubicBezTo>
                    <a:lnTo>
                      <a:pt x="95250" y="847725"/>
                    </a:lnTo>
                    <a:cubicBezTo>
                      <a:pt x="42645" y="847725"/>
                      <a:pt x="0" y="847725"/>
                      <a:pt x="0" y="847725"/>
                    </a:cubicBezTo>
                    <a:lnTo>
                      <a:pt x="0" y="0"/>
                    </a:lnTo>
                    <a:cubicBezTo>
                      <a:pt x="0" y="0"/>
                      <a:pt x="42645" y="0"/>
                      <a:pt x="95250" y="0"/>
                    </a:cubicBezTo>
                    <a:close/>
                  </a:path>
                </a:pathLst>
              </a:custGeom>
              <a:solidFill>
                <a:srgbClr val="8CDEFF"/>
              </a:solidFill>
              <a:ln w="9525" cap="flat">
                <a:noFill/>
                <a:prstDash val="solid"/>
                <a:miter/>
              </a:ln>
            </p:spPr>
            <p:txBody>
              <a:bodyPr rtlCol="0" anchor="ctr"/>
              <a:lstStyle/>
              <a:p>
                <a:endParaRPr lang="en-US"/>
              </a:p>
            </p:txBody>
          </p:sp>
        </p:grpSp>
        <p:sp>
          <p:nvSpPr>
            <p:cNvPr id="92" name="文本框 91">
              <a:extLst>
                <a:ext uri="{FF2B5EF4-FFF2-40B4-BE49-F238E27FC236}">
                  <a16:creationId xmlns:a16="http://schemas.microsoft.com/office/drawing/2014/main" id="{75279EDF-42F5-D1A3-A911-77C5D38C0A8F}"/>
                </a:ext>
              </a:extLst>
            </p:cNvPr>
            <p:cNvSpPr txBox="1"/>
            <p:nvPr userDrawn="1"/>
          </p:nvSpPr>
          <p:spPr>
            <a:xfrm>
              <a:off x="18266934" y="1094512"/>
              <a:ext cx="1461635" cy="283387"/>
            </a:xfrm>
            <a:prstGeom prst="rect">
              <a:avLst/>
            </a:prstGeom>
            <a:noFill/>
          </p:spPr>
          <p:txBody>
            <a:bodyPr wrap="none" rtlCol="0">
              <a:spAutoFit/>
            </a:bodyPr>
            <a:lstStyle/>
            <a:p>
              <a:r>
                <a:rPr kumimoji="1" lang="en-US" altLang="zh-CN" sz="800">
                  <a:solidFill>
                    <a:schemeClr val="bg1">
                      <a:lumMod val="50000"/>
                    </a:schemeClr>
                  </a:solidFill>
                  <a:latin typeface="Arial" panose="020B0604020202020204" pitchFamily="34" charset="0"/>
                  <a:cs typeface="Arial" panose="020B0604020202020204" pitchFamily="34" charset="0"/>
                </a:rPr>
                <a:t>Main Highlight Color</a:t>
              </a:r>
              <a:endParaRPr kumimoji="1" lang="zh-CN" altLang="en-US" sz="800">
                <a:solidFill>
                  <a:schemeClr val="bg1">
                    <a:lumMod val="50000"/>
                  </a:schemeClr>
                </a:solidFill>
                <a:latin typeface="Arial" panose="020B0604020202020204" pitchFamily="34" charset="0"/>
                <a:cs typeface="Arial" panose="020B0604020202020204" pitchFamily="34" charset="0"/>
              </a:endParaRPr>
            </a:p>
          </p:txBody>
        </p:sp>
        <p:grpSp>
          <p:nvGrpSpPr>
            <p:cNvPr id="93" name="组合 92">
              <a:extLst>
                <a:ext uri="{FF2B5EF4-FFF2-40B4-BE49-F238E27FC236}">
                  <a16:creationId xmlns:a16="http://schemas.microsoft.com/office/drawing/2014/main" id="{EBFD812C-1E31-B7B9-E9B2-1DE28492834A}"/>
                </a:ext>
              </a:extLst>
            </p:cNvPr>
            <p:cNvGrpSpPr/>
            <p:nvPr userDrawn="1"/>
          </p:nvGrpSpPr>
          <p:grpSpPr>
            <a:xfrm>
              <a:off x="18472717" y="3293582"/>
              <a:ext cx="1163213" cy="1287748"/>
              <a:chOff x="12549512" y="5818345"/>
              <a:chExt cx="8514052" cy="3965735"/>
            </a:xfrm>
          </p:grpSpPr>
          <p:sp>
            <p:nvSpPr>
              <p:cNvPr id="94" name="Freeform 63">
                <a:extLst>
                  <a:ext uri="{FF2B5EF4-FFF2-40B4-BE49-F238E27FC236}">
                    <a16:creationId xmlns:a16="http://schemas.microsoft.com/office/drawing/2014/main" id="{DAF3D6D1-105B-F7BD-A5C1-7832AEF3AF85}"/>
                  </a:ext>
                </a:extLst>
              </p:cNvPr>
              <p:cNvSpPr/>
              <p:nvPr/>
            </p:nvSpPr>
            <p:spPr>
              <a:xfrm>
                <a:off x="12549512" y="5821680"/>
                <a:ext cx="4161776" cy="847725"/>
              </a:xfrm>
              <a:custGeom>
                <a:avLst/>
                <a:gdLst>
                  <a:gd name="connsiteX0" fmla="*/ 8382000 w 8477250"/>
                  <a:gd name="connsiteY0" fmla="*/ 0 h 847725"/>
                  <a:gd name="connsiteX1" fmla="*/ 8477250 w 8477250"/>
                  <a:gd name="connsiteY1" fmla="*/ 0 h 847725"/>
                  <a:gd name="connsiteX2" fmla="*/ 8477250 w 8477250"/>
                  <a:gd name="connsiteY2" fmla="*/ 847725 h 847725"/>
                  <a:gd name="connsiteX3" fmla="*/ 8382000 w 8477250"/>
                  <a:gd name="connsiteY3" fmla="*/ 847725 h 847725"/>
                  <a:gd name="connsiteX4" fmla="*/ 95250 w 8477250"/>
                  <a:gd name="connsiteY4" fmla="*/ 847725 h 847725"/>
                  <a:gd name="connsiteX5" fmla="*/ 0 w 8477250"/>
                  <a:gd name="connsiteY5" fmla="*/ 847725 h 847725"/>
                  <a:gd name="connsiteX6" fmla="*/ 0 w 8477250"/>
                  <a:gd name="connsiteY6" fmla="*/ 0 h 847725"/>
                  <a:gd name="connsiteX7" fmla="*/ 95250 w 8477250"/>
                  <a:gd name="connsiteY7" fmla="*/ 0 h 847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477250" h="847725">
                    <a:moveTo>
                      <a:pt x="8382000" y="0"/>
                    </a:moveTo>
                    <a:cubicBezTo>
                      <a:pt x="8434605" y="0"/>
                      <a:pt x="8477250" y="0"/>
                      <a:pt x="8477250" y="0"/>
                    </a:cubicBezTo>
                    <a:lnTo>
                      <a:pt x="8477250" y="847725"/>
                    </a:lnTo>
                    <a:cubicBezTo>
                      <a:pt x="8477250" y="847725"/>
                      <a:pt x="8434605" y="847725"/>
                      <a:pt x="8382000" y="847725"/>
                    </a:cubicBezTo>
                    <a:lnTo>
                      <a:pt x="95250" y="847725"/>
                    </a:lnTo>
                    <a:cubicBezTo>
                      <a:pt x="42645" y="847725"/>
                      <a:pt x="0" y="847725"/>
                      <a:pt x="0" y="847725"/>
                    </a:cubicBezTo>
                    <a:lnTo>
                      <a:pt x="0" y="0"/>
                    </a:lnTo>
                    <a:cubicBezTo>
                      <a:pt x="0" y="0"/>
                      <a:pt x="42645" y="0"/>
                      <a:pt x="95250" y="0"/>
                    </a:cubicBezTo>
                    <a:close/>
                  </a:path>
                </a:pathLst>
              </a:custGeom>
              <a:solidFill>
                <a:srgbClr val="BDC4FF"/>
              </a:solidFill>
              <a:ln w="9525" cap="flat">
                <a:noFill/>
                <a:prstDash val="solid"/>
                <a:miter/>
              </a:ln>
            </p:spPr>
            <p:txBody>
              <a:bodyPr rtlCol="0" anchor="ctr"/>
              <a:lstStyle/>
              <a:p>
                <a:endParaRPr lang="en-US"/>
              </a:p>
            </p:txBody>
          </p:sp>
          <p:sp>
            <p:nvSpPr>
              <p:cNvPr id="95" name="Freeform 64">
                <a:extLst>
                  <a:ext uri="{FF2B5EF4-FFF2-40B4-BE49-F238E27FC236}">
                    <a16:creationId xmlns:a16="http://schemas.microsoft.com/office/drawing/2014/main" id="{6BFA1F57-B58B-33C2-E206-3B38DD1C57DC}"/>
                  </a:ext>
                </a:extLst>
              </p:cNvPr>
              <p:cNvSpPr/>
              <p:nvPr/>
            </p:nvSpPr>
            <p:spPr>
              <a:xfrm>
                <a:off x="12549512" y="6859905"/>
                <a:ext cx="4161776" cy="847725"/>
              </a:xfrm>
              <a:custGeom>
                <a:avLst/>
                <a:gdLst>
                  <a:gd name="connsiteX0" fmla="*/ 8382000 w 8477250"/>
                  <a:gd name="connsiteY0" fmla="*/ 0 h 847725"/>
                  <a:gd name="connsiteX1" fmla="*/ 8477250 w 8477250"/>
                  <a:gd name="connsiteY1" fmla="*/ 0 h 847725"/>
                  <a:gd name="connsiteX2" fmla="*/ 8477250 w 8477250"/>
                  <a:gd name="connsiteY2" fmla="*/ 847725 h 847725"/>
                  <a:gd name="connsiteX3" fmla="*/ 8382000 w 8477250"/>
                  <a:gd name="connsiteY3" fmla="*/ 847725 h 847725"/>
                  <a:gd name="connsiteX4" fmla="*/ 95250 w 8477250"/>
                  <a:gd name="connsiteY4" fmla="*/ 847725 h 847725"/>
                  <a:gd name="connsiteX5" fmla="*/ 0 w 8477250"/>
                  <a:gd name="connsiteY5" fmla="*/ 847725 h 847725"/>
                  <a:gd name="connsiteX6" fmla="*/ 0 w 8477250"/>
                  <a:gd name="connsiteY6" fmla="*/ 0 h 847725"/>
                  <a:gd name="connsiteX7" fmla="*/ 95250 w 8477250"/>
                  <a:gd name="connsiteY7" fmla="*/ 0 h 847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477250" h="847725">
                    <a:moveTo>
                      <a:pt x="8382000" y="0"/>
                    </a:moveTo>
                    <a:cubicBezTo>
                      <a:pt x="8434605" y="0"/>
                      <a:pt x="8477250" y="0"/>
                      <a:pt x="8477250" y="0"/>
                    </a:cubicBezTo>
                    <a:lnTo>
                      <a:pt x="8477250" y="847725"/>
                    </a:lnTo>
                    <a:cubicBezTo>
                      <a:pt x="8477250" y="847725"/>
                      <a:pt x="8434605" y="847725"/>
                      <a:pt x="8382000" y="847725"/>
                    </a:cubicBezTo>
                    <a:lnTo>
                      <a:pt x="95250" y="847725"/>
                    </a:lnTo>
                    <a:cubicBezTo>
                      <a:pt x="42645" y="847725"/>
                      <a:pt x="0" y="847725"/>
                      <a:pt x="0" y="847725"/>
                    </a:cubicBezTo>
                    <a:lnTo>
                      <a:pt x="0" y="0"/>
                    </a:lnTo>
                    <a:cubicBezTo>
                      <a:pt x="0" y="0"/>
                      <a:pt x="42645" y="0"/>
                      <a:pt x="95250" y="0"/>
                    </a:cubicBezTo>
                    <a:close/>
                  </a:path>
                </a:pathLst>
              </a:custGeom>
              <a:solidFill>
                <a:srgbClr val="58CDFF"/>
              </a:solidFill>
              <a:ln w="9525" cap="flat">
                <a:noFill/>
                <a:prstDash val="solid"/>
                <a:miter/>
              </a:ln>
            </p:spPr>
            <p:txBody>
              <a:bodyPr rtlCol="0" anchor="ctr"/>
              <a:lstStyle/>
              <a:p>
                <a:endParaRPr lang="en-US"/>
              </a:p>
            </p:txBody>
          </p:sp>
          <p:sp>
            <p:nvSpPr>
              <p:cNvPr id="96" name="Freeform 65">
                <a:extLst>
                  <a:ext uri="{FF2B5EF4-FFF2-40B4-BE49-F238E27FC236}">
                    <a16:creationId xmlns:a16="http://schemas.microsoft.com/office/drawing/2014/main" id="{66E4BA80-400B-EDF9-79E6-A725FC017142}"/>
                  </a:ext>
                </a:extLst>
              </p:cNvPr>
              <p:cNvSpPr/>
              <p:nvPr/>
            </p:nvSpPr>
            <p:spPr>
              <a:xfrm>
                <a:off x="12549512" y="7898130"/>
                <a:ext cx="4161776" cy="847725"/>
              </a:xfrm>
              <a:custGeom>
                <a:avLst/>
                <a:gdLst>
                  <a:gd name="connsiteX0" fmla="*/ 8382000 w 8477250"/>
                  <a:gd name="connsiteY0" fmla="*/ 0 h 847725"/>
                  <a:gd name="connsiteX1" fmla="*/ 8477250 w 8477250"/>
                  <a:gd name="connsiteY1" fmla="*/ 0 h 847725"/>
                  <a:gd name="connsiteX2" fmla="*/ 8477250 w 8477250"/>
                  <a:gd name="connsiteY2" fmla="*/ 847725 h 847725"/>
                  <a:gd name="connsiteX3" fmla="*/ 8382000 w 8477250"/>
                  <a:gd name="connsiteY3" fmla="*/ 847725 h 847725"/>
                  <a:gd name="connsiteX4" fmla="*/ 95250 w 8477250"/>
                  <a:gd name="connsiteY4" fmla="*/ 847725 h 847725"/>
                  <a:gd name="connsiteX5" fmla="*/ 0 w 8477250"/>
                  <a:gd name="connsiteY5" fmla="*/ 847725 h 847725"/>
                  <a:gd name="connsiteX6" fmla="*/ 0 w 8477250"/>
                  <a:gd name="connsiteY6" fmla="*/ 0 h 847725"/>
                  <a:gd name="connsiteX7" fmla="*/ 95250 w 8477250"/>
                  <a:gd name="connsiteY7" fmla="*/ 0 h 847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477250" h="847725">
                    <a:moveTo>
                      <a:pt x="8382000" y="0"/>
                    </a:moveTo>
                    <a:cubicBezTo>
                      <a:pt x="8434605" y="0"/>
                      <a:pt x="8477250" y="0"/>
                      <a:pt x="8477250" y="0"/>
                    </a:cubicBezTo>
                    <a:lnTo>
                      <a:pt x="8477250" y="847725"/>
                    </a:lnTo>
                    <a:cubicBezTo>
                      <a:pt x="8477250" y="847725"/>
                      <a:pt x="8434605" y="847725"/>
                      <a:pt x="8382000" y="847725"/>
                    </a:cubicBezTo>
                    <a:lnTo>
                      <a:pt x="95250" y="847725"/>
                    </a:lnTo>
                    <a:cubicBezTo>
                      <a:pt x="42645" y="847725"/>
                      <a:pt x="0" y="847725"/>
                      <a:pt x="0" y="847725"/>
                    </a:cubicBezTo>
                    <a:lnTo>
                      <a:pt x="0" y="0"/>
                    </a:lnTo>
                    <a:cubicBezTo>
                      <a:pt x="0" y="0"/>
                      <a:pt x="42645" y="0"/>
                      <a:pt x="95250" y="0"/>
                    </a:cubicBezTo>
                    <a:close/>
                  </a:path>
                </a:pathLst>
              </a:custGeom>
              <a:solidFill>
                <a:srgbClr val="6AB8FF"/>
              </a:solidFill>
              <a:ln w="9525" cap="flat">
                <a:noFill/>
                <a:prstDash val="solid"/>
                <a:miter/>
              </a:ln>
            </p:spPr>
            <p:txBody>
              <a:bodyPr rtlCol="0" anchor="ctr"/>
              <a:lstStyle/>
              <a:p>
                <a:endParaRPr lang="en-US"/>
              </a:p>
            </p:txBody>
          </p:sp>
          <p:sp>
            <p:nvSpPr>
              <p:cNvPr id="97" name="Freeform 66">
                <a:extLst>
                  <a:ext uri="{FF2B5EF4-FFF2-40B4-BE49-F238E27FC236}">
                    <a16:creationId xmlns:a16="http://schemas.microsoft.com/office/drawing/2014/main" id="{FB919116-BF64-5456-C78E-BC773C0068AD}"/>
                  </a:ext>
                </a:extLst>
              </p:cNvPr>
              <p:cNvSpPr/>
              <p:nvPr/>
            </p:nvSpPr>
            <p:spPr>
              <a:xfrm>
                <a:off x="12549512" y="8936355"/>
                <a:ext cx="4161776" cy="847725"/>
              </a:xfrm>
              <a:custGeom>
                <a:avLst/>
                <a:gdLst>
                  <a:gd name="connsiteX0" fmla="*/ 8382000 w 8477250"/>
                  <a:gd name="connsiteY0" fmla="*/ 0 h 847725"/>
                  <a:gd name="connsiteX1" fmla="*/ 8477250 w 8477250"/>
                  <a:gd name="connsiteY1" fmla="*/ 0 h 847725"/>
                  <a:gd name="connsiteX2" fmla="*/ 8477250 w 8477250"/>
                  <a:gd name="connsiteY2" fmla="*/ 847725 h 847725"/>
                  <a:gd name="connsiteX3" fmla="*/ 8382000 w 8477250"/>
                  <a:gd name="connsiteY3" fmla="*/ 847725 h 847725"/>
                  <a:gd name="connsiteX4" fmla="*/ 95250 w 8477250"/>
                  <a:gd name="connsiteY4" fmla="*/ 847725 h 847725"/>
                  <a:gd name="connsiteX5" fmla="*/ 0 w 8477250"/>
                  <a:gd name="connsiteY5" fmla="*/ 847725 h 847725"/>
                  <a:gd name="connsiteX6" fmla="*/ 0 w 8477250"/>
                  <a:gd name="connsiteY6" fmla="*/ 0 h 847725"/>
                  <a:gd name="connsiteX7" fmla="*/ 95250 w 8477250"/>
                  <a:gd name="connsiteY7" fmla="*/ 0 h 847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477250" h="847725">
                    <a:moveTo>
                      <a:pt x="8382000" y="0"/>
                    </a:moveTo>
                    <a:cubicBezTo>
                      <a:pt x="8434605" y="0"/>
                      <a:pt x="8477250" y="0"/>
                      <a:pt x="8477250" y="0"/>
                    </a:cubicBezTo>
                    <a:lnTo>
                      <a:pt x="8477250" y="847725"/>
                    </a:lnTo>
                    <a:cubicBezTo>
                      <a:pt x="8477250" y="847725"/>
                      <a:pt x="8434605" y="847725"/>
                      <a:pt x="8382000" y="847725"/>
                    </a:cubicBezTo>
                    <a:lnTo>
                      <a:pt x="95250" y="847725"/>
                    </a:lnTo>
                    <a:cubicBezTo>
                      <a:pt x="42645" y="847725"/>
                      <a:pt x="0" y="847725"/>
                      <a:pt x="0" y="847725"/>
                    </a:cubicBezTo>
                    <a:lnTo>
                      <a:pt x="0" y="0"/>
                    </a:lnTo>
                    <a:cubicBezTo>
                      <a:pt x="0" y="0"/>
                      <a:pt x="42645" y="0"/>
                      <a:pt x="95250" y="0"/>
                    </a:cubicBezTo>
                    <a:close/>
                  </a:path>
                </a:pathLst>
              </a:custGeom>
              <a:solidFill>
                <a:srgbClr val="FFDB94"/>
              </a:solidFill>
              <a:ln w="9525" cap="flat">
                <a:noFill/>
                <a:prstDash val="solid"/>
                <a:miter/>
              </a:ln>
            </p:spPr>
            <p:txBody>
              <a:bodyPr rtlCol="0" anchor="ctr"/>
              <a:lstStyle/>
              <a:p>
                <a:endParaRPr lang="en-US"/>
              </a:p>
            </p:txBody>
          </p:sp>
          <p:sp>
            <p:nvSpPr>
              <p:cNvPr id="98" name="Freeform 67">
                <a:extLst>
                  <a:ext uri="{FF2B5EF4-FFF2-40B4-BE49-F238E27FC236}">
                    <a16:creationId xmlns:a16="http://schemas.microsoft.com/office/drawing/2014/main" id="{8348F0F5-BA7A-34EF-BC5E-BC5BFC5F3AB2}"/>
                  </a:ext>
                </a:extLst>
              </p:cNvPr>
              <p:cNvSpPr/>
              <p:nvPr/>
            </p:nvSpPr>
            <p:spPr>
              <a:xfrm>
                <a:off x="16901788" y="5818345"/>
                <a:ext cx="4161776" cy="847725"/>
              </a:xfrm>
              <a:custGeom>
                <a:avLst/>
                <a:gdLst>
                  <a:gd name="connsiteX0" fmla="*/ 8382000 w 8477250"/>
                  <a:gd name="connsiteY0" fmla="*/ 0 h 847725"/>
                  <a:gd name="connsiteX1" fmla="*/ 8477250 w 8477250"/>
                  <a:gd name="connsiteY1" fmla="*/ 0 h 847725"/>
                  <a:gd name="connsiteX2" fmla="*/ 8477250 w 8477250"/>
                  <a:gd name="connsiteY2" fmla="*/ 847725 h 847725"/>
                  <a:gd name="connsiteX3" fmla="*/ 8382000 w 8477250"/>
                  <a:gd name="connsiteY3" fmla="*/ 847725 h 847725"/>
                  <a:gd name="connsiteX4" fmla="*/ 95250 w 8477250"/>
                  <a:gd name="connsiteY4" fmla="*/ 847725 h 847725"/>
                  <a:gd name="connsiteX5" fmla="*/ 0 w 8477250"/>
                  <a:gd name="connsiteY5" fmla="*/ 847725 h 847725"/>
                  <a:gd name="connsiteX6" fmla="*/ 0 w 8477250"/>
                  <a:gd name="connsiteY6" fmla="*/ 0 h 847725"/>
                  <a:gd name="connsiteX7" fmla="*/ 95250 w 8477250"/>
                  <a:gd name="connsiteY7" fmla="*/ 0 h 847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477250" h="847725">
                    <a:moveTo>
                      <a:pt x="8382000" y="0"/>
                    </a:moveTo>
                    <a:cubicBezTo>
                      <a:pt x="8434605" y="0"/>
                      <a:pt x="8477250" y="0"/>
                      <a:pt x="8477250" y="0"/>
                    </a:cubicBezTo>
                    <a:lnTo>
                      <a:pt x="8477250" y="847725"/>
                    </a:lnTo>
                    <a:cubicBezTo>
                      <a:pt x="8477250" y="847725"/>
                      <a:pt x="8434605" y="847725"/>
                      <a:pt x="8382000" y="847725"/>
                    </a:cubicBezTo>
                    <a:lnTo>
                      <a:pt x="95250" y="847725"/>
                    </a:lnTo>
                    <a:cubicBezTo>
                      <a:pt x="42645" y="847725"/>
                      <a:pt x="0" y="847725"/>
                      <a:pt x="0" y="847725"/>
                    </a:cubicBezTo>
                    <a:lnTo>
                      <a:pt x="0" y="0"/>
                    </a:lnTo>
                    <a:cubicBezTo>
                      <a:pt x="0" y="0"/>
                      <a:pt x="42645" y="0"/>
                      <a:pt x="95250" y="0"/>
                    </a:cubicBezTo>
                    <a:close/>
                  </a:path>
                </a:pathLst>
              </a:custGeom>
              <a:solidFill>
                <a:srgbClr val="FAA976"/>
              </a:solidFill>
              <a:ln w="9525" cap="flat">
                <a:noFill/>
                <a:prstDash val="solid"/>
                <a:miter/>
              </a:ln>
            </p:spPr>
            <p:txBody>
              <a:bodyPr rtlCol="0" anchor="ctr"/>
              <a:lstStyle/>
              <a:p>
                <a:endParaRPr lang="en-US"/>
              </a:p>
            </p:txBody>
          </p:sp>
          <p:sp>
            <p:nvSpPr>
              <p:cNvPr id="99" name="Freeform 68">
                <a:extLst>
                  <a:ext uri="{FF2B5EF4-FFF2-40B4-BE49-F238E27FC236}">
                    <a16:creationId xmlns:a16="http://schemas.microsoft.com/office/drawing/2014/main" id="{4698DAD7-9E72-5472-BB48-F67DD566505A}"/>
                  </a:ext>
                </a:extLst>
              </p:cNvPr>
              <p:cNvSpPr/>
              <p:nvPr/>
            </p:nvSpPr>
            <p:spPr>
              <a:xfrm>
                <a:off x="16901788" y="6856570"/>
                <a:ext cx="4161776" cy="847725"/>
              </a:xfrm>
              <a:custGeom>
                <a:avLst/>
                <a:gdLst>
                  <a:gd name="connsiteX0" fmla="*/ 8382000 w 8477250"/>
                  <a:gd name="connsiteY0" fmla="*/ 0 h 847725"/>
                  <a:gd name="connsiteX1" fmla="*/ 8477250 w 8477250"/>
                  <a:gd name="connsiteY1" fmla="*/ 0 h 847725"/>
                  <a:gd name="connsiteX2" fmla="*/ 8477250 w 8477250"/>
                  <a:gd name="connsiteY2" fmla="*/ 847725 h 847725"/>
                  <a:gd name="connsiteX3" fmla="*/ 8382000 w 8477250"/>
                  <a:gd name="connsiteY3" fmla="*/ 847725 h 847725"/>
                  <a:gd name="connsiteX4" fmla="*/ 95250 w 8477250"/>
                  <a:gd name="connsiteY4" fmla="*/ 847725 h 847725"/>
                  <a:gd name="connsiteX5" fmla="*/ 0 w 8477250"/>
                  <a:gd name="connsiteY5" fmla="*/ 847725 h 847725"/>
                  <a:gd name="connsiteX6" fmla="*/ 0 w 8477250"/>
                  <a:gd name="connsiteY6" fmla="*/ 0 h 847725"/>
                  <a:gd name="connsiteX7" fmla="*/ 95250 w 8477250"/>
                  <a:gd name="connsiteY7" fmla="*/ 0 h 847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477250" h="847725">
                    <a:moveTo>
                      <a:pt x="8382000" y="0"/>
                    </a:moveTo>
                    <a:cubicBezTo>
                      <a:pt x="8434605" y="0"/>
                      <a:pt x="8477250" y="0"/>
                      <a:pt x="8477250" y="0"/>
                    </a:cubicBezTo>
                    <a:lnTo>
                      <a:pt x="8477250" y="847725"/>
                    </a:lnTo>
                    <a:cubicBezTo>
                      <a:pt x="8477250" y="847725"/>
                      <a:pt x="8434605" y="847725"/>
                      <a:pt x="8382000" y="847725"/>
                    </a:cubicBezTo>
                    <a:lnTo>
                      <a:pt x="95250" y="847725"/>
                    </a:lnTo>
                    <a:cubicBezTo>
                      <a:pt x="42645" y="847725"/>
                      <a:pt x="0" y="847725"/>
                      <a:pt x="0" y="847725"/>
                    </a:cubicBezTo>
                    <a:lnTo>
                      <a:pt x="0" y="0"/>
                    </a:lnTo>
                    <a:cubicBezTo>
                      <a:pt x="0" y="0"/>
                      <a:pt x="42645" y="0"/>
                      <a:pt x="95250" y="0"/>
                    </a:cubicBezTo>
                    <a:close/>
                  </a:path>
                </a:pathLst>
              </a:custGeom>
              <a:solidFill>
                <a:srgbClr val="FFA9B2"/>
              </a:solidFill>
              <a:ln w="9525" cap="flat">
                <a:noFill/>
                <a:prstDash val="solid"/>
                <a:miter/>
              </a:ln>
            </p:spPr>
            <p:txBody>
              <a:bodyPr rtlCol="0" anchor="ctr"/>
              <a:lstStyle/>
              <a:p>
                <a:endParaRPr lang="en-US"/>
              </a:p>
            </p:txBody>
          </p:sp>
          <p:sp>
            <p:nvSpPr>
              <p:cNvPr id="100" name="Freeform 69">
                <a:extLst>
                  <a:ext uri="{FF2B5EF4-FFF2-40B4-BE49-F238E27FC236}">
                    <a16:creationId xmlns:a16="http://schemas.microsoft.com/office/drawing/2014/main" id="{DEFB4099-ED70-D437-9FDA-8739E728CF61}"/>
                  </a:ext>
                </a:extLst>
              </p:cNvPr>
              <p:cNvSpPr/>
              <p:nvPr/>
            </p:nvSpPr>
            <p:spPr>
              <a:xfrm>
                <a:off x="16901788" y="7894795"/>
                <a:ext cx="4161776" cy="847725"/>
              </a:xfrm>
              <a:custGeom>
                <a:avLst/>
                <a:gdLst>
                  <a:gd name="connsiteX0" fmla="*/ 8382000 w 8477250"/>
                  <a:gd name="connsiteY0" fmla="*/ 0 h 847725"/>
                  <a:gd name="connsiteX1" fmla="*/ 8477250 w 8477250"/>
                  <a:gd name="connsiteY1" fmla="*/ 0 h 847725"/>
                  <a:gd name="connsiteX2" fmla="*/ 8477250 w 8477250"/>
                  <a:gd name="connsiteY2" fmla="*/ 847725 h 847725"/>
                  <a:gd name="connsiteX3" fmla="*/ 8382000 w 8477250"/>
                  <a:gd name="connsiteY3" fmla="*/ 847725 h 847725"/>
                  <a:gd name="connsiteX4" fmla="*/ 95250 w 8477250"/>
                  <a:gd name="connsiteY4" fmla="*/ 847725 h 847725"/>
                  <a:gd name="connsiteX5" fmla="*/ 0 w 8477250"/>
                  <a:gd name="connsiteY5" fmla="*/ 847725 h 847725"/>
                  <a:gd name="connsiteX6" fmla="*/ 0 w 8477250"/>
                  <a:gd name="connsiteY6" fmla="*/ 0 h 847725"/>
                  <a:gd name="connsiteX7" fmla="*/ 95250 w 8477250"/>
                  <a:gd name="connsiteY7" fmla="*/ 0 h 847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477250" h="847725">
                    <a:moveTo>
                      <a:pt x="8382000" y="0"/>
                    </a:moveTo>
                    <a:cubicBezTo>
                      <a:pt x="8434605" y="0"/>
                      <a:pt x="8477250" y="0"/>
                      <a:pt x="8477250" y="0"/>
                    </a:cubicBezTo>
                    <a:lnTo>
                      <a:pt x="8477250" y="847725"/>
                    </a:lnTo>
                    <a:cubicBezTo>
                      <a:pt x="8477250" y="847725"/>
                      <a:pt x="8434605" y="847725"/>
                      <a:pt x="8382000" y="847725"/>
                    </a:cubicBezTo>
                    <a:lnTo>
                      <a:pt x="95250" y="847725"/>
                    </a:lnTo>
                    <a:cubicBezTo>
                      <a:pt x="42645" y="847725"/>
                      <a:pt x="0" y="847725"/>
                      <a:pt x="0" y="847725"/>
                    </a:cubicBezTo>
                    <a:lnTo>
                      <a:pt x="0" y="0"/>
                    </a:lnTo>
                    <a:cubicBezTo>
                      <a:pt x="0" y="0"/>
                      <a:pt x="42645" y="0"/>
                      <a:pt x="95250" y="0"/>
                    </a:cubicBezTo>
                    <a:close/>
                  </a:path>
                </a:pathLst>
              </a:custGeom>
              <a:solidFill>
                <a:srgbClr val="FF7774"/>
              </a:solidFill>
              <a:ln w="9525" cap="flat">
                <a:noFill/>
                <a:prstDash val="solid"/>
                <a:miter/>
              </a:ln>
            </p:spPr>
            <p:txBody>
              <a:bodyPr rtlCol="0" anchor="ctr"/>
              <a:lstStyle/>
              <a:p>
                <a:endParaRPr lang="en-US"/>
              </a:p>
            </p:txBody>
          </p:sp>
        </p:grpSp>
        <p:sp>
          <p:nvSpPr>
            <p:cNvPr id="101" name="文本框 100">
              <a:extLst>
                <a:ext uri="{FF2B5EF4-FFF2-40B4-BE49-F238E27FC236}">
                  <a16:creationId xmlns:a16="http://schemas.microsoft.com/office/drawing/2014/main" id="{97E4834B-7DB5-6345-F3D3-4693606BA0FD}"/>
                </a:ext>
              </a:extLst>
            </p:cNvPr>
            <p:cNvSpPr txBox="1"/>
            <p:nvPr userDrawn="1"/>
          </p:nvSpPr>
          <p:spPr>
            <a:xfrm>
              <a:off x="18266938" y="2947108"/>
              <a:ext cx="1817977" cy="283387"/>
            </a:xfrm>
            <a:prstGeom prst="rect">
              <a:avLst/>
            </a:prstGeom>
            <a:noFill/>
          </p:spPr>
          <p:txBody>
            <a:bodyPr wrap="none" rtlCol="0">
              <a:spAutoFit/>
            </a:bodyPr>
            <a:lstStyle/>
            <a:p>
              <a:pPr algn="l"/>
              <a:r>
                <a:rPr kumimoji="1" lang="en-US" altLang="zh-CN" sz="800">
                  <a:solidFill>
                    <a:schemeClr val="bg1">
                      <a:lumMod val="50000"/>
                    </a:schemeClr>
                  </a:solidFill>
                  <a:latin typeface="Arial" panose="020B0604020202020204" pitchFamily="34" charset="0"/>
                  <a:cs typeface="Arial" panose="020B0604020202020204" pitchFamily="34" charset="0"/>
                </a:rPr>
                <a:t>Secondary Highlight Color</a:t>
              </a:r>
              <a:endParaRPr kumimoji="1" lang="zh-CN" altLang="en-US" sz="800">
                <a:solidFill>
                  <a:schemeClr val="bg1">
                    <a:lumMod val="50000"/>
                  </a:schemeClr>
                </a:solidFill>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1056139376"/>
      </p:ext>
    </p:extLst>
  </p:cSld>
  <p:clrMap bg1="lt1" tx1="dk1" bg2="lt2" tx2="dk2" accent1="accent1" accent2="accent2" accent3="accent3" accent4="accent4" accent5="accent5" accent6="accent6" hlink="hlink" folHlink="folHlink"/>
  <p:sldLayoutIdLst>
    <p:sldLayoutId id="2147483708" r:id="rId1"/>
    <p:sldLayoutId id="2147483709" r:id="rId2"/>
    <p:sldLayoutId id="2147483710" r:id="rId3"/>
    <p:sldLayoutId id="2147483711" r:id="rId4"/>
    <p:sldLayoutId id="2147483712" r:id="rId5"/>
    <p:sldLayoutId id="2147483713" r:id="rId6"/>
    <p:sldLayoutId id="2147483714" r:id="rId7"/>
    <p:sldLayoutId id="2147483715" r:id="rId8"/>
    <p:sldLayoutId id="2147483716" r:id="rId9"/>
    <p:sldLayoutId id="2147483717" r:id="rId10"/>
  </p:sldLayoutIdLst>
  <p:hf hdr="0" ftr="0" dt="0"/>
  <p:txStyles>
    <p:titleStyle>
      <a:lvl1pPr algn="l" defTabSz="914400" rtl="0" eaLnBrk="1" latinLnBrk="0" hangingPunct="1">
        <a:lnSpc>
          <a:spcPct val="90000"/>
        </a:lnSpc>
        <a:spcBef>
          <a:spcPct val="0"/>
        </a:spcBef>
        <a:buNone/>
        <a:defRPr sz="1800" b="0" i="0" kern="1200" baseline="0">
          <a:solidFill>
            <a:schemeClr val="tx1"/>
          </a:solidFill>
          <a:latin typeface="Arial" panose="020B0604020202020204" pitchFamily="34" charset="0"/>
          <a:ea typeface="微软雅黑" panose="020B0503020204020204" pitchFamily="34" charset="-122"/>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600" b="0" i="0" kern="1200" baseline="0">
          <a:solidFill>
            <a:schemeClr val="tx1"/>
          </a:solidFill>
          <a:latin typeface="Arial" panose="020B0604020202020204" pitchFamily="34" charset="0"/>
          <a:ea typeface="微软雅黑 Light" panose="020B0502040204020203"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baseline="0">
          <a:solidFill>
            <a:schemeClr val="tx1"/>
          </a:solidFill>
          <a:latin typeface="Arial" panose="020B0604020202020204" pitchFamily="34" charset="0"/>
          <a:ea typeface="微软雅黑 Light" panose="020B0502040204020203"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baseline="0">
          <a:solidFill>
            <a:schemeClr val="tx1"/>
          </a:solidFill>
          <a:latin typeface="Arial" panose="020B0604020202020204" pitchFamily="34" charset="0"/>
          <a:ea typeface="微软雅黑 Light" panose="020B0502040204020203"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baseline="0">
          <a:solidFill>
            <a:schemeClr val="tx1"/>
          </a:solidFill>
          <a:latin typeface="Arial" panose="020B0604020202020204" pitchFamily="34" charset="0"/>
          <a:ea typeface="微软雅黑 Light" panose="020B0502040204020203"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baseline="0">
          <a:solidFill>
            <a:schemeClr val="tx1"/>
          </a:solidFill>
          <a:latin typeface="Arial" panose="020B0604020202020204" pitchFamily="34" charset="0"/>
          <a:ea typeface="微软雅黑 Light" panose="020B0502040204020203"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D61AD20-E240-4E6F-AF91-689F7AEEE33A}"/>
              </a:ext>
            </a:extLst>
          </p:cNvPr>
          <p:cNvSpPr>
            <a:spLocks noGrp="1"/>
          </p:cNvSpPr>
          <p:nvPr>
            <p:ph type="title"/>
          </p:nvPr>
        </p:nvSpPr>
        <p:spPr>
          <a:xfrm>
            <a:off x="517870" y="978408"/>
            <a:ext cx="5021182" cy="4870457"/>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a:extLst>
              <a:ext uri="{FF2B5EF4-FFF2-40B4-BE49-F238E27FC236}">
                <a16:creationId xmlns:a16="http://schemas.microsoft.com/office/drawing/2014/main" id="{42E78801-35D1-4C19-BC2B-EAC7EE917E73}"/>
              </a:ext>
            </a:extLst>
          </p:cNvPr>
          <p:cNvSpPr>
            <a:spLocks noGrp="1"/>
          </p:cNvSpPr>
          <p:nvPr>
            <p:ph type="body" idx="1"/>
          </p:nvPr>
        </p:nvSpPr>
        <p:spPr>
          <a:xfrm>
            <a:off x="6662168" y="969264"/>
            <a:ext cx="5021182" cy="487045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Rectangle 13">
            <a:extLst>
              <a:ext uri="{FF2B5EF4-FFF2-40B4-BE49-F238E27FC236}">
                <a16:creationId xmlns:a16="http://schemas.microsoft.com/office/drawing/2014/main" id="{ADE57300-C7FF-4578-99A0-42B0295B123C}"/>
              </a:ext>
            </a:extLst>
          </p:cNvPr>
          <p:cNvSpPr/>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DB8F8250-7A81-4A19-87AD-FFB2CE4E39A5}"/>
              </a:ext>
            </a:extLst>
          </p:cNvPr>
          <p:cNvSpPr/>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499F38FC-2DEA-2647-C409-EF75720C1017}"/>
              </a:ext>
            </a:extLst>
          </p:cNvPr>
          <p:cNvSpPr/>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51366048"/>
      </p:ext>
    </p:extLst>
  </p:cSld>
  <p:clrMap bg1="lt1" tx1="dk1" bg2="lt2" tx2="dk2" accent1="accent1" accent2="accent2" accent3="accent3" accent4="accent4" accent5="accent5" accent6="accent6" hlink="hlink" folHlink="folHlink"/>
  <p:sldLayoutIdLst>
    <p:sldLayoutId id="2147483719" r:id="rId1"/>
    <p:sldLayoutId id="2147483720" r:id="rId2"/>
    <p:sldLayoutId id="2147483721" r:id="rId3"/>
    <p:sldLayoutId id="2147483722" r:id="rId4"/>
    <p:sldLayoutId id="2147483723" r:id="rId5"/>
    <p:sldLayoutId id="2147483724" r:id="rId6"/>
    <p:sldLayoutId id="2147483725" r:id="rId7"/>
    <p:sldLayoutId id="2147483726" r:id="rId8"/>
    <p:sldLayoutId id="2147483727" r:id="rId9"/>
    <p:sldLayoutId id="2147483728" r:id="rId10"/>
    <p:sldLayoutId id="2147483729" r:id="rId11"/>
  </p:sldLayoutIdLst>
  <p:hf sldNum="0" hdr="0" ftr="0" dt="0"/>
  <p:txStyles>
    <p:titleStyle>
      <a:lvl1pPr algn="l" defTabSz="914400" rtl="0" eaLnBrk="1" latinLnBrk="0" hangingPunct="1">
        <a:lnSpc>
          <a:spcPct val="100000"/>
        </a:lnSpc>
        <a:spcBef>
          <a:spcPct val="0"/>
        </a:spcBef>
        <a:buNone/>
        <a:defRPr sz="5400" b="1" kern="1200">
          <a:solidFill>
            <a:schemeClr val="tx1"/>
          </a:solidFill>
          <a:latin typeface="+mj-lt"/>
          <a:ea typeface="+mj-ea"/>
          <a:cs typeface="+mj-cs"/>
        </a:defRPr>
      </a:lvl1pPr>
    </p:titleStyle>
    <p:bodyStyle>
      <a:lvl1pPr marL="0" indent="0" algn="l" defTabSz="914400" rtl="0" eaLnBrk="1" latinLnBrk="0" hangingPunct="1">
        <a:lnSpc>
          <a:spcPct val="110000"/>
        </a:lnSpc>
        <a:spcBef>
          <a:spcPts val="1000"/>
        </a:spcBef>
        <a:buFont typeface="Arial" panose="020B0604020202020204" pitchFamily="34" charset="0"/>
        <a:buNone/>
        <a:defRPr sz="2000" kern="1200">
          <a:solidFill>
            <a:schemeClr val="tx1"/>
          </a:solidFill>
          <a:latin typeface="+mn-lt"/>
          <a:ea typeface="+mn-ea"/>
          <a:cs typeface="+mn-cs"/>
        </a:defRPr>
      </a:lvl1pPr>
      <a:lvl2pPr marL="274320" indent="-27432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274320" indent="0" algn="l" defTabSz="914400" rtl="0" eaLnBrk="1" latinLnBrk="0" hangingPunct="1">
        <a:lnSpc>
          <a:spcPct val="110000"/>
        </a:lnSpc>
        <a:spcBef>
          <a:spcPts val="500"/>
        </a:spcBef>
        <a:buFont typeface="Arial" panose="020B0604020202020204" pitchFamily="34" charset="0"/>
        <a:buNone/>
        <a:defRPr sz="1800" kern="1200">
          <a:solidFill>
            <a:schemeClr val="tx1"/>
          </a:solidFill>
          <a:latin typeface="+mn-lt"/>
          <a:ea typeface="+mn-ea"/>
          <a:cs typeface="+mn-cs"/>
        </a:defRPr>
      </a:lvl3pPr>
      <a:lvl4pPr marL="548640" indent="-27432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4pPr>
      <a:lvl5pPr marL="548640" indent="0" algn="l" defTabSz="914400" rtl="0" eaLnBrk="1" latinLnBrk="0" hangingPunct="1">
        <a:lnSpc>
          <a:spcPct val="110000"/>
        </a:lnSpc>
        <a:spcBef>
          <a:spcPts val="500"/>
        </a:spcBef>
        <a:buFont typeface="Arial" panose="020B0604020202020204" pitchFamily="34" charset="0"/>
        <a:buNone/>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0.xml"/></Relationships>
</file>

<file path=ppt/slides/_rels/slide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1DA65CD-D69B-4C2D-42BE-E1CCAD7DC399}"/>
              </a:ext>
            </a:extLst>
          </p:cNvPr>
          <p:cNvSpPr>
            <a:spLocks noGrp="1"/>
          </p:cNvSpPr>
          <p:nvPr>
            <p:ph type="title"/>
          </p:nvPr>
        </p:nvSpPr>
        <p:spPr>
          <a:xfrm>
            <a:off x="413323" y="888430"/>
            <a:ext cx="11365354" cy="1368340"/>
          </a:xfrm>
        </p:spPr>
        <p:txBody>
          <a:bodyPr/>
          <a:lstStyle/>
          <a:p>
            <a:r>
              <a:rPr lang="en-US" altLang="zh-CN"/>
              <a:t>Univers LLM</a:t>
            </a:r>
            <a:r>
              <a:rPr lang="zh-CN" altLang="en-US"/>
              <a:t>白皮书</a:t>
            </a:r>
            <a:endParaRPr lang="en-US"/>
          </a:p>
        </p:txBody>
      </p:sp>
      <p:sp>
        <p:nvSpPr>
          <p:cNvPr id="2" name="Slide Number Placeholder 1">
            <a:extLst>
              <a:ext uri="{FF2B5EF4-FFF2-40B4-BE49-F238E27FC236}">
                <a16:creationId xmlns:a16="http://schemas.microsoft.com/office/drawing/2014/main" id="{83CD0C3F-34E0-FD41-8ECD-9375EC6D86B4}"/>
              </a:ext>
            </a:extLst>
          </p:cNvPr>
          <p:cNvSpPr>
            <a:spLocks noGrp="1"/>
          </p:cNvSpPr>
          <p:nvPr>
            <p:ph type="sldNum" sz="quarter" idx="10"/>
          </p:nvPr>
        </p:nvSpPr>
        <p:spPr/>
        <p:txBody>
          <a:bodyPr/>
          <a:lstStyle/>
          <a:p>
            <a:fld id="{12CD2F67-C3EF-C447-835C-4EE74D5FD49D}" type="slidenum">
              <a:rPr kumimoji="1" lang="en-US" altLang="zh-CN" smtClean="0"/>
              <a:pPr/>
              <a:t>1</a:t>
            </a:fld>
            <a:endParaRPr kumimoji="1" lang="en-US"/>
          </a:p>
        </p:txBody>
      </p:sp>
      <p:graphicFrame>
        <p:nvGraphicFramePr>
          <p:cNvPr id="4" name="表格 3">
            <a:extLst>
              <a:ext uri="{FF2B5EF4-FFF2-40B4-BE49-F238E27FC236}">
                <a16:creationId xmlns:a16="http://schemas.microsoft.com/office/drawing/2014/main" id="{F3170F78-BF77-BB85-16EE-D682C6AADDC0}"/>
              </a:ext>
            </a:extLst>
          </p:cNvPr>
          <p:cNvGraphicFramePr>
            <a:graphicFrameLocks noGrp="1"/>
          </p:cNvGraphicFramePr>
          <p:nvPr>
            <p:extLst>
              <p:ext uri="{D42A27DB-BD31-4B8C-83A1-F6EECF244321}">
                <p14:modId xmlns:p14="http://schemas.microsoft.com/office/powerpoint/2010/main" val="3978732185"/>
              </p:ext>
            </p:extLst>
          </p:nvPr>
        </p:nvGraphicFramePr>
        <p:xfrm>
          <a:off x="413322" y="5213008"/>
          <a:ext cx="5682677" cy="1112520"/>
        </p:xfrm>
        <a:graphic>
          <a:graphicData uri="http://schemas.openxmlformats.org/drawingml/2006/table">
            <a:tbl>
              <a:tblPr firstRow="1" bandRow="1">
                <a:tableStyleId>{2D5ABB26-0587-4C30-8999-92F81FD0307C}</a:tableStyleId>
              </a:tblPr>
              <a:tblGrid>
                <a:gridCol w="1724767">
                  <a:extLst>
                    <a:ext uri="{9D8B030D-6E8A-4147-A177-3AD203B41FA5}">
                      <a16:colId xmlns:a16="http://schemas.microsoft.com/office/drawing/2014/main" val="2870813214"/>
                    </a:ext>
                  </a:extLst>
                </a:gridCol>
                <a:gridCol w="3957910">
                  <a:extLst>
                    <a:ext uri="{9D8B030D-6E8A-4147-A177-3AD203B41FA5}">
                      <a16:colId xmlns:a16="http://schemas.microsoft.com/office/drawing/2014/main" val="408201743"/>
                    </a:ext>
                  </a:extLst>
                </a:gridCol>
              </a:tblGrid>
              <a:tr h="370840">
                <a:tc>
                  <a:txBody>
                    <a:bodyPr/>
                    <a:lstStyle/>
                    <a:p>
                      <a:r>
                        <a:rPr lang="en-US" altLang="zh-CN" b="1">
                          <a:solidFill>
                            <a:schemeClr val="bg1"/>
                          </a:solidFill>
                        </a:rPr>
                        <a:t>Team</a:t>
                      </a:r>
                      <a:endParaRPr lang="zh-CN" altLang="en-US"/>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r>
                        <a:rPr lang="en-US" altLang="zh-CN" err="1">
                          <a:solidFill>
                            <a:schemeClr val="bg1"/>
                          </a:solidFill>
                        </a:rPr>
                        <a:t>Univers</a:t>
                      </a:r>
                      <a:r>
                        <a:rPr lang="en-US" altLang="zh-CN">
                          <a:solidFill>
                            <a:schemeClr val="bg1"/>
                          </a:solidFill>
                        </a:rPr>
                        <a:t> AI (TAC, PM, SA)</a:t>
                      </a:r>
                      <a:endParaRPr lang="zh-CN" altLang="en-US"/>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699601890"/>
                  </a:ext>
                </a:extLst>
              </a:tr>
              <a:tr h="370840">
                <a:tc>
                  <a:txBody>
                    <a:bodyPr/>
                    <a:lstStyle/>
                    <a:p>
                      <a:r>
                        <a:rPr lang="en-US" altLang="zh-CN" b="1">
                          <a:solidFill>
                            <a:schemeClr val="bg1"/>
                          </a:solidFill>
                        </a:rPr>
                        <a:t>Version</a:t>
                      </a:r>
                      <a:endParaRPr lang="zh-CN" altLang="en-US"/>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r>
                        <a:rPr lang="en-US" altLang="zh-CN" b="0">
                          <a:solidFill>
                            <a:schemeClr val="bg1"/>
                          </a:solidFill>
                        </a:rPr>
                        <a:t>0.5</a:t>
                      </a:r>
                      <a:endParaRPr lang="zh-CN" altLang="en-US" b="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471658060"/>
                  </a:ext>
                </a:extLst>
              </a:tr>
              <a:tr h="370840">
                <a:tc>
                  <a:txBody>
                    <a:bodyPr/>
                    <a:lstStyle/>
                    <a:p>
                      <a:r>
                        <a:rPr lang="en-US" altLang="zh-CN" b="1">
                          <a:solidFill>
                            <a:schemeClr val="bg1"/>
                          </a:solidFill>
                        </a:rPr>
                        <a:t>Date</a:t>
                      </a:r>
                      <a:endParaRPr lang="zh-CN" altLang="en-US"/>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r>
                        <a:rPr lang="en-US" altLang="zh-CN">
                          <a:solidFill>
                            <a:schemeClr val="bg1"/>
                          </a:solidFill>
                        </a:rPr>
                        <a:t>2025-02</a:t>
                      </a:r>
                      <a:endParaRPr lang="zh-CN" altLang="en-US"/>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882323765"/>
                  </a:ext>
                </a:extLst>
              </a:tr>
            </a:tbl>
          </a:graphicData>
        </a:graphic>
      </p:graphicFrame>
      <p:sp>
        <p:nvSpPr>
          <p:cNvPr id="6" name="TextBox 5">
            <a:extLst>
              <a:ext uri="{FF2B5EF4-FFF2-40B4-BE49-F238E27FC236}">
                <a16:creationId xmlns:a16="http://schemas.microsoft.com/office/drawing/2014/main" id="{EBCFB159-6D3C-0424-624A-895D2D1626DA}"/>
              </a:ext>
            </a:extLst>
          </p:cNvPr>
          <p:cNvSpPr txBox="1"/>
          <p:nvPr/>
        </p:nvSpPr>
        <p:spPr>
          <a:xfrm>
            <a:off x="516987" y="2139157"/>
            <a:ext cx="6122963" cy="369332"/>
          </a:xfrm>
          <a:prstGeom prst="rect">
            <a:avLst/>
          </a:prstGeom>
          <a:noFill/>
        </p:spPr>
        <p:txBody>
          <a:bodyPr wrap="square">
            <a:spAutoFit/>
          </a:bodyPr>
          <a:lstStyle/>
          <a:p>
            <a:r>
              <a:rPr lang="zh-CN" altLang="en-US" i="1">
                <a:solidFill>
                  <a:schemeClr val="accent6"/>
                </a:solidFill>
              </a:rPr>
              <a:t>为产研和</a:t>
            </a:r>
            <a:r>
              <a:rPr lang="en-US" altLang="zh-CN" i="1">
                <a:solidFill>
                  <a:schemeClr val="accent6"/>
                </a:solidFill>
              </a:rPr>
              <a:t>Solution</a:t>
            </a:r>
            <a:r>
              <a:rPr lang="zh-CN" altLang="en-US" i="1">
                <a:solidFill>
                  <a:schemeClr val="accent6"/>
                </a:solidFill>
              </a:rPr>
              <a:t>开发团队提供系统架构范式和技术路线图</a:t>
            </a:r>
            <a:endParaRPr lang="en-US"/>
          </a:p>
        </p:txBody>
      </p:sp>
    </p:spTree>
    <p:extLst>
      <p:ext uri="{BB962C8B-B14F-4D97-AF65-F5344CB8AC3E}">
        <p14:creationId xmlns:p14="http://schemas.microsoft.com/office/powerpoint/2010/main" val="35208590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752269-154F-4989-5B77-578573ED05AC}"/>
            </a:ext>
          </a:extLst>
        </p:cNvPr>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E4D5EB32-A63C-26EC-0C1C-BFA83ADF5BAE}"/>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2CD2F67-C3EF-C447-835C-4EE74D5FD49D}" type="slidenum">
              <a:rPr kumimoji="1" lang="zh-CN" altLang="en-US" sz="1000" b="0" i="0" u="none" strike="noStrike" kern="0" cap="none" spc="-75" normalizeH="0" baseline="0" noProof="0" smtClean="0">
                <a:ln>
                  <a:noFill/>
                </a:ln>
                <a:solidFill>
                  <a:srgbClr val="646464"/>
                </a:solidFill>
                <a:effectLst/>
                <a:uLnTx/>
                <a:uFillTx/>
                <a:latin typeface="Arial" panose="020B0604020202020204" pitchFamily="34" charset="0"/>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1" lang="zh-CN" altLang="en-US" sz="1000" b="0" i="0" u="none" strike="noStrike" kern="0" cap="none" spc="-75" normalizeH="0" baseline="0" noProof="0">
              <a:ln>
                <a:noFill/>
              </a:ln>
              <a:solidFill>
                <a:srgbClr val="646464"/>
              </a:solidFill>
              <a:effectLst/>
              <a:uLnTx/>
              <a:uFillTx/>
              <a:latin typeface="Arial" panose="020B0604020202020204" pitchFamily="34" charset="0"/>
              <a:cs typeface="Arial" panose="020B0604020202020204" pitchFamily="34" charset="0"/>
            </a:endParaRPr>
          </a:p>
        </p:txBody>
      </p:sp>
      <p:sp>
        <p:nvSpPr>
          <p:cNvPr id="2" name="标题 1">
            <a:extLst>
              <a:ext uri="{FF2B5EF4-FFF2-40B4-BE49-F238E27FC236}">
                <a16:creationId xmlns:a16="http://schemas.microsoft.com/office/drawing/2014/main" id="{0553B0E9-6C13-C9AC-D803-214AB25E6D37}"/>
              </a:ext>
            </a:extLst>
          </p:cNvPr>
          <p:cNvSpPr>
            <a:spLocks noGrp="1"/>
          </p:cNvSpPr>
          <p:nvPr>
            <p:ph type="title"/>
          </p:nvPr>
        </p:nvSpPr>
        <p:spPr>
          <a:xfrm>
            <a:off x="413323" y="752459"/>
            <a:ext cx="11365354" cy="547200"/>
          </a:xfrm>
        </p:spPr>
        <p:txBody>
          <a:bodyPr>
            <a:normAutofit/>
          </a:bodyPr>
          <a:lstStyle/>
          <a:p>
            <a:r>
              <a:rPr lang="zh-CN" altLang="en-US" sz="2400" b="1">
                <a:solidFill>
                  <a:prstClr val="black"/>
                </a:solidFill>
                <a:latin typeface="Calibri"/>
                <a:ea typeface="微软雅黑"/>
                <a:cs typeface="+mn-cs"/>
              </a:rPr>
              <a:t>更新记录</a:t>
            </a:r>
            <a:endParaRPr kumimoji="1" lang="zh-CN" altLang="en-US" sz="2400" b="1"/>
          </a:p>
        </p:txBody>
      </p:sp>
      <p:graphicFrame>
        <p:nvGraphicFramePr>
          <p:cNvPr id="5" name="表格 4">
            <a:extLst>
              <a:ext uri="{FF2B5EF4-FFF2-40B4-BE49-F238E27FC236}">
                <a16:creationId xmlns:a16="http://schemas.microsoft.com/office/drawing/2014/main" id="{C51A2D60-1696-65BE-4A86-67A9672D1211}"/>
              </a:ext>
            </a:extLst>
          </p:cNvPr>
          <p:cNvGraphicFramePr>
            <a:graphicFrameLocks noGrp="1"/>
          </p:cNvGraphicFramePr>
          <p:nvPr>
            <p:extLst>
              <p:ext uri="{D42A27DB-BD31-4B8C-83A1-F6EECF244321}">
                <p14:modId xmlns:p14="http://schemas.microsoft.com/office/powerpoint/2010/main" val="369228718"/>
              </p:ext>
            </p:extLst>
          </p:nvPr>
        </p:nvGraphicFramePr>
        <p:xfrm>
          <a:off x="560439" y="1415406"/>
          <a:ext cx="11021961" cy="2908536"/>
        </p:xfrm>
        <a:graphic>
          <a:graphicData uri="http://schemas.openxmlformats.org/drawingml/2006/table">
            <a:tbl>
              <a:tblPr firstRow="1" bandRow="1">
                <a:tableStyleId>{5C22544A-7EE6-4342-B048-85BDC9FD1C3A}</a:tableStyleId>
              </a:tblPr>
              <a:tblGrid>
                <a:gridCol w="870880">
                  <a:extLst>
                    <a:ext uri="{9D8B030D-6E8A-4147-A177-3AD203B41FA5}">
                      <a16:colId xmlns:a16="http://schemas.microsoft.com/office/drawing/2014/main" val="165539015"/>
                    </a:ext>
                  </a:extLst>
                </a:gridCol>
                <a:gridCol w="5087468">
                  <a:extLst>
                    <a:ext uri="{9D8B030D-6E8A-4147-A177-3AD203B41FA5}">
                      <a16:colId xmlns:a16="http://schemas.microsoft.com/office/drawing/2014/main" val="1314846967"/>
                    </a:ext>
                  </a:extLst>
                </a:gridCol>
                <a:gridCol w="2408903">
                  <a:extLst>
                    <a:ext uri="{9D8B030D-6E8A-4147-A177-3AD203B41FA5}">
                      <a16:colId xmlns:a16="http://schemas.microsoft.com/office/drawing/2014/main" val="2963343613"/>
                    </a:ext>
                  </a:extLst>
                </a:gridCol>
                <a:gridCol w="1406013">
                  <a:extLst>
                    <a:ext uri="{9D8B030D-6E8A-4147-A177-3AD203B41FA5}">
                      <a16:colId xmlns:a16="http://schemas.microsoft.com/office/drawing/2014/main" val="4267747782"/>
                    </a:ext>
                  </a:extLst>
                </a:gridCol>
                <a:gridCol w="1248697">
                  <a:extLst>
                    <a:ext uri="{9D8B030D-6E8A-4147-A177-3AD203B41FA5}">
                      <a16:colId xmlns:a16="http://schemas.microsoft.com/office/drawing/2014/main" val="1633371998"/>
                    </a:ext>
                  </a:extLst>
                </a:gridCol>
              </a:tblGrid>
              <a:tr h="361374">
                <a:tc>
                  <a:txBody>
                    <a:bodyPr/>
                    <a:lstStyle/>
                    <a:p>
                      <a:r>
                        <a:rPr lang="zh-CN" altLang="en-US" sz="1600"/>
                        <a:t>版本</a:t>
                      </a:r>
                    </a:p>
                  </a:txBody>
                  <a:tcPr anchor="ctr"/>
                </a:tc>
                <a:tc>
                  <a:txBody>
                    <a:bodyPr/>
                    <a:lstStyle/>
                    <a:p>
                      <a:r>
                        <a:rPr lang="zh-CN" altLang="en-US" sz="1600"/>
                        <a:t>内容</a:t>
                      </a:r>
                    </a:p>
                  </a:txBody>
                  <a:tcPr anchor="ctr"/>
                </a:tc>
                <a:tc>
                  <a:txBody>
                    <a:bodyPr/>
                    <a:lstStyle/>
                    <a:p>
                      <a:r>
                        <a:rPr lang="zh-CN" altLang="en-US" sz="1600"/>
                        <a:t>团队</a:t>
                      </a:r>
                    </a:p>
                  </a:txBody>
                  <a:tcPr anchor="ctr"/>
                </a:tc>
                <a:tc>
                  <a:txBody>
                    <a:bodyPr/>
                    <a:lstStyle/>
                    <a:p>
                      <a:r>
                        <a:rPr lang="zh-CN" altLang="en-US" sz="1600"/>
                        <a:t>校核</a:t>
                      </a:r>
                    </a:p>
                  </a:txBody>
                  <a:tcPr anchor="ctr"/>
                </a:tc>
                <a:tc>
                  <a:txBody>
                    <a:bodyPr/>
                    <a:lstStyle/>
                    <a:p>
                      <a:r>
                        <a:rPr lang="zh-CN" altLang="en-US" sz="1600"/>
                        <a:t>时间</a:t>
                      </a:r>
                    </a:p>
                  </a:txBody>
                  <a:tcPr anchor="ctr"/>
                </a:tc>
                <a:extLst>
                  <a:ext uri="{0D108BD9-81ED-4DB2-BD59-A6C34878D82A}">
                    <a16:rowId xmlns:a16="http://schemas.microsoft.com/office/drawing/2014/main" val="3528559152"/>
                  </a:ext>
                </a:extLst>
              </a:tr>
              <a:tr h="1046486">
                <a:tc>
                  <a:txBody>
                    <a:bodyPr/>
                    <a:lstStyle/>
                    <a:p>
                      <a:r>
                        <a:rPr lang="en-US" altLang="zh-CN" sz="1600"/>
                        <a:t>0.1</a:t>
                      </a:r>
                      <a:endParaRPr lang="zh-CN" altLang="en-US" sz="1600"/>
                    </a:p>
                  </a:txBody>
                  <a:tcPr anchor="ctr"/>
                </a:tc>
                <a:tc>
                  <a:txBody>
                    <a:bodyPr/>
                    <a:lstStyle/>
                    <a:p>
                      <a:r>
                        <a:rPr lang="zh-CN" altLang="en-US" sz="1600"/>
                        <a:t>首次发布：</a:t>
                      </a:r>
                      <a:r>
                        <a:rPr lang="en-US" altLang="zh-CN" sz="1600"/>
                        <a:t>LLM</a:t>
                      </a:r>
                      <a:r>
                        <a:rPr lang="zh-CN" altLang="en-US" sz="1600"/>
                        <a:t>基础、开发参考架构、应用场景和开发范式、开发技术选型、部署资源评估、开发案例、上游综合场景、设计规范</a:t>
                      </a:r>
                      <a:endParaRPr lang="zh-CN"/>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zh-CN" altLang="en-US" sz="1800"/>
                        <a:t>侯军，路若洲，吴福城</a:t>
                      </a:r>
                      <a:r>
                        <a:rPr lang="zh-CN" sz="1800" b="0" i="0" u="none" strike="noStrike" noProof="0">
                          <a:solidFill>
                            <a:srgbClr val="000000"/>
                          </a:solidFill>
                          <a:latin typeface="等线"/>
                          <a:ea typeface="等线"/>
                        </a:rPr>
                        <a:t>，</a:t>
                      </a:r>
                      <a:r>
                        <a:rPr lang="zh-CN" altLang="en-US" sz="1800"/>
                        <a:t>许景楠、杨红兵、贾项南、周家波、姚颖</a:t>
                      </a:r>
                      <a:r>
                        <a:rPr lang="zh-CN" sz="1800" b="0" i="0" u="none" strike="noStrike" noProof="0">
                          <a:solidFill>
                            <a:srgbClr val="000000"/>
                          </a:solidFill>
                          <a:latin typeface="等线"/>
                          <a:ea typeface="等线"/>
                        </a:rPr>
                        <a:t>、</a:t>
                      </a:r>
                      <a:r>
                        <a:rPr lang="zh-CN" altLang="en-US" sz="1800" b="0" i="0" u="none" strike="noStrike" noProof="0">
                          <a:solidFill>
                            <a:srgbClr val="000000"/>
                          </a:solidFill>
                          <a:latin typeface="等线"/>
                          <a:ea typeface="等线"/>
                        </a:rPr>
                        <a:t>沈</a:t>
                      </a:r>
                      <a:r>
                        <a:rPr lang="zh-CN" sz="1800" b="0" i="0" u="none" strike="noStrike" noProof="0">
                          <a:solidFill>
                            <a:srgbClr val="000000"/>
                          </a:solidFill>
                          <a:latin typeface="等线"/>
                          <a:ea typeface="等线"/>
                        </a:rPr>
                        <a:t>尚容</a:t>
                      </a:r>
                      <a:r>
                        <a:rPr lang="zh-CN" altLang="en-US" sz="1800" b="0" i="0" u="none" strike="noStrike" noProof="0">
                          <a:solidFill>
                            <a:srgbClr val="000000"/>
                          </a:solidFill>
                          <a:latin typeface="等线"/>
                          <a:ea typeface="等线"/>
                        </a:rPr>
                        <a:t>，周莉，李赟</a:t>
                      </a:r>
                      <a:endParaRPr lang="zh-CN" altLang="en-US" sz="1600"/>
                    </a:p>
                  </a:txBody>
                  <a:tcPr anchor="ctr"/>
                </a:tc>
                <a:tc>
                  <a:txBody>
                    <a:bodyPr/>
                    <a:lstStyle/>
                    <a:p>
                      <a:r>
                        <a:rPr lang="zh-CN" altLang="en-US" sz="1600"/>
                        <a:t>李赟、黄爱军</a:t>
                      </a:r>
                    </a:p>
                  </a:txBody>
                  <a:tcPr anchor="ctr"/>
                </a:tc>
                <a:tc>
                  <a:txBody>
                    <a:bodyPr/>
                    <a:lstStyle/>
                    <a:p>
                      <a:r>
                        <a:rPr lang="en-US" altLang="zh-CN" sz="1600"/>
                        <a:t>2025-01-25</a:t>
                      </a:r>
                      <a:endParaRPr lang="zh-CN" altLang="en-US" sz="1600"/>
                    </a:p>
                  </a:txBody>
                  <a:tcPr anchor="ctr"/>
                </a:tc>
                <a:extLst>
                  <a:ext uri="{0D108BD9-81ED-4DB2-BD59-A6C34878D82A}">
                    <a16:rowId xmlns:a16="http://schemas.microsoft.com/office/drawing/2014/main" val="3845276989"/>
                  </a:ext>
                </a:extLst>
              </a:tr>
              <a:tr h="361374">
                <a:tc>
                  <a:txBody>
                    <a:bodyPr/>
                    <a:lstStyle/>
                    <a:p>
                      <a:r>
                        <a:rPr lang="en-US" altLang="zh-CN" sz="1600"/>
                        <a:t>0.5</a:t>
                      </a:r>
                      <a:endParaRPr lang="zh-CN" altLang="en-US" sz="1600"/>
                    </a:p>
                  </a:txBody>
                  <a:tcPr anchor="ctr"/>
                </a:tc>
                <a:tc>
                  <a:txBody>
                    <a:bodyPr/>
                    <a:lstStyle/>
                    <a:p>
                      <a:r>
                        <a:rPr lang="en-US" altLang="zh-CN" sz="1600"/>
                        <a:t>Refined by Allen Huang</a:t>
                      </a:r>
                      <a:endParaRPr lang="zh-CN" altLang="en-US" sz="1600"/>
                    </a:p>
                  </a:txBody>
                  <a:tcPr anchor="ctr"/>
                </a:tc>
                <a:tc>
                  <a:txBody>
                    <a:bodyPr/>
                    <a:lstStyle/>
                    <a:p>
                      <a:endParaRPr lang="zh-CN" altLang="en-US" sz="1600"/>
                    </a:p>
                  </a:txBody>
                  <a:tcPr anchor="ctr"/>
                </a:tc>
                <a:tc>
                  <a:txBody>
                    <a:bodyPr/>
                    <a:lstStyle/>
                    <a:p>
                      <a:pPr lvl="0">
                        <a:buNone/>
                      </a:pPr>
                      <a:r>
                        <a:rPr lang="zh-CN" sz="1600" b="0" i="0" u="none" strike="noStrike" noProof="0">
                          <a:solidFill>
                            <a:srgbClr val="000000"/>
                          </a:solidFill>
                          <a:latin typeface="等线"/>
                          <a:ea typeface="等线"/>
                        </a:rPr>
                        <a:t>黄爱军</a:t>
                      </a:r>
                      <a:endParaRPr lang="zh-CN"/>
                    </a:p>
                  </a:txBody>
                  <a:tcPr anchor="ctr"/>
                </a:tc>
                <a:tc>
                  <a:txBody>
                    <a:bodyPr/>
                    <a:lstStyle/>
                    <a:p>
                      <a:r>
                        <a:rPr lang="en-US" altLang="zh-CN" sz="1600"/>
                        <a:t>2025-02-01</a:t>
                      </a:r>
                      <a:endParaRPr lang="zh-CN" altLang="en-US" sz="1600"/>
                    </a:p>
                  </a:txBody>
                  <a:tcPr anchor="ctr"/>
                </a:tc>
                <a:extLst>
                  <a:ext uri="{0D108BD9-81ED-4DB2-BD59-A6C34878D82A}">
                    <a16:rowId xmlns:a16="http://schemas.microsoft.com/office/drawing/2014/main" val="4103532385"/>
                  </a:ext>
                </a:extLst>
              </a:tr>
              <a:tr h="361374">
                <a:tc>
                  <a:txBody>
                    <a:bodyPr/>
                    <a:lstStyle/>
                    <a:p>
                      <a:r>
                        <a:rPr lang="zh-CN" altLang="en-US" sz="1600"/>
                        <a:t>0.6</a:t>
                      </a:r>
                    </a:p>
                  </a:txBody>
                  <a:tcPr anchor="ctr"/>
                </a:tc>
                <a:tc>
                  <a:txBody>
                    <a:bodyPr/>
                    <a:lstStyle/>
                    <a:p>
                      <a:r>
                        <a:rPr lang="zh-CN" altLang="en-US" sz="1600"/>
                        <a:t>增加LLM模型和应用安全内容</a:t>
                      </a:r>
                    </a:p>
                  </a:txBody>
                  <a:tcPr anchor="ctr"/>
                </a:tc>
                <a:tc>
                  <a:txBody>
                    <a:bodyPr/>
                    <a:lstStyle/>
                    <a:p>
                      <a:r>
                        <a:rPr lang="zh-CN" altLang="en-US" sz="1600"/>
                        <a:t>Michael Huang</a:t>
                      </a:r>
                    </a:p>
                  </a:txBody>
                  <a:tcPr anchor="ctr"/>
                </a:tc>
                <a:tc>
                  <a:txBody>
                    <a:bodyPr/>
                    <a:lstStyle/>
                    <a:p>
                      <a:endParaRPr lang="zh-CN" altLang="en-US" sz="1600"/>
                    </a:p>
                  </a:txBody>
                  <a:tcPr anchor="ctr"/>
                </a:tc>
                <a:tc>
                  <a:txBody>
                    <a:bodyPr/>
                    <a:lstStyle/>
                    <a:p>
                      <a:pPr lvl="0" algn="l">
                        <a:lnSpc>
                          <a:spcPct val="100000"/>
                        </a:lnSpc>
                        <a:spcBef>
                          <a:spcPts val="0"/>
                        </a:spcBef>
                        <a:spcAft>
                          <a:spcPts val="0"/>
                        </a:spcAft>
                        <a:buNone/>
                      </a:pPr>
                      <a:r>
                        <a:rPr lang="en-US" altLang="zh-CN" sz="1600" b="0" i="0" u="none" strike="noStrike" noProof="0">
                          <a:solidFill>
                            <a:srgbClr val="000000"/>
                          </a:solidFill>
                          <a:latin typeface="等线"/>
                          <a:ea typeface="等线"/>
                        </a:rPr>
                        <a:t>2025-02-21</a:t>
                      </a:r>
                      <a:endParaRPr lang="zh-CN" sz="1600" b="0" i="0" u="none" strike="noStrike" noProof="0">
                        <a:solidFill>
                          <a:srgbClr val="000000"/>
                        </a:solidFill>
                        <a:latin typeface="等线"/>
                        <a:ea typeface="等线"/>
                      </a:endParaRPr>
                    </a:p>
                  </a:txBody>
                  <a:tcPr anchor="ctr"/>
                </a:tc>
                <a:extLst>
                  <a:ext uri="{0D108BD9-81ED-4DB2-BD59-A6C34878D82A}">
                    <a16:rowId xmlns:a16="http://schemas.microsoft.com/office/drawing/2014/main" val="4127753415"/>
                  </a:ext>
                </a:extLst>
              </a:tr>
              <a:tr h="361374">
                <a:tc>
                  <a:txBody>
                    <a:bodyPr/>
                    <a:lstStyle/>
                    <a:p>
                      <a:pPr lvl="0">
                        <a:buNone/>
                      </a:pPr>
                      <a:r>
                        <a:rPr lang="zh-CN" altLang="en-US" sz="1600"/>
                        <a:t>1.0</a:t>
                      </a:r>
                    </a:p>
                  </a:txBody>
                  <a:tcPr anchor="ctr"/>
                </a:tc>
                <a:tc>
                  <a:txBody>
                    <a:bodyPr/>
                    <a:lstStyle/>
                    <a:p>
                      <a:pPr lvl="0">
                        <a:buNone/>
                      </a:pPr>
                      <a:r>
                        <a:rPr lang="zh-CN" altLang="en-US" sz="1600"/>
                        <a:t>增加</a:t>
                      </a:r>
                      <a:r>
                        <a:rPr lang="en-US" altLang="zh-CN" sz="1600"/>
                        <a:t>LLM</a:t>
                      </a:r>
                      <a:r>
                        <a:rPr lang="zh-CN" altLang="en-US" sz="1600"/>
                        <a:t>基础细节</a:t>
                      </a:r>
                    </a:p>
                  </a:txBody>
                  <a:tcPr anchor="ctr"/>
                </a:tc>
                <a:tc>
                  <a:txBody>
                    <a:bodyPr/>
                    <a:lstStyle/>
                    <a:p>
                      <a:pPr lvl="0">
                        <a:buNone/>
                      </a:pPr>
                      <a:r>
                        <a:rPr lang="zh-CN" altLang="en-US" sz="1600"/>
                        <a:t>李赟</a:t>
                      </a:r>
                    </a:p>
                  </a:txBody>
                  <a:tcPr anchor="ctr"/>
                </a:tc>
                <a:tc>
                  <a:txBody>
                    <a:bodyPr/>
                    <a:lstStyle/>
                    <a:p>
                      <a:pPr lvl="0">
                        <a:buNone/>
                      </a:pPr>
                      <a:endParaRPr lang="zh-CN" altLang="en-US" sz="1600"/>
                    </a:p>
                  </a:txBody>
                  <a:tcPr anchor="ctr"/>
                </a:tc>
                <a:tc>
                  <a:txBody>
                    <a:bodyPr/>
                    <a:lstStyle/>
                    <a:p>
                      <a:pPr lvl="0" algn="l">
                        <a:lnSpc>
                          <a:spcPct val="100000"/>
                        </a:lnSpc>
                        <a:spcBef>
                          <a:spcPts val="0"/>
                        </a:spcBef>
                        <a:spcAft>
                          <a:spcPts val="0"/>
                        </a:spcAft>
                        <a:buNone/>
                      </a:pPr>
                      <a:r>
                        <a:rPr lang="en-US" altLang="zh-CN" sz="1600" b="0" i="0" u="none" strike="noStrike" noProof="0">
                          <a:solidFill>
                            <a:srgbClr val="000000"/>
                          </a:solidFill>
                          <a:latin typeface="等线"/>
                          <a:ea typeface="等线"/>
                        </a:rPr>
                        <a:t>2025-03-18</a:t>
                      </a:r>
                    </a:p>
                  </a:txBody>
                  <a:tcPr anchor="ctr"/>
                </a:tc>
                <a:extLst>
                  <a:ext uri="{0D108BD9-81ED-4DB2-BD59-A6C34878D82A}">
                    <a16:rowId xmlns:a16="http://schemas.microsoft.com/office/drawing/2014/main" val="621236095"/>
                  </a:ext>
                </a:extLst>
              </a:tr>
            </a:tbl>
          </a:graphicData>
        </a:graphic>
      </p:graphicFrame>
    </p:spTree>
    <p:extLst>
      <p:ext uri="{BB962C8B-B14F-4D97-AF65-F5344CB8AC3E}">
        <p14:creationId xmlns:p14="http://schemas.microsoft.com/office/powerpoint/2010/main" val="24935621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F451C8-F5FC-ED89-AAE8-1E57E18EC5F4}"/>
            </a:ext>
          </a:extLst>
        </p:cNvPr>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FC75DAF4-D79D-97BC-252B-BF2EAE261BB7}"/>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2CD2F67-C3EF-C447-835C-4EE74D5FD49D}" type="slidenum">
              <a:rPr kumimoji="1" lang="zh-CN" altLang="en-US" sz="1000" b="0" i="0" u="none" strike="noStrike" kern="0" cap="none" spc="-75" normalizeH="0" baseline="0" noProof="0" smtClean="0">
                <a:ln>
                  <a:noFill/>
                </a:ln>
                <a:solidFill>
                  <a:srgbClr val="646464"/>
                </a:solidFill>
                <a:effectLst/>
                <a:uLnTx/>
                <a:uFillTx/>
                <a:latin typeface="Arial" panose="020B0604020202020204" pitchFamily="34" charset="0"/>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1" lang="zh-CN" altLang="en-US" sz="1000" b="0" i="0" u="none" strike="noStrike" kern="0" cap="none" spc="-75" normalizeH="0" baseline="0" noProof="0">
              <a:ln>
                <a:noFill/>
              </a:ln>
              <a:solidFill>
                <a:srgbClr val="646464"/>
              </a:solidFill>
              <a:effectLst/>
              <a:uLnTx/>
              <a:uFillTx/>
              <a:latin typeface="Arial" panose="020B0604020202020204" pitchFamily="34" charset="0"/>
              <a:cs typeface="Arial" panose="020B0604020202020204" pitchFamily="34" charset="0"/>
            </a:endParaRPr>
          </a:p>
        </p:txBody>
      </p:sp>
      <p:sp>
        <p:nvSpPr>
          <p:cNvPr id="2" name="标题 1">
            <a:extLst>
              <a:ext uri="{FF2B5EF4-FFF2-40B4-BE49-F238E27FC236}">
                <a16:creationId xmlns:a16="http://schemas.microsoft.com/office/drawing/2014/main" id="{FAC7CB0E-E6C2-1FBD-96EB-83B3EB861814}"/>
              </a:ext>
            </a:extLst>
          </p:cNvPr>
          <p:cNvSpPr>
            <a:spLocks noGrp="1"/>
          </p:cNvSpPr>
          <p:nvPr>
            <p:ph type="title"/>
          </p:nvPr>
        </p:nvSpPr>
        <p:spPr>
          <a:xfrm>
            <a:off x="413323" y="771657"/>
            <a:ext cx="11365354" cy="368419"/>
          </a:xfrm>
        </p:spPr>
        <p:txBody>
          <a:bodyPr>
            <a:normAutofit fontScale="90000"/>
          </a:bodyPr>
          <a:lstStyle/>
          <a:p>
            <a:r>
              <a:rPr lang="en-US" altLang="zh-CN" sz="2400" b="1">
                <a:solidFill>
                  <a:prstClr val="black"/>
                </a:solidFill>
                <a:latin typeface="Microsoft YaHei"/>
                <a:ea typeface="Microsoft YaHei"/>
              </a:rPr>
              <a:t>Content</a:t>
            </a:r>
            <a:endParaRPr kumimoji="1" lang="zh-CN" altLang="en-US" sz="2400" b="1">
              <a:solidFill>
                <a:prstClr val="black"/>
              </a:solidFill>
            </a:endParaRPr>
          </a:p>
        </p:txBody>
      </p:sp>
      <p:sp>
        <p:nvSpPr>
          <p:cNvPr id="6" name="文本框 5">
            <a:extLst>
              <a:ext uri="{FF2B5EF4-FFF2-40B4-BE49-F238E27FC236}">
                <a16:creationId xmlns:a16="http://schemas.microsoft.com/office/drawing/2014/main" id="{DB22A06F-D5AA-8A29-33EF-78B1978269BE}"/>
              </a:ext>
            </a:extLst>
          </p:cNvPr>
          <p:cNvSpPr txBox="1"/>
          <p:nvPr/>
        </p:nvSpPr>
        <p:spPr>
          <a:xfrm>
            <a:off x="413322" y="1719494"/>
            <a:ext cx="11027052" cy="4770537"/>
          </a:xfrm>
          <a:prstGeom prst="rect">
            <a:avLst/>
          </a:prstGeom>
          <a:noFill/>
        </p:spPr>
        <p:txBody>
          <a:bodyPr wrap="square" lIns="91440" tIns="45720" rIns="91440" bIns="45720" rtlCol="0" anchor="t">
            <a:spAutoFit/>
          </a:bodyPr>
          <a:lstStyle/>
          <a:p>
            <a:pPr marL="400050" indent="-400050">
              <a:buFont typeface="+mj-lt"/>
              <a:buAutoNum type="arabicPeriod"/>
            </a:pPr>
            <a:r>
              <a:rPr lang="en-US" sz="1600" b="1">
                <a:latin typeface="微软雅黑"/>
                <a:ea typeface="微软雅黑"/>
              </a:rPr>
              <a:t>LLM/</a:t>
            </a:r>
            <a:r>
              <a:rPr lang="en-US" sz="1600" b="1" err="1">
                <a:latin typeface="微软雅黑"/>
                <a:ea typeface="微软雅黑"/>
              </a:rPr>
              <a:t>大模型的发展历程</a:t>
            </a:r>
            <a:endParaRPr lang="en-US" altLang="zh-CN" sz="1600" b="1">
              <a:latin typeface="微软雅黑"/>
              <a:ea typeface="微软雅黑"/>
            </a:endParaRPr>
          </a:p>
          <a:p>
            <a:pPr marL="400050" indent="-400050">
              <a:buFont typeface="+mj-lt"/>
              <a:buAutoNum type="arabicPeriod"/>
            </a:pPr>
            <a:r>
              <a:rPr lang="zh-CN" altLang="en-US" sz="1600" b="1">
                <a:latin typeface="微软雅黑" panose="020B0503020204020204" pitchFamily="34" charset="-122"/>
                <a:ea typeface="微软雅黑" panose="020B0503020204020204" pitchFamily="34" charset="-122"/>
              </a:rPr>
              <a:t>开发范式和参考架构</a:t>
            </a:r>
            <a:endParaRPr lang="en-US" altLang="zh-CN" sz="1600" b="1">
              <a:latin typeface="微软雅黑" panose="020B0503020204020204" pitchFamily="34" charset="-122"/>
              <a:ea typeface="微软雅黑" panose="020B0503020204020204" pitchFamily="34" charset="-122"/>
            </a:endParaRPr>
          </a:p>
          <a:p>
            <a:pPr marL="400050" indent="-400050">
              <a:buFont typeface="+mj-lt"/>
              <a:buAutoNum type="arabicPeriod"/>
            </a:pPr>
            <a:r>
              <a:rPr lang="zh-CN" altLang="en-US" sz="1600" b="1">
                <a:latin typeface="微软雅黑" panose="020B0503020204020204" pitchFamily="34" charset="-122"/>
                <a:ea typeface="微软雅黑" panose="020B0503020204020204" pitchFamily="34" charset="-122"/>
              </a:rPr>
              <a:t>开发技术选型</a:t>
            </a:r>
            <a:endParaRPr lang="en-US" altLang="zh-CN" sz="1600" b="1">
              <a:latin typeface="微软雅黑" panose="020B0503020204020204" pitchFamily="34" charset="-122"/>
              <a:ea typeface="微软雅黑" panose="020B0503020204020204" pitchFamily="34" charset="-122"/>
            </a:endParaRPr>
          </a:p>
          <a:p>
            <a:pPr marL="857250" lvl="1" indent="-400050">
              <a:buFont typeface="Arial" panose="020B0604020202020204" pitchFamily="34" charset="0"/>
              <a:buChar char="•"/>
            </a:pPr>
            <a:r>
              <a:rPr lang="zh-CN" altLang="en-US" sz="1600">
                <a:latin typeface="微软雅黑" panose="020B0503020204020204" pitchFamily="34" charset="-122"/>
                <a:ea typeface="微软雅黑" panose="020B0503020204020204" pitchFamily="34" charset="-122"/>
              </a:rPr>
              <a:t>应用开发平台</a:t>
            </a:r>
            <a:endParaRPr lang="en-US" altLang="zh-CN" sz="1600">
              <a:latin typeface="微软雅黑" panose="020B0503020204020204" pitchFamily="34" charset="-122"/>
              <a:ea typeface="微软雅黑" panose="020B0503020204020204" pitchFamily="34" charset="-122"/>
            </a:endParaRPr>
          </a:p>
          <a:p>
            <a:pPr marL="857250" lvl="1" indent="-400050">
              <a:buFont typeface="Arial" panose="020B0604020202020204" pitchFamily="34" charset="0"/>
              <a:buChar char="•"/>
            </a:pPr>
            <a:r>
              <a:rPr lang="zh-CN" altLang="en-US" sz="1600">
                <a:latin typeface="微软雅黑" panose="020B0503020204020204" pitchFamily="34" charset="-122"/>
                <a:ea typeface="微软雅黑" panose="020B0503020204020204" pitchFamily="34" charset="-122"/>
              </a:rPr>
              <a:t>基础架构（</a:t>
            </a:r>
            <a:r>
              <a:rPr lang="en-US" altLang="zh-CN" sz="1600">
                <a:latin typeface="微软雅黑" panose="020B0503020204020204" pitchFamily="34" charset="-122"/>
                <a:ea typeface="微软雅黑" panose="020B0503020204020204" pitchFamily="34" charset="-122"/>
              </a:rPr>
              <a:t>LLM</a:t>
            </a:r>
            <a:r>
              <a:rPr lang="zh-CN" altLang="en-US" sz="1600">
                <a:latin typeface="微软雅黑" panose="020B0503020204020204" pitchFamily="34" charset="-122"/>
                <a:ea typeface="微软雅黑" panose="020B0503020204020204" pitchFamily="34" charset="-122"/>
              </a:rPr>
              <a:t>开发框架/</a:t>
            </a:r>
            <a:r>
              <a:rPr lang="en-US" altLang="zh-CN" sz="1600">
                <a:latin typeface="微软雅黑" panose="020B0503020204020204" pitchFamily="34" charset="-122"/>
                <a:ea typeface="微软雅黑" panose="020B0503020204020204" pitchFamily="34" charset="-122"/>
              </a:rPr>
              <a:t>RAG</a:t>
            </a:r>
            <a:r>
              <a:rPr lang="zh-CN" altLang="en-US" sz="1600">
                <a:latin typeface="微软雅黑" panose="020B0503020204020204" pitchFamily="34" charset="-122"/>
                <a:ea typeface="微软雅黑" panose="020B0503020204020204" pitchFamily="34" charset="-122"/>
              </a:rPr>
              <a:t>应用框架</a:t>
            </a:r>
            <a:r>
              <a:rPr lang="en-US" altLang="zh-CN" sz="1600">
                <a:latin typeface="微软雅黑" panose="020B0503020204020204" pitchFamily="34" charset="-122"/>
                <a:ea typeface="微软雅黑" panose="020B0503020204020204" pitchFamily="34" charset="-122"/>
              </a:rPr>
              <a:t>/</a:t>
            </a:r>
            <a:r>
              <a:rPr lang="zh-CN" altLang="en-US" sz="1600">
                <a:latin typeface="微软雅黑" panose="020B0503020204020204" pitchFamily="34" charset="-122"/>
                <a:ea typeface="微软雅黑" panose="020B0503020204020204" pitchFamily="34" charset="-122"/>
              </a:rPr>
              <a:t>向量数据库）</a:t>
            </a:r>
            <a:endParaRPr lang="en-US" altLang="zh-CN" sz="1600">
              <a:latin typeface="微软雅黑" panose="020B0503020204020204" pitchFamily="34" charset="-122"/>
              <a:ea typeface="微软雅黑" panose="020B0503020204020204" pitchFamily="34" charset="-122"/>
            </a:endParaRPr>
          </a:p>
          <a:p>
            <a:pPr marL="857250" lvl="1" indent="-400050">
              <a:buFont typeface="Arial" panose="020B0604020202020204" pitchFamily="34" charset="0"/>
              <a:buChar char="•"/>
            </a:pPr>
            <a:r>
              <a:rPr lang="zh-CN" altLang="en-US" sz="1600">
                <a:latin typeface="微软雅黑" panose="020B0503020204020204" pitchFamily="34" charset="-122"/>
                <a:ea typeface="微软雅黑" panose="020B0503020204020204" pitchFamily="34" charset="-122"/>
              </a:rPr>
              <a:t>模型评估和选型</a:t>
            </a:r>
            <a:endParaRPr lang="en-US" altLang="zh-CN" sz="1600">
              <a:latin typeface="微软雅黑" panose="020B0503020204020204" pitchFamily="34" charset="-122"/>
              <a:ea typeface="微软雅黑" panose="020B0503020204020204" pitchFamily="34" charset="-122"/>
            </a:endParaRPr>
          </a:p>
          <a:p>
            <a:pPr marL="857250" lvl="1" indent="-400050">
              <a:buFont typeface="Arial" panose="020B0604020202020204" pitchFamily="34" charset="0"/>
              <a:buChar char="•"/>
            </a:pPr>
            <a:r>
              <a:rPr lang="zh-CN" altLang="en-US" sz="1600">
                <a:latin typeface="微软雅黑" panose="020B0503020204020204" pitchFamily="34" charset="-122"/>
                <a:ea typeface="微软雅黑" panose="020B0503020204020204" pitchFamily="34" charset="-122"/>
              </a:rPr>
              <a:t>部署资源评估）</a:t>
            </a:r>
            <a:endParaRPr lang="en-US" altLang="zh-CN" sz="1600">
              <a:latin typeface="微软雅黑" panose="020B0503020204020204" pitchFamily="34" charset="-122"/>
              <a:ea typeface="微软雅黑" panose="020B0503020204020204" pitchFamily="34" charset="-122"/>
            </a:endParaRPr>
          </a:p>
          <a:p>
            <a:pPr marL="857250" lvl="1" indent="-400050">
              <a:buFont typeface="Arial" panose="020B0604020202020204" pitchFamily="34" charset="0"/>
              <a:buChar char="•"/>
            </a:pPr>
            <a:r>
              <a:rPr lang="zh-CN" altLang="en-US" sz="1600">
                <a:latin typeface="微软雅黑" panose="020B0503020204020204" pitchFamily="34" charset="-122"/>
                <a:ea typeface="微软雅黑" panose="020B0503020204020204" pitchFamily="34" charset="-122"/>
              </a:rPr>
              <a:t>AI交互范式、AI设计标准与前端实施</a:t>
            </a:r>
            <a:endParaRPr lang="en-US" altLang="zh-CN" sz="1600" b="1">
              <a:latin typeface="微软雅黑" panose="020B0503020204020204" pitchFamily="34" charset="-122"/>
              <a:ea typeface="微软雅黑" panose="020B0503020204020204" pitchFamily="34" charset="-122"/>
            </a:endParaRPr>
          </a:p>
          <a:p>
            <a:pPr marL="400050" indent="-400050">
              <a:buFont typeface="+mj-lt"/>
              <a:buAutoNum type="arabicPeriod"/>
            </a:pPr>
            <a:r>
              <a:rPr lang="zh-CN" altLang="en-US" sz="1600" b="1">
                <a:latin typeface="微软雅黑"/>
                <a:ea typeface="微软雅黑"/>
              </a:rPr>
              <a:t>安全与合规性要求</a:t>
            </a:r>
            <a:r>
              <a:rPr lang="zh-CN" altLang="en-US" sz="1600">
                <a:latin typeface="微软雅黑"/>
                <a:ea typeface="微软雅黑"/>
              </a:rPr>
              <a:t>：确保</a:t>
            </a:r>
            <a:r>
              <a:rPr lang="en-US" altLang="zh-CN" sz="1600">
                <a:latin typeface="微软雅黑"/>
                <a:ea typeface="微软雅黑"/>
              </a:rPr>
              <a:t>LLM</a:t>
            </a:r>
            <a:r>
              <a:rPr lang="zh-CN" altLang="en-US" sz="1600">
                <a:latin typeface="微软雅黑"/>
                <a:ea typeface="微软雅黑"/>
              </a:rPr>
              <a:t>的使用和开发符合企业及行业的安全要求</a:t>
            </a:r>
            <a:endParaRPr lang="en-US" altLang="zh-CN" sz="1600">
              <a:latin typeface="微软雅黑" panose="020B0503020204020204" pitchFamily="34" charset="-122"/>
              <a:ea typeface="微软雅黑" panose="020B0503020204020204" pitchFamily="34" charset="-122"/>
            </a:endParaRPr>
          </a:p>
          <a:p>
            <a:pPr marL="857250" marR="0" lvl="1" indent="-400050" fontAlgn="base">
              <a:buClrTx/>
              <a:buSzTx/>
              <a:buFont typeface="Arial" panose="020B0604020202020204" pitchFamily="34" charset="0"/>
              <a:buChar char="•"/>
              <a:tabLst/>
            </a:pPr>
            <a:r>
              <a:rPr lang="en-US" altLang="en-US" sz="1600" err="1">
                <a:latin typeface="微软雅黑"/>
                <a:ea typeface="微软雅黑"/>
              </a:rPr>
              <a:t>数据隐私与安全策略</a:t>
            </a:r>
          </a:p>
          <a:p>
            <a:pPr marL="857250" marR="0" lvl="1" indent="-400050" fontAlgn="base">
              <a:buClrTx/>
              <a:buSzTx/>
              <a:buFont typeface="Arial" panose="020B0604020202020204" pitchFamily="34" charset="0"/>
              <a:buChar char="•"/>
              <a:tabLst/>
            </a:pPr>
            <a:r>
              <a:rPr lang="en-US" altLang="en-US" sz="1600" err="1">
                <a:latin typeface="微软雅黑"/>
                <a:ea typeface="微软雅黑"/>
              </a:rPr>
              <a:t>模型输出的伦理与合规检查</a:t>
            </a:r>
            <a:endParaRPr lang="en-US" altLang="en-US" sz="1600">
              <a:latin typeface="微软雅黑"/>
              <a:ea typeface="微软雅黑"/>
            </a:endParaRPr>
          </a:p>
          <a:p>
            <a:pPr marL="857250" marR="0" lvl="1" indent="-400050" fontAlgn="base">
              <a:buClrTx/>
              <a:buSzTx/>
              <a:buFont typeface="Arial" panose="020B0604020202020204" pitchFamily="34" charset="0"/>
              <a:buChar char="•"/>
              <a:tabLst/>
            </a:pPr>
            <a:r>
              <a:rPr lang="en-US" altLang="en-US" sz="1600" err="1">
                <a:latin typeface="微软雅黑"/>
                <a:ea typeface="微软雅黑"/>
              </a:rPr>
              <a:t>风险评估与异常管理机制</a:t>
            </a:r>
            <a:endParaRPr lang="en-US" altLang="zh-CN" sz="1600">
              <a:latin typeface="微软雅黑"/>
              <a:ea typeface="微软雅黑"/>
            </a:endParaRPr>
          </a:p>
          <a:p>
            <a:pPr marL="400050" indent="-400050">
              <a:buFont typeface="+mj-lt"/>
              <a:buAutoNum type="arabicPeriod"/>
            </a:pPr>
            <a:r>
              <a:rPr lang="zh-CN" altLang="en-US" sz="1600" b="1">
                <a:latin typeface="微软雅黑" panose="020B0503020204020204" pitchFamily="34" charset="-122"/>
                <a:ea typeface="微软雅黑" panose="020B0503020204020204" pitchFamily="34" charset="-122"/>
              </a:rPr>
              <a:t>典型案例与最佳实践</a:t>
            </a:r>
            <a:endParaRPr lang="en-US" altLang="zh-CN" sz="1600" b="1">
              <a:latin typeface="微软雅黑" panose="020B0503020204020204" pitchFamily="34" charset="-122"/>
              <a:ea typeface="微软雅黑" panose="020B0503020204020204" pitchFamily="34" charset="-122"/>
            </a:endParaRPr>
          </a:p>
          <a:p>
            <a:pPr marL="857250" lvl="1" indent="-400050">
              <a:buFont typeface="Arial" panose="020B0604020202020204" pitchFamily="34" charset="0"/>
              <a:buChar char="•"/>
            </a:pPr>
            <a:r>
              <a:rPr lang="zh-CN" altLang="en-US" sz="1600">
                <a:latin typeface="微软雅黑" panose="020B0503020204020204" pitchFamily="34" charset="-122"/>
                <a:ea typeface="微软雅黑" panose="020B0503020204020204" pitchFamily="34" charset="-122"/>
              </a:rPr>
              <a:t>检修</a:t>
            </a:r>
            <a:r>
              <a:rPr lang="en-US" altLang="zh-CN" sz="1600">
                <a:latin typeface="微软雅黑" panose="020B0503020204020204" pitchFamily="34" charset="-122"/>
                <a:ea typeface="微软雅黑" panose="020B0503020204020204" pitchFamily="34" charset="-122"/>
              </a:rPr>
              <a:t>Copilot</a:t>
            </a:r>
          </a:p>
          <a:p>
            <a:pPr marL="857250" lvl="1" indent="-400050">
              <a:buFont typeface="Arial" panose="020B0604020202020204" pitchFamily="34" charset="0"/>
              <a:buChar char="•"/>
            </a:pPr>
            <a:r>
              <a:rPr lang="zh-CN" altLang="en-US" sz="1600">
                <a:latin typeface="微软雅黑" panose="020B0503020204020204" pitchFamily="34" charset="-122"/>
                <a:ea typeface="微软雅黑" panose="020B0503020204020204" pitchFamily="34" charset="-122"/>
              </a:rPr>
              <a:t>电力交易</a:t>
            </a:r>
            <a:r>
              <a:rPr lang="en-US" altLang="zh-CN" sz="1600">
                <a:latin typeface="微软雅黑" panose="020B0503020204020204" pitchFamily="34" charset="-122"/>
                <a:ea typeface="微软雅黑" panose="020B0503020204020204" pitchFamily="34" charset="-122"/>
              </a:rPr>
              <a:t>Copilot</a:t>
            </a:r>
            <a:r>
              <a:rPr lang="zh-CN" altLang="en-US" sz="1600">
                <a:latin typeface="微软雅黑" panose="020B0503020204020204" pitchFamily="34" charset="-122"/>
                <a:ea typeface="微软雅黑" panose="020B0503020204020204" pitchFamily="34" charset="-122"/>
              </a:rPr>
              <a:t>）</a:t>
            </a:r>
            <a:endParaRPr lang="en-US" altLang="zh-CN" sz="1600">
              <a:latin typeface="微软雅黑" panose="020B0503020204020204" pitchFamily="34" charset="-122"/>
              <a:ea typeface="微软雅黑" panose="020B0503020204020204" pitchFamily="34" charset="-122"/>
            </a:endParaRPr>
          </a:p>
          <a:p>
            <a:pPr marL="857250" lvl="1" indent="-400050">
              <a:buFont typeface="Arial" panose="020B0604020202020204" pitchFamily="34" charset="0"/>
              <a:buChar char="•"/>
            </a:pPr>
            <a:r>
              <a:rPr lang="en-US" altLang="zh-CN" sz="1600">
                <a:latin typeface="微软雅黑" panose="020B0503020204020204" pitchFamily="34" charset="-122"/>
                <a:ea typeface="微软雅黑" panose="020B0503020204020204" pitchFamily="34" charset="-122"/>
              </a:rPr>
              <a:t>LCA</a:t>
            </a:r>
            <a:r>
              <a:rPr lang="zh-CN" altLang="en-US" sz="1600">
                <a:latin typeface="微软雅黑" panose="020B0503020204020204" pitchFamily="34" charset="-122"/>
                <a:ea typeface="微软雅黑" panose="020B0503020204020204" pitchFamily="34" charset="-122"/>
              </a:rPr>
              <a:t>产品碳大模型</a:t>
            </a:r>
            <a:endParaRPr lang="en-US" altLang="zh-CN" sz="1600" b="1">
              <a:latin typeface="微软雅黑" panose="020B0503020204020204" pitchFamily="34" charset="-122"/>
              <a:ea typeface="微软雅黑" panose="020B0503020204020204" pitchFamily="34" charset="-122"/>
            </a:endParaRPr>
          </a:p>
          <a:p>
            <a:pPr marL="400050" indent="-400050">
              <a:buFont typeface="+mj-lt"/>
              <a:buAutoNum type="arabicPeriod"/>
            </a:pPr>
            <a:r>
              <a:rPr lang="zh-CN" altLang="en-US" sz="1600" b="1">
                <a:latin typeface="微软雅黑" panose="020B0503020204020204" pitchFamily="34" charset="-122"/>
                <a:ea typeface="微软雅黑" panose="020B0503020204020204" pitchFamily="34" charset="-122"/>
              </a:rPr>
              <a:t>综合场景</a:t>
            </a:r>
            <a:endParaRPr lang="en-US" altLang="zh-CN" sz="1600" b="1">
              <a:latin typeface="微软雅黑" panose="020B0503020204020204" pitchFamily="34" charset="-122"/>
              <a:ea typeface="微软雅黑" panose="020B0503020204020204" pitchFamily="34" charset="-122"/>
            </a:endParaRPr>
          </a:p>
          <a:p>
            <a:pPr marL="857250" lvl="1" indent="-400050">
              <a:buFont typeface="Arial" panose="020B0604020202020204" pitchFamily="34" charset="0"/>
              <a:buChar char="•"/>
            </a:pPr>
            <a:r>
              <a:rPr lang="zh-CN" altLang="en-US" sz="1600">
                <a:latin typeface="微软雅黑" panose="020B0503020204020204" pitchFamily="34" charset="-122"/>
                <a:ea typeface="微软雅黑" panose="020B0503020204020204" pitchFamily="34" charset="-122"/>
              </a:rPr>
              <a:t>上游</a:t>
            </a:r>
            <a:endParaRPr lang="en-US" altLang="zh-CN" sz="1600">
              <a:latin typeface="微软雅黑" panose="020B0503020204020204" pitchFamily="34" charset="-122"/>
              <a:ea typeface="微软雅黑" panose="020B0503020204020204" pitchFamily="34" charset="-122"/>
            </a:endParaRPr>
          </a:p>
          <a:p>
            <a:pPr marL="857250" lvl="1" indent="-400050">
              <a:buFont typeface="Arial" panose="020B0604020202020204" pitchFamily="34" charset="0"/>
              <a:buChar char="•"/>
            </a:pPr>
            <a:r>
              <a:rPr lang="zh-CN" altLang="en-US" sz="1600">
                <a:latin typeface="微软雅黑" panose="020B0503020204020204" pitchFamily="34" charset="-122"/>
                <a:ea typeface="微软雅黑" panose="020B0503020204020204" pitchFamily="34" charset="-122"/>
              </a:rPr>
              <a:t>平台</a:t>
            </a:r>
            <a:endParaRPr lang="en-US" altLang="zh-CN" sz="1600">
              <a:latin typeface="微软雅黑" panose="020B0503020204020204" pitchFamily="34" charset="-122"/>
              <a:ea typeface="微软雅黑" panose="020B0503020204020204" pitchFamily="34" charset="-122"/>
            </a:endParaRPr>
          </a:p>
        </p:txBody>
      </p:sp>
      <p:sp>
        <p:nvSpPr>
          <p:cNvPr id="5" name="TextBox 4">
            <a:extLst>
              <a:ext uri="{FF2B5EF4-FFF2-40B4-BE49-F238E27FC236}">
                <a16:creationId xmlns:a16="http://schemas.microsoft.com/office/drawing/2014/main" id="{12E43CE6-AF60-4292-AE0B-060ADB55AC59}"/>
              </a:ext>
            </a:extLst>
          </p:cNvPr>
          <p:cNvSpPr txBox="1"/>
          <p:nvPr/>
        </p:nvSpPr>
        <p:spPr>
          <a:xfrm>
            <a:off x="623323" y="1162612"/>
            <a:ext cx="10811961" cy="369332"/>
          </a:xfrm>
          <a:prstGeom prst="rect">
            <a:avLst/>
          </a:prstGeom>
          <a:noFill/>
        </p:spPr>
        <p:txBody>
          <a:bodyPr wrap="square">
            <a:spAutoFit/>
          </a:bodyPr>
          <a:lstStyle/>
          <a:p>
            <a:r>
              <a:rPr lang="en-US" i="1">
                <a:solidFill>
                  <a:schemeClr val="accent6"/>
                </a:solidFill>
              </a:rPr>
              <a:t>Whitepaper</a:t>
            </a:r>
            <a:r>
              <a:rPr lang="en-US" altLang="zh-CN" i="1">
                <a:solidFill>
                  <a:schemeClr val="accent6"/>
                </a:solidFill>
              </a:rPr>
              <a:t> </a:t>
            </a:r>
            <a:r>
              <a:rPr lang="zh-CN" altLang="en-US" i="1">
                <a:solidFill>
                  <a:schemeClr val="accent6"/>
                </a:solidFill>
              </a:rPr>
              <a:t>的目的： 为产研和</a:t>
            </a:r>
            <a:r>
              <a:rPr lang="en-US" altLang="zh-CN" i="1">
                <a:solidFill>
                  <a:schemeClr val="accent6"/>
                </a:solidFill>
              </a:rPr>
              <a:t>Solution</a:t>
            </a:r>
            <a:r>
              <a:rPr lang="zh-CN" altLang="en-US" i="1">
                <a:solidFill>
                  <a:schemeClr val="accent6"/>
                </a:solidFill>
              </a:rPr>
              <a:t>开发团队提供系统架构范式和技术路线图</a:t>
            </a:r>
            <a:endParaRPr lang="en-US" i="1">
              <a:solidFill>
                <a:schemeClr val="accent6"/>
              </a:solidFill>
            </a:endParaRPr>
          </a:p>
        </p:txBody>
      </p:sp>
    </p:spTree>
    <p:extLst>
      <p:ext uri="{BB962C8B-B14F-4D97-AF65-F5344CB8AC3E}">
        <p14:creationId xmlns:p14="http://schemas.microsoft.com/office/powerpoint/2010/main" val="33425446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C7EFAAB5-34A3-C2FC-70BA-7720CC8ADB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2" name="Title 1">
            <a:extLst>
              <a:ext uri="{FF2B5EF4-FFF2-40B4-BE49-F238E27FC236}">
                <a16:creationId xmlns:a16="http://schemas.microsoft.com/office/drawing/2014/main" id="{73713D08-B14A-F5EF-B1DD-1F75841A555B}"/>
              </a:ext>
            </a:extLst>
          </p:cNvPr>
          <p:cNvSpPr>
            <a:spLocks noGrp="1"/>
          </p:cNvSpPr>
          <p:nvPr>
            <p:ph type="ctrTitle"/>
          </p:nvPr>
        </p:nvSpPr>
        <p:spPr>
          <a:xfrm>
            <a:off x="363892" y="2171670"/>
            <a:ext cx="10166456" cy="1613749"/>
          </a:xfrm>
        </p:spPr>
        <p:txBody>
          <a:bodyPr anchor="b">
            <a:normAutofit/>
          </a:bodyPr>
          <a:lstStyle/>
          <a:p>
            <a:r>
              <a:rPr lang="zh-CN" altLang="en-US">
                <a:latin typeface="微软雅黑" panose="020B0503020204020204" pitchFamily="34" charset="-122"/>
                <a:ea typeface="微软雅黑" panose="020B0503020204020204" pitchFamily="34" charset="-122"/>
              </a:rPr>
              <a:t>大语言模型基础及实践案例</a:t>
            </a:r>
            <a:endParaRPr lang="en-US"/>
          </a:p>
        </p:txBody>
      </p:sp>
      <p:sp>
        <p:nvSpPr>
          <p:cNvPr id="9" name="Freeform: Shape 8">
            <a:extLst>
              <a:ext uri="{FF2B5EF4-FFF2-40B4-BE49-F238E27FC236}">
                <a16:creationId xmlns:a16="http://schemas.microsoft.com/office/drawing/2014/main" id="{A8A44BC8-2508-4575-75F6-0ED3F11E72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6208776"/>
            <a:ext cx="7269480"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Tree>
    <p:extLst>
      <p:ext uri="{BB962C8B-B14F-4D97-AF65-F5344CB8AC3E}">
        <p14:creationId xmlns:p14="http://schemas.microsoft.com/office/powerpoint/2010/main" val="2955116448"/>
      </p:ext>
    </p:extLst>
  </p:cSld>
  <p:clrMapOvr>
    <a:overrideClrMapping bg1="dk1" tx1="lt1" bg2="dk2" tx2="lt2" accent1="accent1" accent2="accent2" accent3="accent3" accent4="accent4" accent5="accent5" accent6="accent6" hlink="hlink" folHlink="folHlink"/>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8BA61A-C39B-CAF8-7840-5AFBE760EB2E}"/>
            </a:ext>
          </a:extLst>
        </p:cNvPr>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25DDABB4-8C0F-5941-01EF-DED2A7E475B5}"/>
              </a:ext>
            </a:extLst>
          </p:cNvPr>
          <p:cNvSpPr>
            <a:spLocks noGrp="1"/>
          </p:cNvSpPr>
          <p:nvPr>
            <p:ph type="sldNum" sz="quarter" idx="10"/>
          </p:nvPr>
        </p:nvSpPr>
        <p:spPr/>
        <p:txBody>
          <a:bodyPr/>
          <a:lstStyle/>
          <a:p>
            <a:fld id="{12CD2F67-C3EF-C447-835C-4EE74D5FD49D}" type="slidenum">
              <a:rPr kumimoji="1" lang="en-US" altLang="zh-CN" smtClean="0"/>
              <a:t>5</a:t>
            </a:fld>
            <a:endParaRPr kumimoji="1" lang="en-US"/>
          </a:p>
        </p:txBody>
      </p:sp>
      <p:pic>
        <p:nvPicPr>
          <p:cNvPr id="4" name="图片 3">
            <a:extLst>
              <a:ext uri="{FF2B5EF4-FFF2-40B4-BE49-F238E27FC236}">
                <a16:creationId xmlns:a16="http://schemas.microsoft.com/office/drawing/2014/main" id="{FE7D69DE-0C17-65B2-8A16-3352B0D25BBF}"/>
              </a:ext>
            </a:extLst>
          </p:cNvPr>
          <p:cNvPicPr/>
          <p:nvPr/>
        </p:nvPicPr>
        <p:blipFill>
          <a:blip r:embed="rId2"/>
          <a:stretch>
            <a:fillRect/>
          </a:stretch>
        </p:blipFill>
        <p:spPr>
          <a:xfrm>
            <a:off x="398780" y="1449238"/>
            <a:ext cx="3895090" cy="3518875"/>
          </a:xfrm>
          <a:prstGeom prst="rect">
            <a:avLst/>
          </a:prstGeom>
        </p:spPr>
      </p:pic>
      <p:sp>
        <p:nvSpPr>
          <p:cNvPr id="7" name="文本框 6">
            <a:extLst>
              <a:ext uri="{FF2B5EF4-FFF2-40B4-BE49-F238E27FC236}">
                <a16:creationId xmlns:a16="http://schemas.microsoft.com/office/drawing/2014/main" id="{4011FA57-F9A7-801F-85AE-7E4012E00D64}"/>
              </a:ext>
            </a:extLst>
          </p:cNvPr>
          <p:cNvSpPr txBox="1"/>
          <p:nvPr/>
        </p:nvSpPr>
        <p:spPr>
          <a:xfrm>
            <a:off x="688975" y="5515610"/>
            <a:ext cx="10929620" cy="1137285"/>
          </a:xfrm>
          <a:prstGeom prst="rect">
            <a:avLst/>
          </a:prstGeom>
          <a:noFill/>
        </p:spPr>
        <p:txBody>
          <a:bodyPr wrap="square" rtlCol="0" anchor="t">
            <a:spAutoFit/>
          </a:bodyPr>
          <a:lstStyle/>
          <a:p>
            <a:r>
              <a:rPr lang="en-US" altLang="zh-CN" sz="2000" b="1"/>
              <a:t>Transform</a:t>
            </a:r>
            <a:r>
              <a:rPr lang="zh-CN" altLang="en-US" sz="2000" b="1"/>
              <a:t>模型分类</a:t>
            </a:r>
            <a:endParaRPr lang="zh-CN" altLang="en-US" b="1"/>
          </a:p>
          <a:p>
            <a:pPr marL="285750" indent="-285750">
              <a:buFont typeface="Arial" panose="020B0604020202020204" pitchFamily="34" charset="0"/>
              <a:buChar char="•"/>
            </a:pPr>
            <a:r>
              <a:rPr lang="en-US" altLang="zh-CN" sz="1600" b="1">
                <a:sym typeface="+mn-ea"/>
              </a:rPr>
              <a:t>Encoder</a:t>
            </a:r>
            <a:r>
              <a:rPr lang="zh-CN" altLang="en-US" sz="1600" b="1">
                <a:sym typeface="+mn-ea"/>
              </a:rPr>
              <a:t>架构</a:t>
            </a:r>
            <a:r>
              <a:rPr lang="zh-CN" altLang="en-US" sz="1600">
                <a:sym typeface="+mn-ea"/>
              </a:rPr>
              <a:t>：不适合做生成，在任务理解上性价比较高，如句子分类、命名实体识别等。典型模型如</a:t>
            </a:r>
            <a:r>
              <a:rPr lang="en-US" altLang="zh-CN" sz="1600">
                <a:sym typeface="+mn-ea"/>
              </a:rPr>
              <a:t>Bert</a:t>
            </a:r>
            <a:r>
              <a:rPr lang="zh-CN" altLang="en-US" sz="1600">
                <a:sym typeface="+mn-ea"/>
              </a:rPr>
              <a:t>。</a:t>
            </a:r>
            <a:endParaRPr lang="zh-CN" altLang="en-US" sz="1600"/>
          </a:p>
          <a:p>
            <a:pPr marL="285750" indent="-285750">
              <a:buFont typeface="Arial" panose="020B0604020202020204" pitchFamily="34" charset="0"/>
              <a:buChar char="•"/>
            </a:pPr>
            <a:r>
              <a:rPr lang="en-US" altLang="zh-CN" sz="1600" b="1"/>
              <a:t>Decoder</a:t>
            </a:r>
            <a:r>
              <a:rPr lang="zh-CN" altLang="en-US" sz="1600" b="1"/>
              <a:t>架构</a:t>
            </a:r>
            <a:r>
              <a:rPr lang="zh-CN" altLang="en-US" sz="1600"/>
              <a:t>：适合生成任务，大模型</a:t>
            </a:r>
            <a:r>
              <a:rPr lang="en-US" altLang="zh-CN" sz="1600"/>
              <a:t>LLM</a:t>
            </a:r>
            <a:r>
              <a:rPr lang="zh-CN" altLang="en-US" sz="1600"/>
              <a:t>的主流结构，典型模型有</a:t>
            </a:r>
            <a:r>
              <a:rPr lang="en-US" altLang="zh-CN" sz="1600"/>
              <a:t>GPT</a:t>
            </a:r>
            <a:r>
              <a:rPr lang="zh-CN" altLang="en-US" sz="1600"/>
              <a:t>、</a:t>
            </a:r>
            <a:r>
              <a:rPr lang="en-US" altLang="zh-CN" sz="1600"/>
              <a:t>Llama</a:t>
            </a:r>
            <a:r>
              <a:rPr lang="zh-CN" altLang="en-US" sz="1600"/>
              <a:t>等。</a:t>
            </a:r>
          </a:p>
          <a:p>
            <a:pPr marL="285750" indent="-285750">
              <a:buFont typeface="Arial" panose="020B0604020202020204" pitchFamily="34" charset="0"/>
              <a:buChar char="•"/>
            </a:pPr>
            <a:r>
              <a:rPr lang="en-US" altLang="zh-CN" sz="1600" b="1"/>
              <a:t>Encoder-Decoder</a:t>
            </a:r>
            <a:r>
              <a:rPr lang="zh-CN" altLang="en-US" sz="1600" b="1"/>
              <a:t>架构</a:t>
            </a:r>
            <a:r>
              <a:rPr lang="zh-CN" altLang="en-US" sz="1600"/>
              <a:t>：理论上结合了</a:t>
            </a:r>
            <a:r>
              <a:rPr lang="en-US" altLang="zh-CN" sz="1600"/>
              <a:t>GPT</a:t>
            </a:r>
            <a:r>
              <a:rPr lang="zh-CN" altLang="en-US" sz="1600"/>
              <a:t>和</a:t>
            </a:r>
            <a:r>
              <a:rPr lang="en-US" altLang="zh-CN" sz="1600"/>
              <a:t>Bert</a:t>
            </a:r>
            <a:r>
              <a:rPr lang="zh-CN" altLang="en-US" sz="1600"/>
              <a:t>的优点，训练成本很高，典型模型是</a:t>
            </a:r>
            <a:r>
              <a:rPr lang="en-US" altLang="zh-CN" sz="1600"/>
              <a:t>T5</a:t>
            </a:r>
            <a:r>
              <a:rPr lang="zh-CN" altLang="en-US" sz="1600"/>
              <a:t>、</a:t>
            </a:r>
            <a:r>
              <a:rPr lang="en-US" altLang="zh-CN" sz="1600"/>
              <a:t>BART</a:t>
            </a:r>
            <a:r>
              <a:rPr lang="zh-CN" altLang="en-US" sz="1600"/>
              <a:t>。</a:t>
            </a:r>
          </a:p>
        </p:txBody>
      </p:sp>
      <p:pic>
        <p:nvPicPr>
          <p:cNvPr id="11" name="图片 10">
            <a:extLst>
              <a:ext uri="{FF2B5EF4-FFF2-40B4-BE49-F238E27FC236}">
                <a16:creationId xmlns:a16="http://schemas.microsoft.com/office/drawing/2014/main" id="{26A418B8-3032-C64E-8CBE-3ACFAD8F52E3}"/>
              </a:ext>
            </a:extLst>
          </p:cNvPr>
          <p:cNvPicPr>
            <a:picLocks noChangeAspect="1"/>
          </p:cNvPicPr>
          <p:nvPr/>
        </p:nvPicPr>
        <p:blipFill>
          <a:blip r:embed="rId3"/>
          <a:stretch>
            <a:fillRect/>
          </a:stretch>
        </p:blipFill>
        <p:spPr>
          <a:xfrm>
            <a:off x="4373454" y="1184208"/>
            <a:ext cx="7419766" cy="4210752"/>
          </a:xfrm>
          <a:prstGeom prst="rect">
            <a:avLst/>
          </a:prstGeom>
        </p:spPr>
      </p:pic>
      <p:sp>
        <p:nvSpPr>
          <p:cNvPr id="6" name="标题 1">
            <a:extLst>
              <a:ext uri="{FF2B5EF4-FFF2-40B4-BE49-F238E27FC236}">
                <a16:creationId xmlns:a16="http://schemas.microsoft.com/office/drawing/2014/main" id="{04D189C0-EB83-850F-700F-04D6B7634DA6}"/>
              </a:ext>
            </a:extLst>
          </p:cNvPr>
          <p:cNvSpPr txBox="1">
            <a:spLocks/>
          </p:cNvSpPr>
          <p:nvPr/>
        </p:nvSpPr>
        <p:spPr>
          <a:xfrm>
            <a:off x="413323" y="752459"/>
            <a:ext cx="11365354" cy="547200"/>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1800" b="0" i="0" kern="1200" baseline="0">
                <a:solidFill>
                  <a:schemeClr val="tx1"/>
                </a:solidFill>
                <a:latin typeface="Arial" panose="020B0604020202020204" pitchFamily="34" charset="0"/>
                <a:ea typeface="微软雅黑" panose="020B0503020204020204" pitchFamily="34" charset="-122"/>
                <a:cs typeface="+mj-cs"/>
              </a:defRPr>
            </a:lvl1pPr>
          </a:lstStyle>
          <a:p>
            <a:r>
              <a:rPr lang="en-US" altLang="zh-CN" sz="2400" b="1">
                <a:sym typeface="+mn-ea"/>
              </a:rPr>
              <a:t>Background</a:t>
            </a:r>
            <a:endParaRPr lang="zh-CN" altLang="en-US" sz="2400" b="1"/>
          </a:p>
        </p:txBody>
      </p:sp>
    </p:spTree>
    <p:extLst>
      <p:ext uri="{BB962C8B-B14F-4D97-AF65-F5344CB8AC3E}">
        <p14:creationId xmlns:p14="http://schemas.microsoft.com/office/powerpoint/2010/main" val="1989248955"/>
      </p:ext>
    </p:extLst>
  </p:cSld>
  <p:clrMapOvr>
    <a:masterClrMapping/>
  </p:clrMapOvr>
</p:sld>
</file>

<file path=ppt/theme/theme1.xml><?xml version="1.0" encoding="utf-8"?>
<a:theme xmlns:a="http://schemas.openxmlformats.org/drawingml/2006/main" name="Covers and Branding">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Light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Dark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Envision Digital - Light">
  <a:themeElements>
    <a:clrScheme name="EnOS">
      <a:dk1>
        <a:sysClr val="windowText" lastClr="000000"/>
      </a:dk1>
      <a:lt1>
        <a:sysClr val="window" lastClr="FFFFFF"/>
      </a:lt1>
      <a:dk2>
        <a:srgbClr val="00293A"/>
      </a:dk2>
      <a:lt2>
        <a:srgbClr val="E7E6E6"/>
      </a:lt2>
      <a:accent1>
        <a:srgbClr val="4CA8FF"/>
      </a:accent1>
      <a:accent2>
        <a:srgbClr val="01CB90"/>
      </a:accent2>
      <a:accent3>
        <a:srgbClr val="DE5145"/>
      </a:accent3>
      <a:accent4>
        <a:srgbClr val="FFC000"/>
      </a:accent4>
      <a:accent5>
        <a:srgbClr val="964FFF"/>
      </a:accent5>
      <a:accent6>
        <a:srgbClr val="DF397F"/>
      </a:accent6>
      <a:hlink>
        <a:srgbClr val="4CA8FF"/>
      </a:hlink>
      <a:folHlink>
        <a:srgbClr val="A5A5A5"/>
      </a:folHlink>
    </a:clrScheme>
    <a:fontScheme name="EnvisionDigital">
      <a:majorFont>
        <a:latin typeface="Arial"/>
        <a:ea typeface="微软雅黑"/>
        <a:cs typeface=""/>
      </a:majorFont>
      <a:minorFont>
        <a:latin typeface="Calibri"/>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EnvisionDigital_PPTTemplate_2020V1.1_beta5(1).potx" id="{5EE3D04C-5769-4A14-AA64-8FEE209C76DE}" vid="{FB123952-B693-4467-BC10-99C849D43F97}"/>
    </a:ext>
  </a:extLst>
</a:theme>
</file>

<file path=ppt/theme/theme5.xml><?xml version="1.0" encoding="utf-8"?>
<a:theme xmlns:a="http://schemas.openxmlformats.org/drawingml/2006/main" name="1_Light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Univers-China-Template-2023" id="{C6003CE9-F965-3F4F-8283-E12EE1139B02}" vid="{240FE262-5ECF-8E49-B538-16A2AAFAADC8}"/>
    </a:ext>
  </a:extLst>
</a:theme>
</file>

<file path=ppt/theme/theme6.xml><?xml version="1.0" encoding="utf-8"?>
<a:theme xmlns:a="http://schemas.openxmlformats.org/drawingml/2006/main" name="GestaltVTI">
  <a:themeElements>
    <a:clrScheme name="Custom 86">
      <a:dk1>
        <a:srgbClr val="000000"/>
      </a:dk1>
      <a:lt1>
        <a:sysClr val="window" lastClr="FFFFFF"/>
      </a:lt1>
      <a:dk2>
        <a:srgbClr val="262626"/>
      </a:dk2>
      <a:lt2>
        <a:srgbClr val="F7F7F7"/>
      </a:lt2>
      <a:accent1>
        <a:srgbClr val="EBA000"/>
      </a:accent1>
      <a:accent2>
        <a:srgbClr val="00BAC8"/>
      </a:accent2>
      <a:accent3>
        <a:srgbClr val="E64823"/>
      </a:accent3>
      <a:accent4>
        <a:srgbClr val="4D5AFF"/>
      </a:accent4>
      <a:accent5>
        <a:srgbClr val="FE5D21"/>
      </a:accent5>
      <a:accent6>
        <a:srgbClr val="00C777"/>
      </a:accent6>
      <a:hlink>
        <a:srgbClr val="2998E3"/>
      </a:hlink>
      <a:folHlink>
        <a:srgbClr val="939393"/>
      </a:folHlink>
    </a:clrScheme>
    <a:fontScheme name="Bierstadt">
      <a:majorFont>
        <a:latin typeface="Bierstadt"/>
        <a:ea typeface=""/>
        <a:cs typeface=""/>
      </a:majorFont>
      <a:minorFont>
        <a:latin typeface="Bierstad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estaltVTI" id="{4F87C71D-53D1-4B71-BF97-FD0EA4B25665}" vid="{A110AFC4-8D8A-4C02-8885-7BA370B379B5}"/>
    </a:ext>
  </a:extLst>
</a:theme>
</file>

<file path=ppt/theme/theme7.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941B9FFD20F0949A58C1AA68F558C61" ma:contentTypeVersion="13" ma:contentTypeDescription="Create a new document." ma:contentTypeScope="" ma:versionID="59dd13f63bbe7963ca4ae5f96b99c38b">
  <xsd:schema xmlns:xsd="http://www.w3.org/2001/XMLSchema" xmlns:xs="http://www.w3.org/2001/XMLSchema" xmlns:p="http://schemas.microsoft.com/office/2006/metadata/properties" xmlns:ns2="a038b4a8-6d25-47e3-a9dc-bdb282430e82" xmlns:ns3="43275130-7776-45c7-9c64-17ceb2ff7687" targetNamespace="http://schemas.microsoft.com/office/2006/metadata/properties" ma:root="true" ma:fieldsID="2fc191f7aaa50b7169b3e87ea1b137bc" ns2:_="" ns3:_="">
    <xsd:import namespace="a038b4a8-6d25-47e3-a9dc-bdb282430e82"/>
    <xsd:import namespace="43275130-7776-45c7-9c64-17ceb2ff7687"/>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3:SharedWithUsers" minOccurs="0"/>
                <xsd:element ref="ns3:SharedWithDetails" minOccurs="0"/>
                <xsd:element ref="ns2:MediaServiceDateTaken" minOccurs="0"/>
                <xsd:element ref="ns2:MediaServiceGenerationTime" minOccurs="0"/>
                <xsd:element ref="ns2:MediaServiceEventHashCode"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038b4a8-6d25-47e3-a9dc-bdb282430e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lcf76f155ced4ddcb4097134ff3c332f" ma:index="18" nillable="true" ma:taxonomy="true" ma:internalName="lcf76f155ced4ddcb4097134ff3c332f" ma:taxonomyFieldName="MediaServiceImageTags" ma:displayName="Image Tags" ma:readOnly="false" ma:fieldId="{5cf76f15-5ced-4ddc-b409-7134ff3c332f}" ma:taxonomyMulti="true" ma:sspId="a3f0b306-5c8f-44a5-9de7-bb42e716fd36" ma:termSetId="09814cd3-568e-fe90-9814-8d621ff8fb84" ma:anchorId="fba54fb3-c3e1-fe81-a776-ca4b69148c4d" ma:open="true" ma:isKeyword="false">
      <xsd:complexType>
        <xsd:sequence>
          <xsd:element ref="pc:Terms" minOccurs="0" maxOccurs="1"/>
        </xsd:sequence>
      </xsd:complexType>
    </xsd:element>
    <xsd:element name="MediaServiceOCR" ma:index="20"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43275130-7776-45c7-9c64-17ceb2ff7687"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19" nillable="true" ma:displayName="Taxonomy Catch All Column" ma:hidden="true" ma:list="{c6694e3f-e776-4fd7-8e70-db2f61313072}" ma:internalName="TaxCatchAll" ma:showField="CatchAllData" ma:web="43275130-7776-45c7-9c64-17ceb2ff768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43275130-7776-45c7-9c64-17ceb2ff7687" xsi:nil="true"/>
    <lcf76f155ced4ddcb4097134ff3c332f xmlns="a038b4a8-6d25-47e3-a9dc-bdb282430e82">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6837A7F-8E3E-485F-BB81-45104895B8ED}">
  <ds:schemaRefs>
    <ds:schemaRef ds:uri="43275130-7776-45c7-9c64-17ceb2ff7687"/>
    <ds:schemaRef ds:uri="a038b4a8-6d25-47e3-a9dc-bdb282430e82"/>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B8531076-60AD-4055-A351-D89E1BE53962}">
  <ds:schemaRefs>
    <ds:schemaRef ds:uri="43275130-7776-45c7-9c64-17ceb2ff7687"/>
    <ds:schemaRef ds:uri="a038b4a8-6d25-47e3-a9dc-bdb282430e82"/>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D1F13DC5-AB88-4C60-B90F-3769445819C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0</TotalTime>
  <Words>357</Words>
  <Application>Microsoft Office PowerPoint</Application>
  <PresentationFormat>宽屏</PresentationFormat>
  <Paragraphs>66</Paragraphs>
  <Slides>5</Slides>
  <Notes>3</Notes>
  <HiddenSlides>0</HiddenSlides>
  <MMClips>0</MMClips>
  <ScaleCrop>false</ScaleCrop>
  <HeadingPairs>
    <vt:vector size="6" baseType="variant">
      <vt:variant>
        <vt:lpstr>已用的字体</vt:lpstr>
      </vt:variant>
      <vt:variant>
        <vt:i4>11</vt:i4>
      </vt:variant>
      <vt:variant>
        <vt:lpstr>主题</vt:lpstr>
      </vt:variant>
      <vt:variant>
        <vt:i4>6</vt:i4>
      </vt:variant>
      <vt:variant>
        <vt:lpstr>幻灯片标题</vt:lpstr>
      </vt:variant>
      <vt:variant>
        <vt:i4>5</vt:i4>
      </vt:variant>
    </vt:vector>
  </HeadingPairs>
  <TitlesOfParts>
    <vt:vector size="22" baseType="lpstr">
      <vt:lpstr>Helvetica Neue Thin</vt:lpstr>
      <vt:lpstr>Scto Grotesk A Light</vt:lpstr>
      <vt:lpstr>等线</vt:lpstr>
      <vt:lpstr>Microsoft YaHei</vt:lpstr>
      <vt:lpstr>Microsoft YaHei</vt:lpstr>
      <vt:lpstr>Aptos</vt:lpstr>
      <vt:lpstr>Arial</vt:lpstr>
      <vt:lpstr>Arial Nova Light</vt:lpstr>
      <vt:lpstr>Bierstadt</vt:lpstr>
      <vt:lpstr>Calibri</vt:lpstr>
      <vt:lpstr>Calibri Light</vt:lpstr>
      <vt:lpstr>Covers and Branding</vt:lpstr>
      <vt:lpstr>Light Theme</vt:lpstr>
      <vt:lpstr>Dark Theme</vt:lpstr>
      <vt:lpstr>Envision Digital - Light</vt:lpstr>
      <vt:lpstr>1_Light Theme</vt:lpstr>
      <vt:lpstr>GestaltVTI</vt:lpstr>
      <vt:lpstr>Univers LLM白皮书</vt:lpstr>
      <vt:lpstr>更新记录</vt:lpstr>
      <vt:lpstr>Content</vt:lpstr>
      <vt:lpstr>大语言模型基础及实践案例</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Univers PowerPoint Template</dc:title>
  <dc:creator>Sky He</dc:creator>
  <cp:lastModifiedBy>Dazhu Tang</cp:lastModifiedBy>
  <cp:revision>2</cp:revision>
  <dcterms:created xsi:type="dcterms:W3CDTF">2023-09-18T13:12:15Z</dcterms:created>
  <dcterms:modified xsi:type="dcterms:W3CDTF">2025-05-22T14:51:36Z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6688701c-7b77-4fb9-b740-660d95e7af9d_Enabled">
    <vt:lpwstr>true</vt:lpwstr>
  </property>
  <property fmtid="{D5CDD505-2E9C-101B-9397-08002B2CF9AE}" pid="3" name="MSIP_Label_6688701c-7b77-4fb9-b740-660d95e7af9d_SetDate">
    <vt:lpwstr>2023-09-28T02:36:36Z</vt:lpwstr>
  </property>
  <property fmtid="{D5CDD505-2E9C-101B-9397-08002B2CF9AE}" pid="4" name="MSIP_Label_6688701c-7b77-4fb9-b740-660d95e7af9d_Method">
    <vt:lpwstr>Privileged</vt:lpwstr>
  </property>
  <property fmtid="{D5CDD505-2E9C-101B-9397-08002B2CF9AE}" pid="5" name="MSIP_Label_6688701c-7b77-4fb9-b740-660d95e7af9d_Name">
    <vt:lpwstr>外部公开</vt:lpwstr>
  </property>
  <property fmtid="{D5CDD505-2E9C-101B-9397-08002B2CF9AE}" pid="6" name="MSIP_Label_6688701c-7b77-4fb9-b740-660d95e7af9d_SiteId">
    <vt:lpwstr>2151c7d1-a2f9-4fdb-9325-4d1ad1633565</vt:lpwstr>
  </property>
  <property fmtid="{D5CDD505-2E9C-101B-9397-08002B2CF9AE}" pid="7" name="MSIP_Label_6688701c-7b77-4fb9-b740-660d95e7af9d_ActionId">
    <vt:lpwstr>caf28753-db67-44e3-bcf7-13b69e597abd</vt:lpwstr>
  </property>
  <property fmtid="{D5CDD505-2E9C-101B-9397-08002B2CF9AE}" pid="8" name="MSIP_Label_6688701c-7b77-4fb9-b740-660d95e7af9d_ContentBits">
    <vt:lpwstr>0</vt:lpwstr>
  </property>
  <property fmtid="{D5CDD505-2E9C-101B-9397-08002B2CF9AE}" pid="9" name="ContentTypeId">
    <vt:lpwstr>0x0101000941B9FFD20F0949A58C1AA68F558C61</vt:lpwstr>
  </property>
  <property fmtid="{D5CDD505-2E9C-101B-9397-08002B2CF9AE}" pid="10" name="MediaServiceImageTags">
    <vt:lpwstr/>
  </property>
</Properties>
</file>