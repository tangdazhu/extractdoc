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15DBB"/>
            </a:gs>
            <a:gs pos="100000">
              <a:srgbClr val="64B4F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0" y="45720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59436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73152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86868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100584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114300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95560" y="45720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95560" y="59436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5560" y="73152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95560" y="86868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95560" y="100584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95560" y="114300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32720" y="45720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32720" y="59436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32720" y="73152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32720" y="86868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32720" y="100584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32720" y="114300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69880" y="45720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469880" y="59436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469880" y="73152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469880" y="86868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69880" y="100584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469880" y="114300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07040" y="45720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59436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07040" y="73152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607040" y="86868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07040" y="100584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0" y="114300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744200" y="45720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744200" y="59436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44200" y="73152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744200" y="86868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744200" y="100584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744200" y="1143000"/>
            <a:ext cx="73152" cy="73152"/>
          </a:xfrm>
          <a:prstGeom prst="rect">
            <a:avLst/>
          </a:prstGeom>
          <a:solidFill>
            <a:srgbClr val="FFFFFF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演示文稿标题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3840480"/>
            <a:ext cx="85313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副标题或描述信息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0" y="5486400"/>
            <a:ext cx="2743200" cy="365760"/>
          </a:xfrm>
          <a:prstGeom prst="roundRect">
            <a:avLst/>
          </a:prstGeom>
          <a:solidFill>
            <a:srgbClr val="FFFFFF">
              <a:lumMod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汇报人: XXX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5486400"/>
            <a:ext cx="2743200" cy="365760"/>
          </a:xfrm>
          <a:prstGeom prst="roundRect">
            <a:avLst/>
          </a:prstGeom>
          <a:solidFill>
            <a:srgbClr val="FFFFFF">
              <a:lumMod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日期: 2025/01/01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15DBB"/>
            </a:gs>
            <a:gs pos="100000">
              <a:srgbClr val="64B4F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600" b="1">
                <a:solidFill>
                  <a:srgbClr val="015DBB"/>
                </a:solidFill>
              </a:defRPr>
            </a:pPr>
            <a:r>
              <a:t>内容页标题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725912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• 要点1</a:t>
            </a:r>
          </a:p>
          <a:p>
            <a:r>
              <a:t>• 要点2</a:t>
            </a:r>
          </a:p>
          <a:p>
            <a:r>
              <a:t>• 要点3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15DBB"/>
            </a:gs>
            <a:gs pos="100000">
              <a:srgbClr val="64B4F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828800"/>
            <a:ext cx="6702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6702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章节标题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